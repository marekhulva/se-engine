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3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4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5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  <p:sldMasterId id="2147483661" r:id="rId6"/>
  </p:sldMasterIdLst>
  <p:notesMasterIdLst>
    <p:notesMasterId r:id="rId13"/>
  </p:notesMasterIdLst>
  <p:sldIdLst>
    <p:sldId id="2147483644" r:id="rId7"/>
    <p:sldId id="2147483284" r:id="rId8"/>
    <p:sldId id="2147483645" r:id="rId9"/>
    <p:sldId id="2147483646" r:id="rId10"/>
    <p:sldId id="2147483637" r:id="rId11"/>
    <p:sldId id="214748329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67"/>
    <p:restoredTop sz="94682"/>
  </p:normalViewPr>
  <p:slideViewPr>
    <p:cSldViewPr snapToGrid="0">
      <p:cViewPr varScale="1">
        <p:scale>
          <a:sx n="111" d="100"/>
          <a:sy n="111" d="100"/>
        </p:scale>
        <p:origin x="5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5D15C-3E10-F24B-B187-D618E8887617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5A331-CBE1-AA41-BF58-D9B568555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0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CD8B7-227B-5DE8-3AFE-089C0C798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DDA54-EF27-8E73-5D66-F811E3879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239EB-23B4-3309-926F-9F72865B0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27AAF-19A7-24BA-4668-3D8A16E75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1FE60-E097-5F49-BE21-33478E8B0A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959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1FE60-E097-5F49-BE21-33478E8B0A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5366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4B6B7-4F79-11D3-4797-B61A9DA07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91CBC-190C-E924-46C4-65772A978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A486A-00AA-7E70-4BF3-CC70F8D76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5BD61-884A-05E5-2F52-55B8B6266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1FE60-E097-5F49-BE21-33478E8B0A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937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F62AC-955F-26BC-0B5A-3C23E6DD6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09FF7-1696-9ACD-F497-F0224DEC0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B1505-698A-EB81-683F-3F93B3AD4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CEAE6-A4D8-D2BF-88CD-161008DDAF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1FE60-E097-5F49-BE21-33478E8B0A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51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99044-CC1D-613B-8124-C410157FE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D1050D-FA16-A4AA-C48F-2C8F26805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8C146-62BA-CAC8-6E52-25AB62D17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4C0E-E14B-0CF9-47E4-C62CB051E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1FE60-E097-5F49-BE21-33478E8B0A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161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08BB7-B447-384A-185A-6424CD263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2EEA0-F4C7-E920-4456-70695D884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649BA-5A75-1E74-2065-847C505D0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6646E-2F9F-FA36-42A0-DF524D848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1FE60-E097-5F49-BE21-33478E8B0A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2280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5" Type="http://schemas.openxmlformats.org/officeDocument/2006/relationships/image" Target="../media/image12.svg"/><Relationship Id="rId4" Type="http://schemas.openxmlformats.org/officeDocument/2006/relationships/image" Target="../media/image13.emf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hyperlink" Target="mailto:webinarinfo@commvault.com" TargetMode="External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5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customXml" Target="../../customXml/item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5" Type="http://schemas.openxmlformats.org/officeDocument/2006/relationships/image" Target="../media/image12.svg"/><Relationship Id="rId4" Type="http://schemas.openxmlformats.org/officeDocument/2006/relationships/image" Target="../media/image13.emf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F388D-0ED1-ACA4-161F-A3D51D668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007C53-466B-50C0-7896-E0A9DFB77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80519-FA77-547B-B75E-B49C1A94B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5059-A3D8-0841-B216-7DCBDE62F049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04CA4-D585-EFE8-49A0-EBD516EE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36FCE-ADEC-4E2B-EE5B-FFEAEF196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6882-1D7D-6243-A072-57CC11D0F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00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33E07-E13B-AF34-224F-28A3A5B43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E7ACE-A538-0AEA-CC25-CA4465B93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4D83C-BDD1-6FB8-E408-69147090F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5059-A3D8-0841-B216-7DCBDE62F049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3197D-6D48-B3F3-A244-1FAF448F4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7ACC2-B936-80B6-C89D-793637AC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6882-1D7D-6243-A072-57CC11D0F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693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9F44E-98B1-A885-0367-33A879C11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34FC4-7EA1-695F-AD18-13ED2D59E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B83EB-62BD-89F6-9EE9-6E160E97A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5059-A3D8-0841-B216-7DCBDE62F049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41FA7-EBA5-47C6-1564-80338D2E4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6C625-53F1-3535-36FE-5EE10BB02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6882-1D7D-6243-A072-57CC11D0F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2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FCB20-8DF0-C632-576E-27589D872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A8E96-9B8F-B1A2-9C09-F820D5D8F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106C5-80C0-1B78-4F3F-35DCD30D1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6AB06-2D5D-9EC0-2322-710935E6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5059-A3D8-0841-B216-7DCBDE62F049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5A5F0-5D8D-A8F0-0423-7F127A786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395E5-5CA6-9B91-B00B-ACC70AE5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6882-1D7D-6243-A072-57CC11D0F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54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C0BF2-D536-F59E-6270-C4C01DA60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19B31-01BA-ABA7-E03D-28EAFC1DA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5647B-8D7C-0858-8AC2-FCA997CA0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CD9BE8-E1BF-ABD7-0E47-C652A28F9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FB48C-ACC5-58E8-EE33-F598CFA072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E04CCC-0D02-8D8B-9162-B4E791F08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5059-A3D8-0841-B216-7DCBDE62F049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87BCE-D655-F43E-3083-BBAB99CB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60A709-7B07-E36A-6DE0-59FA963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6882-1D7D-6243-A072-57CC11D0F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86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F6BE9-9407-A2BD-51F1-5CE46EBF7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C3C5DA-1F3F-ED5D-90C2-BC3EE0D6E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5059-A3D8-0841-B216-7DCBDE62F049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3B684-231C-FC39-5DC6-E3810F6FE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14FB9-3C70-6951-FE04-AABFB2469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6882-1D7D-6243-A072-57CC11D0F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5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AEDB19-D643-2251-B497-C5E2FB0C6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5059-A3D8-0841-B216-7DCBDE62F049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2C0A0-EE4C-AFC2-80AC-A4929095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97F64-2EA8-78B0-13D5-CA011EAD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6882-1D7D-6243-A072-57CC11D0F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87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BD8DA-98E8-92E1-F639-62808200B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69DEF-ACF5-14EC-34DB-D66FCD4D1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438B8-552F-A495-625C-61291DB82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0582B-48FD-620A-9738-BF3F4E686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5059-A3D8-0841-B216-7DCBDE62F049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C40C3-F2F9-EF48-3F81-0CE48883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C7F6D-2CCD-4B32-C906-0EC60DB94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6882-1D7D-6243-A072-57CC11D0F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74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EBC2E-377A-C194-9F96-632469307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CA80F-2A39-EE0C-F6BC-DCBBF1908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3BCB0-ECBD-2F43-91C5-4F0B47DDC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423E5-6836-ECCD-199F-CD618ABF3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5059-A3D8-0841-B216-7DCBDE62F049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26166-8868-1CE4-57DE-EAED8563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1E5DF-8619-6C72-3322-47489AD2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6882-1D7D-6243-A072-57CC11D0F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15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5829-FE79-2CF6-BFC7-4F1D0A52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83BD6E-899C-C209-83E3-ED7BBCDA0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6EC3B-E3F3-7C6C-E151-AFCF7990B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5059-A3D8-0841-B216-7DCBDE62F049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9CECD-BC6C-A8BA-2B75-B6AF58230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9D147-0132-8F56-49FE-F50EA33B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6882-1D7D-6243-A072-57CC11D0F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8F2BE1-FF57-E349-8A76-9FF2F5639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09C50-B900-2B45-17A1-6E8CED1BD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FEA4B-95A9-1286-DFBC-5A89BEE12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5059-A3D8-0841-B216-7DCBDE62F049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F6B27-AF05-05FB-5C9B-980EF289E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CB7BF-C24A-41A8-AC81-10C79BD0F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6882-1D7D-6243-A072-57CC11D0F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90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591DA6-85B1-E2C9-CE6E-26477A97DB54}"/>
              </a:ext>
            </a:extLst>
          </p:cNvPr>
          <p:cNvSpPr/>
          <p:nvPr userDrawn="1"/>
        </p:nvSpPr>
        <p:spPr bwMode="ltGray">
          <a:xfrm>
            <a:off x="-1" y="5053915"/>
            <a:ext cx="12192001" cy="1804086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87000">
                <a:schemeClr val="tx1">
                  <a:alpha val="0"/>
                </a:schemeClr>
              </a:gs>
            </a:gsLst>
            <a:lin ang="16200000" scaled="1"/>
            <a:tileRect/>
          </a:gra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287B217-2E30-4712-99AE-652EEDB044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75850" y="6335127"/>
            <a:ext cx="68434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defTabSz="1088421">
              <a:defRPr/>
            </a:pPr>
            <a:fld id="{104FC826-72BB-4AF1-BA01-A94F7396A7DC}" type="slidenum">
              <a:rPr lang="en-US" smtClean="0"/>
              <a:pPr defTabSz="1088421">
                <a:defRPr/>
              </a:pPr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CDFE06-DC7E-CB0D-AD9D-CA83584F3981}"/>
              </a:ext>
            </a:extLst>
          </p:cNvPr>
          <p:cNvGrpSpPr/>
          <p:nvPr userDrawn="1"/>
        </p:nvGrpSpPr>
        <p:grpSpPr>
          <a:xfrm>
            <a:off x="319790" y="6335127"/>
            <a:ext cx="1134814" cy="217794"/>
            <a:chOff x="1729244" y="6246467"/>
            <a:chExt cx="1134814" cy="217794"/>
          </a:xfrm>
        </p:grpSpPr>
        <p:grpSp>
          <p:nvGrpSpPr>
            <p:cNvPr id="35" name="Picture 12">
              <a:extLst>
                <a:ext uri="{FF2B5EF4-FFF2-40B4-BE49-F238E27FC236}">
                  <a16:creationId xmlns:a16="http://schemas.microsoft.com/office/drawing/2014/main" id="{2B183FD2-9AFA-76E9-0783-95042B0D6BBD}"/>
                </a:ext>
              </a:extLst>
            </p:cNvPr>
            <p:cNvGrpSpPr/>
            <p:nvPr/>
          </p:nvGrpSpPr>
          <p:grpSpPr>
            <a:xfrm>
              <a:off x="1729244" y="6246467"/>
              <a:ext cx="193055" cy="217794"/>
              <a:chOff x="1729244" y="6246467"/>
              <a:chExt cx="193055" cy="217794"/>
            </a:xfrm>
            <a:solidFill>
              <a:srgbClr val="844997"/>
            </a:solidFill>
          </p:grpSpPr>
          <p:sp>
            <p:nvSpPr>
              <p:cNvPr id="70" name="Freeform 50">
                <a:extLst>
                  <a:ext uri="{FF2B5EF4-FFF2-40B4-BE49-F238E27FC236}">
                    <a16:creationId xmlns:a16="http://schemas.microsoft.com/office/drawing/2014/main" id="{04D4C73D-E339-89A7-57ED-81780B253DE9}"/>
                  </a:ext>
                </a:extLst>
              </p:cNvPr>
              <p:cNvSpPr/>
              <p:nvPr/>
            </p:nvSpPr>
            <p:spPr>
              <a:xfrm>
                <a:off x="1729244" y="6246467"/>
                <a:ext cx="193055" cy="217794"/>
              </a:xfrm>
              <a:custGeom>
                <a:avLst/>
                <a:gdLst>
                  <a:gd name="connsiteX0" fmla="*/ 96528 w 193055"/>
                  <a:gd name="connsiteY0" fmla="*/ 0 h 217794"/>
                  <a:gd name="connsiteX1" fmla="*/ 0 w 193055"/>
                  <a:gd name="connsiteY1" fmla="*/ 55446 h 217794"/>
                  <a:gd name="connsiteX2" fmla="*/ 0 w 193055"/>
                  <a:gd name="connsiteY2" fmla="*/ 162246 h 217794"/>
                  <a:gd name="connsiteX3" fmla="*/ 96528 w 193055"/>
                  <a:gd name="connsiteY3" fmla="*/ 217795 h 217794"/>
                  <a:gd name="connsiteX4" fmla="*/ 193055 w 193055"/>
                  <a:gd name="connsiteY4" fmla="*/ 162246 h 217794"/>
                  <a:gd name="connsiteX5" fmla="*/ 193055 w 193055"/>
                  <a:gd name="connsiteY5" fmla="*/ 55446 h 217794"/>
                  <a:gd name="connsiteX6" fmla="*/ 96528 w 193055"/>
                  <a:gd name="connsiteY6" fmla="*/ 0 h 217794"/>
                  <a:gd name="connsiteX7" fmla="*/ 176317 w 193055"/>
                  <a:gd name="connsiteY7" fmla="*/ 152630 h 217794"/>
                  <a:gd name="connsiteX8" fmla="*/ 96528 w 193055"/>
                  <a:gd name="connsiteY8" fmla="*/ 198562 h 217794"/>
                  <a:gd name="connsiteX9" fmla="*/ 16738 w 193055"/>
                  <a:gd name="connsiteY9" fmla="*/ 152630 h 217794"/>
                  <a:gd name="connsiteX10" fmla="*/ 16738 w 193055"/>
                  <a:gd name="connsiteY10" fmla="*/ 65062 h 217794"/>
                  <a:gd name="connsiteX11" fmla="*/ 96528 w 193055"/>
                  <a:gd name="connsiteY11" fmla="*/ 19232 h 217794"/>
                  <a:gd name="connsiteX12" fmla="*/ 176317 w 193055"/>
                  <a:gd name="connsiteY12" fmla="*/ 65165 h 217794"/>
                  <a:gd name="connsiteX13" fmla="*/ 176317 w 193055"/>
                  <a:gd name="connsiteY13" fmla="*/ 152630 h 217794"/>
                  <a:gd name="connsiteX14" fmla="*/ 176317 w 193055"/>
                  <a:gd name="connsiteY14" fmla="*/ 152630 h 217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93055" h="217794">
                    <a:moveTo>
                      <a:pt x="96528" y="0"/>
                    </a:moveTo>
                    <a:lnTo>
                      <a:pt x="0" y="55446"/>
                    </a:lnTo>
                    <a:lnTo>
                      <a:pt x="0" y="162246"/>
                    </a:lnTo>
                    <a:lnTo>
                      <a:pt x="96528" y="217795"/>
                    </a:lnTo>
                    <a:lnTo>
                      <a:pt x="193055" y="162246"/>
                    </a:lnTo>
                    <a:lnTo>
                      <a:pt x="193055" y="55446"/>
                    </a:lnTo>
                    <a:lnTo>
                      <a:pt x="96528" y="0"/>
                    </a:lnTo>
                    <a:close/>
                    <a:moveTo>
                      <a:pt x="176317" y="152630"/>
                    </a:moveTo>
                    <a:lnTo>
                      <a:pt x="96528" y="198562"/>
                    </a:lnTo>
                    <a:lnTo>
                      <a:pt x="16738" y="152630"/>
                    </a:lnTo>
                    <a:lnTo>
                      <a:pt x="16738" y="65062"/>
                    </a:lnTo>
                    <a:lnTo>
                      <a:pt x="96528" y="19232"/>
                    </a:lnTo>
                    <a:lnTo>
                      <a:pt x="176317" y="65165"/>
                    </a:lnTo>
                    <a:lnTo>
                      <a:pt x="176317" y="152630"/>
                    </a:lnTo>
                    <a:lnTo>
                      <a:pt x="176317" y="152630"/>
                    </a:lnTo>
                    <a:close/>
                  </a:path>
                </a:pathLst>
              </a:custGeom>
              <a:solidFill>
                <a:srgbClr val="844997"/>
              </a:solidFill>
              <a:ln w="10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1" name="Freeform 51">
                <a:extLst>
                  <a:ext uri="{FF2B5EF4-FFF2-40B4-BE49-F238E27FC236}">
                    <a16:creationId xmlns:a16="http://schemas.microsoft.com/office/drawing/2014/main" id="{20ACC5E8-E770-6B94-D44B-FD442396C37F}"/>
                  </a:ext>
                </a:extLst>
              </p:cNvPr>
              <p:cNvSpPr/>
              <p:nvPr/>
            </p:nvSpPr>
            <p:spPr>
              <a:xfrm>
                <a:off x="1760769" y="6324418"/>
                <a:ext cx="59456" cy="100355"/>
              </a:xfrm>
              <a:custGeom>
                <a:avLst/>
                <a:gdLst>
                  <a:gd name="connsiteX0" fmla="*/ 59457 w 59456"/>
                  <a:gd name="connsiteY0" fmla="*/ 34168 h 100355"/>
                  <a:gd name="connsiteX1" fmla="*/ 0 w 59456"/>
                  <a:gd name="connsiteY1" fmla="*/ 0 h 100355"/>
                  <a:gd name="connsiteX2" fmla="*/ 0 w 59456"/>
                  <a:gd name="connsiteY2" fmla="*/ 66187 h 100355"/>
                  <a:gd name="connsiteX3" fmla="*/ 59354 w 59456"/>
                  <a:gd name="connsiteY3" fmla="*/ 100355 h 100355"/>
                  <a:gd name="connsiteX4" fmla="*/ 59354 w 59456"/>
                  <a:gd name="connsiteY4" fmla="*/ 34168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456" h="100355">
                    <a:moveTo>
                      <a:pt x="59457" y="34168"/>
                    </a:moveTo>
                    <a:lnTo>
                      <a:pt x="0" y="0"/>
                    </a:lnTo>
                    <a:lnTo>
                      <a:pt x="0" y="66187"/>
                    </a:lnTo>
                    <a:lnTo>
                      <a:pt x="59354" y="100355"/>
                    </a:lnTo>
                    <a:lnTo>
                      <a:pt x="59354" y="34168"/>
                    </a:lnTo>
                    <a:close/>
                  </a:path>
                </a:pathLst>
              </a:custGeom>
              <a:solidFill>
                <a:srgbClr val="844997"/>
              </a:solidFill>
              <a:ln w="10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2" name="Freeform 52">
                <a:extLst>
                  <a:ext uri="{FF2B5EF4-FFF2-40B4-BE49-F238E27FC236}">
                    <a16:creationId xmlns:a16="http://schemas.microsoft.com/office/drawing/2014/main" id="{4F96001D-6D33-CED5-4D48-5E21FA03E2AA}"/>
                  </a:ext>
                </a:extLst>
              </p:cNvPr>
              <p:cNvSpPr/>
              <p:nvPr/>
            </p:nvSpPr>
            <p:spPr>
              <a:xfrm>
                <a:off x="1831419" y="6364929"/>
                <a:ext cx="51960" cy="59742"/>
              </a:xfrm>
              <a:custGeom>
                <a:avLst/>
                <a:gdLst>
                  <a:gd name="connsiteX0" fmla="*/ 51961 w 51960"/>
                  <a:gd name="connsiteY0" fmla="*/ 29871 h 59742"/>
                  <a:gd name="connsiteX1" fmla="*/ 0 w 51960"/>
                  <a:gd name="connsiteY1" fmla="*/ 0 h 59742"/>
                  <a:gd name="connsiteX2" fmla="*/ 0 w 51960"/>
                  <a:gd name="connsiteY2" fmla="*/ 59743 h 59742"/>
                  <a:gd name="connsiteX3" fmla="*/ 51961 w 51960"/>
                  <a:gd name="connsiteY3" fmla="*/ 29871 h 59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960" h="59742">
                    <a:moveTo>
                      <a:pt x="51961" y="29871"/>
                    </a:moveTo>
                    <a:lnTo>
                      <a:pt x="0" y="0"/>
                    </a:lnTo>
                    <a:lnTo>
                      <a:pt x="0" y="59743"/>
                    </a:lnTo>
                    <a:lnTo>
                      <a:pt x="51961" y="29871"/>
                    </a:lnTo>
                    <a:close/>
                  </a:path>
                </a:pathLst>
              </a:custGeom>
              <a:solidFill>
                <a:srgbClr val="844997"/>
              </a:solidFill>
              <a:ln w="10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3" name="Freeform 53">
                <a:extLst>
                  <a:ext uri="{FF2B5EF4-FFF2-40B4-BE49-F238E27FC236}">
                    <a16:creationId xmlns:a16="http://schemas.microsoft.com/office/drawing/2014/main" id="{17820257-9AC2-F3F2-9D5B-BA3D6D4A5151}"/>
                  </a:ext>
                </a:extLst>
              </p:cNvPr>
              <p:cNvSpPr/>
              <p:nvPr/>
            </p:nvSpPr>
            <p:spPr>
              <a:xfrm>
                <a:off x="1768265" y="6282783"/>
                <a:ext cx="115114" cy="66187"/>
              </a:xfrm>
              <a:custGeom>
                <a:avLst/>
                <a:gdLst>
                  <a:gd name="connsiteX0" fmla="*/ 115114 w 115114"/>
                  <a:gd name="connsiteY0" fmla="*/ 33043 h 66187"/>
                  <a:gd name="connsiteX1" fmla="*/ 57506 w 115114"/>
                  <a:gd name="connsiteY1" fmla="*/ 0 h 66187"/>
                  <a:gd name="connsiteX2" fmla="*/ 0 w 115114"/>
                  <a:gd name="connsiteY2" fmla="*/ 33043 h 66187"/>
                  <a:gd name="connsiteX3" fmla="*/ 57506 w 115114"/>
                  <a:gd name="connsiteY3" fmla="*/ 66187 h 66187"/>
                  <a:gd name="connsiteX4" fmla="*/ 115114 w 115114"/>
                  <a:gd name="connsiteY4" fmla="*/ 33043 h 66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114" h="66187">
                    <a:moveTo>
                      <a:pt x="115114" y="33043"/>
                    </a:moveTo>
                    <a:lnTo>
                      <a:pt x="57506" y="0"/>
                    </a:lnTo>
                    <a:lnTo>
                      <a:pt x="0" y="33043"/>
                    </a:lnTo>
                    <a:lnTo>
                      <a:pt x="57506" y="66187"/>
                    </a:lnTo>
                    <a:lnTo>
                      <a:pt x="115114" y="33043"/>
                    </a:lnTo>
                    <a:close/>
                  </a:path>
                </a:pathLst>
              </a:custGeom>
              <a:solidFill>
                <a:srgbClr val="844997"/>
              </a:solidFill>
              <a:ln w="10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12B52564-E362-B44E-F607-23E3DDA79722}"/>
                </a:ext>
              </a:extLst>
            </p:cNvPr>
            <p:cNvGrpSpPr/>
            <p:nvPr/>
          </p:nvGrpSpPr>
          <p:grpSpPr>
            <a:xfrm>
              <a:off x="1972251" y="6291887"/>
              <a:ext cx="891807" cy="121838"/>
              <a:chOff x="1972251" y="6291887"/>
              <a:chExt cx="891807" cy="121838"/>
            </a:xfrm>
          </p:grpSpPr>
          <p:sp>
            <p:nvSpPr>
              <p:cNvPr id="58" name="Freeform 38">
                <a:extLst>
                  <a:ext uri="{FF2B5EF4-FFF2-40B4-BE49-F238E27FC236}">
                    <a16:creationId xmlns:a16="http://schemas.microsoft.com/office/drawing/2014/main" id="{1B22CE1C-96AD-3B62-B05F-E6F41D954DCA}"/>
                  </a:ext>
                </a:extLst>
              </p:cNvPr>
              <p:cNvSpPr/>
              <p:nvPr/>
            </p:nvSpPr>
            <p:spPr>
              <a:xfrm>
                <a:off x="2465831" y="6330147"/>
                <a:ext cx="88312" cy="81225"/>
              </a:xfrm>
              <a:custGeom>
                <a:avLst/>
                <a:gdLst>
                  <a:gd name="connsiteX0" fmla="*/ 53090 w 88312"/>
                  <a:gd name="connsiteY0" fmla="*/ 81225 h 81225"/>
                  <a:gd name="connsiteX1" fmla="*/ 34914 w 88312"/>
                  <a:gd name="connsiteY1" fmla="*/ 81225 h 81225"/>
                  <a:gd name="connsiteX2" fmla="*/ 0 w 88312"/>
                  <a:gd name="connsiteY2" fmla="*/ 0 h 81225"/>
                  <a:gd name="connsiteX3" fmla="*/ 18587 w 88312"/>
                  <a:gd name="connsiteY3" fmla="*/ 0 h 81225"/>
                  <a:gd name="connsiteX4" fmla="*/ 44156 w 88312"/>
                  <a:gd name="connsiteY4" fmla="*/ 60970 h 81225"/>
                  <a:gd name="connsiteX5" fmla="*/ 69726 w 88312"/>
                  <a:gd name="connsiteY5" fmla="*/ 0 h 81225"/>
                  <a:gd name="connsiteX6" fmla="*/ 88313 w 88312"/>
                  <a:gd name="connsiteY6" fmla="*/ 0 h 81225"/>
                  <a:gd name="connsiteX7" fmla="*/ 53090 w 88312"/>
                  <a:gd name="connsiteY7" fmla="*/ 81225 h 81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312" h="81225">
                    <a:moveTo>
                      <a:pt x="53090" y="81225"/>
                    </a:moveTo>
                    <a:lnTo>
                      <a:pt x="34914" y="81225"/>
                    </a:lnTo>
                    <a:lnTo>
                      <a:pt x="0" y="0"/>
                    </a:lnTo>
                    <a:lnTo>
                      <a:pt x="18587" y="0"/>
                    </a:lnTo>
                    <a:lnTo>
                      <a:pt x="44156" y="60970"/>
                    </a:lnTo>
                    <a:lnTo>
                      <a:pt x="69726" y="0"/>
                    </a:lnTo>
                    <a:lnTo>
                      <a:pt x="88313" y="0"/>
                    </a:lnTo>
                    <a:lnTo>
                      <a:pt x="53090" y="81225"/>
                    </a:lnTo>
                    <a:close/>
                  </a:path>
                </a:pathLst>
              </a:custGeom>
              <a:solidFill>
                <a:schemeClr val="bg1"/>
              </a:solidFill>
              <a:ln w="10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Arial" panose="020B0604020202020204" pitchFamily="34" charset="0"/>
                </a:endParaRPr>
              </a:p>
            </p:txBody>
          </p:sp>
          <p:grpSp>
            <p:nvGrpSpPr>
              <p:cNvPr id="59" name="Picture 12">
                <a:extLst>
                  <a:ext uri="{FF2B5EF4-FFF2-40B4-BE49-F238E27FC236}">
                    <a16:creationId xmlns:a16="http://schemas.microsoft.com/office/drawing/2014/main" id="{FC733A7F-C70A-A786-7941-8C98631DFEDD}"/>
                  </a:ext>
                </a:extLst>
              </p:cNvPr>
              <p:cNvGrpSpPr/>
              <p:nvPr/>
            </p:nvGrpSpPr>
            <p:grpSpPr>
              <a:xfrm>
                <a:off x="1972251" y="6291887"/>
                <a:ext cx="891807" cy="121838"/>
                <a:chOff x="1972251" y="6291887"/>
                <a:chExt cx="891807" cy="121838"/>
              </a:xfrm>
              <a:solidFill>
                <a:schemeClr val="bg1"/>
              </a:solidFill>
            </p:grpSpPr>
            <p:grpSp>
              <p:nvGrpSpPr>
                <p:cNvPr id="60" name="Picture 12">
                  <a:extLst>
                    <a:ext uri="{FF2B5EF4-FFF2-40B4-BE49-F238E27FC236}">
                      <a16:creationId xmlns:a16="http://schemas.microsoft.com/office/drawing/2014/main" id="{28A82A39-566F-FD21-0C69-7FD9F6B8ED47}"/>
                    </a:ext>
                  </a:extLst>
                </p:cNvPr>
                <p:cNvGrpSpPr/>
                <p:nvPr/>
              </p:nvGrpSpPr>
              <p:grpSpPr>
                <a:xfrm>
                  <a:off x="1972251" y="6292399"/>
                  <a:ext cx="878458" cy="121327"/>
                  <a:chOff x="1972251" y="6292399"/>
                  <a:chExt cx="878458" cy="121327"/>
                </a:xfrm>
                <a:grpFill/>
              </p:grpSpPr>
              <p:sp>
                <p:nvSpPr>
                  <p:cNvPr id="62" name="Freeform 42">
                    <a:extLst>
                      <a:ext uri="{FF2B5EF4-FFF2-40B4-BE49-F238E27FC236}">
                        <a16:creationId xmlns:a16="http://schemas.microsoft.com/office/drawing/2014/main" id="{B3D02A06-C2EC-8A81-D099-5DC4E77BB3BC}"/>
                      </a:ext>
                    </a:extLst>
                  </p:cNvPr>
                  <p:cNvSpPr/>
                  <p:nvPr/>
                </p:nvSpPr>
                <p:spPr>
                  <a:xfrm>
                    <a:off x="1972251" y="6299708"/>
                    <a:ext cx="103978" cy="114017"/>
                  </a:xfrm>
                  <a:custGeom>
                    <a:avLst/>
                    <a:gdLst>
                      <a:gd name="connsiteX0" fmla="*/ 57255 w 103978"/>
                      <a:gd name="connsiteY0" fmla="*/ 97547 h 114017"/>
                      <a:gd name="connsiteX1" fmla="*/ 17720 w 103978"/>
                      <a:gd name="connsiteY1" fmla="*/ 57037 h 114017"/>
                      <a:gd name="connsiteX2" fmla="*/ 57255 w 103978"/>
                      <a:gd name="connsiteY2" fmla="*/ 16527 h 114017"/>
                      <a:gd name="connsiteX3" fmla="*/ 90115 w 103978"/>
                      <a:gd name="connsiteY3" fmla="*/ 35247 h 114017"/>
                      <a:gd name="connsiteX4" fmla="*/ 103670 w 103978"/>
                      <a:gd name="connsiteY4" fmla="*/ 23483 h 114017"/>
                      <a:gd name="connsiteX5" fmla="*/ 70810 w 103978"/>
                      <a:gd name="connsiteY5" fmla="*/ 1386 h 114017"/>
                      <a:gd name="connsiteX6" fmla="*/ 365 w 103978"/>
                      <a:gd name="connsiteY6" fmla="*/ 63686 h 114017"/>
                      <a:gd name="connsiteX7" fmla="*/ 57255 w 103978"/>
                      <a:gd name="connsiteY7" fmla="*/ 114018 h 114017"/>
                      <a:gd name="connsiteX8" fmla="*/ 103978 w 103978"/>
                      <a:gd name="connsiteY8" fmla="*/ 89670 h 114017"/>
                      <a:gd name="connsiteX9" fmla="*/ 90218 w 103978"/>
                      <a:gd name="connsiteY9" fmla="*/ 78418 h 114017"/>
                      <a:gd name="connsiteX10" fmla="*/ 57255 w 103978"/>
                      <a:gd name="connsiteY10" fmla="*/ 97547 h 1140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03978" h="114017">
                        <a:moveTo>
                          <a:pt x="57255" y="97547"/>
                        </a:moveTo>
                        <a:cubicBezTo>
                          <a:pt x="35074" y="97547"/>
                          <a:pt x="17720" y="80054"/>
                          <a:pt x="17720" y="57037"/>
                        </a:cubicBezTo>
                        <a:cubicBezTo>
                          <a:pt x="17720" y="34020"/>
                          <a:pt x="35074" y="16527"/>
                          <a:pt x="57255" y="16527"/>
                        </a:cubicBezTo>
                        <a:cubicBezTo>
                          <a:pt x="71426" y="16527"/>
                          <a:pt x="83543" y="22767"/>
                          <a:pt x="90115" y="35247"/>
                        </a:cubicBezTo>
                        <a:lnTo>
                          <a:pt x="103670" y="23483"/>
                        </a:lnTo>
                        <a:cubicBezTo>
                          <a:pt x="96277" y="12128"/>
                          <a:pt x="84673" y="4353"/>
                          <a:pt x="70810" y="1386"/>
                        </a:cubicBezTo>
                        <a:cubicBezTo>
                          <a:pt x="32301" y="-7104"/>
                          <a:pt x="-4051" y="24608"/>
                          <a:pt x="365" y="63686"/>
                        </a:cubicBezTo>
                        <a:cubicBezTo>
                          <a:pt x="3651" y="92432"/>
                          <a:pt x="27578" y="114018"/>
                          <a:pt x="57255" y="114018"/>
                        </a:cubicBezTo>
                        <a:cubicBezTo>
                          <a:pt x="77074" y="114018"/>
                          <a:pt x="94223" y="105322"/>
                          <a:pt x="103978" y="89670"/>
                        </a:cubicBezTo>
                        <a:lnTo>
                          <a:pt x="90218" y="78418"/>
                        </a:lnTo>
                        <a:cubicBezTo>
                          <a:pt x="83749" y="91205"/>
                          <a:pt x="71529" y="97547"/>
                          <a:pt x="57255" y="97547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3" name="Freeform 43">
                    <a:extLst>
                      <a:ext uri="{FF2B5EF4-FFF2-40B4-BE49-F238E27FC236}">
                        <a16:creationId xmlns:a16="http://schemas.microsoft.com/office/drawing/2014/main" id="{377F1956-48E2-0422-47F4-479FA03B03EF}"/>
                      </a:ext>
                    </a:extLst>
                  </p:cNvPr>
                  <p:cNvSpPr/>
                  <p:nvPr/>
                </p:nvSpPr>
                <p:spPr>
                  <a:xfrm>
                    <a:off x="2083931" y="6328510"/>
                    <a:ext cx="87285" cy="84805"/>
                  </a:xfrm>
                  <a:custGeom>
                    <a:avLst/>
                    <a:gdLst>
                      <a:gd name="connsiteX0" fmla="*/ 43848 w 87285"/>
                      <a:gd name="connsiteY0" fmla="*/ 0 h 84805"/>
                      <a:gd name="connsiteX1" fmla="*/ 0 w 87285"/>
                      <a:gd name="connsiteY1" fmla="*/ 42352 h 84805"/>
                      <a:gd name="connsiteX2" fmla="*/ 43848 w 87285"/>
                      <a:gd name="connsiteY2" fmla="*/ 84806 h 84805"/>
                      <a:gd name="connsiteX3" fmla="*/ 87286 w 87285"/>
                      <a:gd name="connsiteY3" fmla="*/ 42352 h 84805"/>
                      <a:gd name="connsiteX4" fmla="*/ 43848 w 87285"/>
                      <a:gd name="connsiteY4" fmla="*/ 0 h 84805"/>
                      <a:gd name="connsiteX5" fmla="*/ 43848 w 87285"/>
                      <a:gd name="connsiteY5" fmla="*/ 70177 h 84805"/>
                      <a:gd name="connsiteX6" fmla="*/ 16738 w 87285"/>
                      <a:gd name="connsiteY6" fmla="*/ 42352 h 84805"/>
                      <a:gd name="connsiteX7" fmla="*/ 43848 w 87285"/>
                      <a:gd name="connsiteY7" fmla="*/ 14526 h 84805"/>
                      <a:gd name="connsiteX8" fmla="*/ 70753 w 87285"/>
                      <a:gd name="connsiteY8" fmla="*/ 42352 h 84805"/>
                      <a:gd name="connsiteX9" fmla="*/ 43848 w 87285"/>
                      <a:gd name="connsiteY9" fmla="*/ 70177 h 848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7285" h="84805">
                        <a:moveTo>
                          <a:pt x="43848" y="0"/>
                        </a:moveTo>
                        <a:cubicBezTo>
                          <a:pt x="19716" y="0"/>
                          <a:pt x="0" y="17186"/>
                          <a:pt x="0" y="42352"/>
                        </a:cubicBezTo>
                        <a:cubicBezTo>
                          <a:pt x="0" y="67517"/>
                          <a:pt x="19716" y="84806"/>
                          <a:pt x="43848" y="84806"/>
                        </a:cubicBezTo>
                        <a:cubicBezTo>
                          <a:pt x="67775" y="84806"/>
                          <a:pt x="87286" y="67517"/>
                          <a:pt x="87286" y="42352"/>
                        </a:cubicBezTo>
                        <a:cubicBezTo>
                          <a:pt x="87286" y="17186"/>
                          <a:pt x="67775" y="0"/>
                          <a:pt x="43848" y="0"/>
                        </a:cubicBezTo>
                        <a:close/>
                        <a:moveTo>
                          <a:pt x="43848" y="70177"/>
                        </a:moveTo>
                        <a:cubicBezTo>
                          <a:pt x="29574" y="70177"/>
                          <a:pt x="16738" y="59231"/>
                          <a:pt x="16738" y="42352"/>
                        </a:cubicBezTo>
                        <a:cubicBezTo>
                          <a:pt x="16738" y="25472"/>
                          <a:pt x="29574" y="14526"/>
                          <a:pt x="43848" y="14526"/>
                        </a:cubicBezTo>
                        <a:cubicBezTo>
                          <a:pt x="57814" y="14526"/>
                          <a:pt x="70753" y="25472"/>
                          <a:pt x="70753" y="42352"/>
                        </a:cubicBezTo>
                        <a:cubicBezTo>
                          <a:pt x="70753" y="59231"/>
                          <a:pt x="57814" y="70177"/>
                          <a:pt x="43848" y="70177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4" name="Freeform 44">
                    <a:extLst>
                      <a:ext uri="{FF2B5EF4-FFF2-40B4-BE49-F238E27FC236}">
                        <a16:creationId xmlns:a16="http://schemas.microsoft.com/office/drawing/2014/main" id="{B111278E-54CA-4374-F68F-081B78E5882D}"/>
                      </a:ext>
                    </a:extLst>
                  </p:cNvPr>
                  <p:cNvSpPr/>
                  <p:nvPr/>
                </p:nvSpPr>
                <p:spPr>
                  <a:xfrm>
                    <a:off x="2183231" y="6328101"/>
                    <a:ext cx="131134" cy="83373"/>
                  </a:xfrm>
                  <a:custGeom>
                    <a:avLst/>
                    <a:gdLst>
                      <a:gd name="connsiteX0" fmla="*/ 100430 w 131134"/>
                      <a:gd name="connsiteY0" fmla="*/ 0 h 83373"/>
                      <a:gd name="connsiteX1" fmla="*/ 70239 w 131134"/>
                      <a:gd name="connsiteY1" fmla="*/ 14731 h 83373"/>
                      <a:gd name="connsiteX2" fmla="*/ 70034 w 131134"/>
                      <a:gd name="connsiteY2" fmla="*/ 14731 h 83373"/>
                      <a:gd name="connsiteX3" fmla="*/ 43027 w 131134"/>
                      <a:gd name="connsiteY3" fmla="*/ 0 h 83373"/>
                      <a:gd name="connsiteX4" fmla="*/ 17149 w 131134"/>
                      <a:gd name="connsiteY4" fmla="*/ 11151 h 83373"/>
                      <a:gd name="connsiteX5" fmla="*/ 16944 w 131134"/>
                      <a:gd name="connsiteY5" fmla="*/ 11048 h 83373"/>
                      <a:gd name="connsiteX6" fmla="*/ 16944 w 131134"/>
                      <a:gd name="connsiteY6" fmla="*/ 2455 h 83373"/>
                      <a:gd name="connsiteX7" fmla="*/ 16841 w 131134"/>
                      <a:gd name="connsiteY7" fmla="*/ 2353 h 83373"/>
                      <a:gd name="connsiteX8" fmla="*/ 103 w 131134"/>
                      <a:gd name="connsiteY8" fmla="*/ 2353 h 83373"/>
                      <a:gd name="connsiteX9" fmla="*/ 0 w 131134"/>
                      <a:gd name="connsiteY9" fmla="*/ 2455 h 83373"/>
                      <a:gd name="connsiteX10" fmla="*/ 0 w 131134"/>
                      <a:gd name="connsiteY10" fmla="*/ 83271 h 83373"/>
                      <a:gd name="connsiteX11" fmla="*/ 103 w 131134"/>
                      <a:gd name="connsiteY11" fmla="*/ 83374 h 83373"/>
                      <a:gd name="connsiteX12" fmla="*/ 16841 w 131134"/>
                      <a:gd name="connsiteY12" fmla="*/ 83374 h 83373"/>
                      <a:gd name="connsiteX13" fmla="*/ 16944 w 131134"/>
                      <a:gd name="connsiteY13" fmla="*/ 83271 h 83373"/>
                      <a:gd name="connsiteX14" fmla="*/ 16944 w 131134"/>
                      <a:gd name="connsiteY14" fmla="*/ 43170 h 83373"/>
                      <a:gd name="connsiteX15" fmla="*/ 38611 w 131134"/>
                      <a:gd name="connsiteY15" fmla="*/ 15754 h 83373"/>
                      <a:gd name="connsiteX16" fmla="*/ 56992 w 131134"/>
                      <a:gd name="connsiteY16" fmla="*/ 35191 h 83373"/>
                      <a:gd name="connsiteX17" fmla="*/ 56992 w 131134"/>
                      <a:gd name="connsiteY17" fmla="*/ 83271 h 83373"/>
                      <a:gd name="connsiteX18" fmla="*/ 57095 w 131134"/>
                      <a:gd name="connsiteY18" fmla="*/ 83374 h 83373"/>
                      <a:gd name="connsiteX19" fmla="*/ 73833 w 131134"/>
                      <a:gd name="connsiteY19" fmla="*/ 83374 h 83373"/>
                      <a:gd name="connsiteX20" fmla="*/ 73936 w 131134"/>
                      <a:gd name="connsiteY20" fmla="*/ 83271 h 83373"/>
                      <a:gd name="connsiteX21" fmla="*/ 73936 w 131134"/>
                      <a:gd name="connsiteY21" fmla="*/ 43170 h 83373"/>
                      <a:gd name="connsiteX22" fmla="*/ 95911 w 131134"/>
                      <a:gd name="connsiteY22" fmla="*/ 15754 h 83373"/>
                      <a:gd name="connsiteX23" fmla="*/ 114293 w 131134"/>
                      <a:gd name="connsiteY23" fmla="*/ 35191 h 83373"/>
                      <a:gd name="connsiteX24" fmla="*/ 114293 w 131134"/>
                      <a:gd name="connsiteY24" fmla="*/ 83271 h 83373"/>
                      <a:gd name="connsiteX25" fmla="*/ 114395 w 131134"/>
                      <a:gd name="connsiteY25" fmla="*/ 83374 h 83373"/>
                      <a:gd name="connsiteX26" fmla="*/ 131031 w 131134"/>
                      <a:gd name="connsiteY26" fmla="*/ 83374 h 83373"/>
                      <a:gd name="connsiteX27" fmla="*/ 131134 w 131134"/>
                      <a:gd name="connsiteY27" fmla="*/ 83271 h 83373"/>
                      <a:gd name="connsiteX28" fmla="*/ 131134 w 131134"/>
                      <a:gd name="connsiteY28" fmla="*/ 31815 h 83373"/>
                      <a:gd name="connsiteX29" fmla="*/ 100430 w 131134"/>
                      <a:gd name="connsiteY29" fmla="*/ 0 h 833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131134" h="83373">
                        <a:moveTo>
                          <a:pt x="100430" y="0"/>
                        </a:moveTo>
                        <a:cubicBezTo>
                          <a:pt x="87080" y="0"/>
                          <a:pt x="76811" y="5626"/>
                          <a:pt x="70239" y="14731"/>
                        </a:cubicBezTo>
                        <a:cubicBezTo>
                          <a:pt x="70137" y="14833"/>
                          <a:pt x="70034" y="14833"/>
                          <a:pt x="70034" y="14731"/>
                        </a:cubicBezTo>
                        <a:cubicBezTo>
                          <a:pt x="64797" y="5422"/>
                          <a:pt x="54631" y="0"/>
                          <a:pt x="43027" y="0"/>
                        </a:cubicBezTo>
                        <a:cubicBezTo>
                          <a:pt x="31525" y="0"/>
                          <a:pt x="23105" y="4092"/>
                          <a:pt x="17149" y="11151"/>
                        </a:cubicBezTo>
                        <a:cubicBezTo>
                          <a:pt x="17046" y="11253"/>
                          <a:pt x="16944" y="11151"/>
                          <a:pt x="16944" y="11048"/>
                        </a:cubicBezTo>
                        <a:lnTo>
                          <a:pt x="16944" y="2455"/>
                        </a:lnTo>
                        <a:cubicBezTo>
                          <a:pt x="16944" y="2353"/>
                          <a:pt x="16841" y="2353"/>
                          <a:pt x="16841" y="2353"/>
                        </a:cubicBezTo>
                        <a:lnTo>
                          <a:pt x="103" y="2353"/>
                        </a:lnTo>
                        <a:cubicBezTo>
                          <a:pt x="0" y="2353"/>
                          <a:pt x="0" y="2455"/>
                          <a:pt x="0" y="2455"/>
                        </a:cubicBezTo>
                        <a:lnTo>
                          <a:pt x="0" y="83271"/>
                        </a:lnTo>
                        <a:cubicBezTo>
                          <a:pt x="0" y="83374"/>
                          <a:pt x="103" y="83374"/>
                          <a:pt x="103" y="83374"/>
                        </a:cubicBezTo>
                        <a:lnTo>
                          <a:pt x="16841" y="83374"/>
                        </a:lnTo>
                        <a:cubicBezTo>
                          <a:pt x="16944" y="83374"/>
                          <a:pt x="16944" y="83271"/>
                          <a:pt x="16944" y="83271"/>
                        </a:cubicBezTo>
                        <a:lnTo>
                          <a:pt x="16944" y="43170"/>
                        </a:lnTo>
                        <a:cubicBezTo>
                          <a:pt x="16944" y="25063"/>
                          <a:pt x="25467" y="15754"/>
                          <a:pt x="38611" y="15754"/>
                        </a:cubicBezTo>
                        <a:cubicBezTo>
                          <a:pt x="49085" y="15754"/>
                          <a:pt x="56992" y="23222"/>
                          <a:pt x="56992" y="35191"/>
                        </a:cubicBezTo>
                        <a:lnTo>
                          <a:pt x="56992" y="83271"/>
                        </a:lnTo>
                        <a:cubicBezTo>
                          <a:pt x="56992" y="83374"/>
                          <a:pt x="57095" y="83374"/>
                          <a:pt x="57095" y="83374"/>
                        </a:cubicBezTo>
                        <a:lnTo>
                          <a:pt x="73833" y="83374"/>
                        </a:lnTo>
                        <a:cubicBezTo>
                          <a:pt x="73936" y="83374"/>
                          <a:pt x="73936" y="83271"/>
                          <a:pt x="73936" y="83271"/>
                        </a:cubicBezTo>
                        <a:lnTo>
                          <a:pt x="73936" y="43170"/>
                        </a:lnTo>
                        <a:cubicBezTo>
                          <a:pt x="73936" y="25063"/>
                          <a:pt x="82665" y="15754"/>
                          <a:pt x="95911" y="15754"/>
                        </a:cubicBezTo>
                        <a:cubicBezTo>
                          <a:pt x="106386" y="15754"/>
                          <a:pt x="114293" y="23222"/>
                          <a:pt x="114293" y="35191"/>
                        </a:cubicBezTo>
                        <a:lnTo>
                          <a:pt x="114293" y="83271"/>
                        </a:lnTo>
                        <a:cubicBezTo>
                          <a:pt x="114293" y="83374"/>
                          <a:pt x="114395" y="83374"/>
                          <a:pt x="114395" y="83374"/>
                        </a:cubicBezTo>
                        <a:lnTo>
                          <a:pt x="131031" y="83374"/>
                        </a:lnTo>
                        <a:cubicBezTo>
                          <a:pt x="131134" y="83374"/>
                          <a:pt x="131134" y="83271"/>
                          <a:pt x="131134" y="83271"/>
                        </a:cubicBezTo>
                        <a:lnTo>
                          <a:pt x="131134" y="31815"/>
                        </a:lnTo>
                        <a:cubicBezTo>
                          <a:pt x="131237" y="12583"/>
                          <a:pt x="117271" y="0"/>
                          <a:pt x="100430" y="0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5" name="Freeform 45">
                    <a:extLst>
                      <a:ext uri="{FF2B5EF4-FFF2-40B4-BE49-F238E27FC236}">
                        <a16:creationId xmlns:a16="http://schemas.microsoft.com/office/drawing/2014/main" id="{AD1D476B-A41E-E7BD-E254-271AB1A4CC3E}"/>
                      </a:ext>
                    </a:extLst>
                  </p:cNvPr>
                  <p:cNvSpPr/>
                  <p:nvPr/>
                </p:nvSpPr>
                <p:spPr>
                  <a:xfrm>
                    <a:off x="2331206" y="6328101"/>
                    <a:ext cx="131134" cy="83373"/>
                  </a:xfrm>
                  <a:custGeom>
                    <a:avLst/>
                    <a:gdLst>
                      <a:gd name="connsiteX0" fmla="*/ 100430 w 131134"/>
                      <a:gd name="connsiteY0" fmla="*/ 0 h 83373"/>
                      <a:gd name="connsiteX1" fmla="*/ 70239 w 131134"/>
                      <a:gd name="connsiteY1" fmla="*/ 14731 h 83373"/>
                      <a:gd name="connsiteX2" fmla="*/ 70034 w 131134"/>
                      <a:gd name="connsiteY2" fmla="*/ 14731 h 83373"/>
                      <a:gd name="connsiteX3" fmla="*/ 43027 w 131134"/>
                      <a:gd name="connsiteY3" fmla="*/ 0 h 83373"/>
                      <a:gd name="connsiteX4" fmla="*/ 17149 w 131134"/>
                      <a:gd name="connsiteY4" fmla="*/ 11151 h 83373"/>
                      <a:gd name="connsiteX5" fmla="*/ 16944 w 131134"/>
                      <a:gd name="connsiteY5" fmla="*/ 11048 h 83373"/>
                      <a:gd name="connsiteX6" fmla="*/ 16944 w 131134"/>
                      <a:gd name="connsiteY6" fmla="*/ 2455 h 83373"/>
                      <a:gd name="connsiteX7" fmla="*/ 16841 w 131134"/>
                      <a:gd name="connsiteY7" fmla="*/ 2353 h 83373"/>
                      <a:gd name="connsiteX8" fmla="*/ 103 w 131134"/>
                      <a:gd name="connsiteY8" fmla="*/ 2353 h 83373"/>
                      <a:gd name="connsiteX9" fmla="*/ 0 w 131134"/>
                      <a:gd name="connsiteY9" fmla="*/ 2455 h 83373"/>
                      <a:gd name="connsiteX10" fmla="*/ 0 w 131134"/>
                      <a:gd name="connsiteY10" fmla="*/ 83271 h 83373"/>
                      <a:gd name="connsiteX11" fmla="*/ 103 w 131134"/>
                      <a:gd name="connsiteY11" fmla="*/ 83374 h 83373"/>
                      <a:gd name="connsiteX12" fmla="*/ 16841 w 131134"/>
                      <a:gd name="connsiteY12" fmla="*/ 83374 h 83373"/>
                      <a:gd name="connsiteX13" fmla="*/ 16944 w 131134"/>
                      <a:gd name="connsiteY13" fmla="*/ 83271 h 83373"/>
                      <a:gd name="connsiteX14" fmla="*/ 16944 w 131134"/>
                      <a:gd name="connsiteY14" fmla="*/ 43170 h 83373"/>
                      <a:gd name="connsiteX15" fmla="*/ 38611 w 131134"/>
                      <a:gd name="connsiteY15" fmla="*/ 15754 h 83373"/>
                      <a:gd name="connsiteX16" fmla="*/ 56992 w 131134"/>
                      <a:gd name="connsiteY16" fmla="*/ 35191 h 83373"/>
                      <a:gd name="connsiteX17" fmla="*/ 56992 w 131134"/>
                      <a:gd name="connsiteY17" fmla="*/ 83271 h 83373"/>
                      <a:gd name="connsiteX18" fmla="*/ 57095 w 131134"/>
                      <a:gd name="connsiteY18" fmla="*/ 83374 h 83373"/>
                      <a:gd name="connsiteX19" fmla="*/ 73833 w 131134"/>
                      <a:gd name="connsiteY19" fmla="*/ 83374 h 83373"/>
                      <a:gd name="connsiteX20" fmla="*/ 73936 w 131134"/>
                      <a:gd name="connsiteY20" fmla="*/ 83271 h 83373"/>
                      <a:gd name="connsiteX21" fmla="*/ 73936 w 131134"/>
                      <a:gd name="connsiteY21" fmla="*/ 43170 h 83373"/>
                      <a:gd name="connsiteX22" fmla="*/ 95911 w 131134"/>
                      <a:gd name="connsiteY22" fmla="*/ 15754 h 83373"/>
                      <a:gd name="connsiteX23" fmla="*/ 114293 w 131134"/>
                      <a:gd name="connsiteY23" fmla="*/ 35191 h 83373"/>
                      <a:gd name="connsiteX24" fmla="*/ 114293 w 131134"/>
                      <a:gd name="connsiteY24" fmla="*/ 83271 h 83373"/>
                      <a:gd name="connsiteX25" fmla="*/ 114395 w 131134"/>
                      <a:gd name="connsiteY25" fmla="*/ 83374 h 83373"/>
                      <a:gd name="connsiteX26" fmla="*/ 131031 w 131134"/>
                      <a:gd name="connsiteY26" fmla="*/ 83374 h 83373"/>
                      <a:gd name="connsiteX27" fmla="*/ 131134 w 131134"/>
                      <a:gd name="connsiteY27" fmla="*/ 83271 h 83373"/>
                      <a:gd name="connsiteX28" fmla="*/ 131134 w 131134"/>
                      <a:gd name="connsiteY28" fmla="*/ 31815 h 83373"/>
                      <a:gd name="connsiteX29" fmla="*/ 100430 w 131134"/>
                      <a:gd name="connsiteY29" fmla="*/ 0 h 833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131134" h="83373">
                        <a:moveTo>
                          <a:pt x="100430" y="0"/>
                        </a:moveTo>
                        <a:cubicBezTo>
                          <a:pt x="87080" y="0"/>
                          <a:pt x="76811" y="5626"/>
                          <a:pt x="70239" y="14731"/>
                        </a:cubicBezTo>
                        <a:cubicBezTo>
                          <a:pt x="70137" y="14833"/>
                          <a:pt x="70034" y="14833"/>
                          <a:pt x="70034" y="14731"/>
                        </a:cubicBezTo>
                        <a:cubicBezTo>
                          <a:pt x="64797" y="5422"/>
                          <a:pt x="54631" y="0"/>
                          <a:pt x="43027" y="0"/>
                        </a:cubicBezTo>
                        <a:cubicBezTo>
                          <a:pt x="31526" y="0"/>
                          <a:pt x="23105" y="4092"/>
                          <a:pt x="17149" y="11151"/>
                        </a:cubicBezTo>
                        <a:cubicBezTo>
                          <a:pt x="17046" y="11253"/>
                          <a:pt x="16944" y="11151"/>
                          <a:pt x="16944" y="11048"/>
                        </a:cubicBezTo>
                        <a:lnTo>
                          <a:pt x="16944" y="2455"/>
                        </a:lnTo>
                        <a:cubicBezTo>
                          <a:pt x="16944" y="2353"/>
                          <a:pt x="16841" y="2353"/>
                          <a:pt x="16841" y="2353"/>
                        </a:cubicBezTo>
                        <a:lnTo>
                          <a:pt x="103" y="2353"/>
                        </a:lnTo>
                        <a:cubicBezTo>
                          <a:pt x="0" y="2353"/>
                          <a:pt x="0" y="2455"/>
                          <a:pt x="0" y="2455"/>
                        </a:cubicBezTo>
                        <a:lnTo>
                          <a:pt x="0" y="83271"/>
                        </a:lnTo>
                        <a:cubicBezTo>
                          <a:pt x="0" y="83374"/>
                          <a:pt x="103" y="83374"/>
                          <a:pt x="103" y="83374"/>
                        </a:cubicBezTo>
                        <a:lnTo>
                          <a:pt x="16841" y="83374"/>
                        </a:lnTo>
                        <a:cubicBezTo>
                          <a:pt x="16944" y="83374"/>
                          <a:pt x="16944" y="83271"/>
                          <a:pt x="16944" y="83271"/>
                        </a:cubicBezTo>
                        <a:lnTo>
                          <a:pt x="16944" y="43170"/>
                        </a:lnTo>
                        <a:cubicBezTo>
                          <a:pt x="16944" y="25063"/>
                          <a:pt x="25467" y="15754"/>
                          <a:pt x="38611" y="15754"/>
                        </a:cubicBezTo>
                        <a:cubicBezTo>
                          <a:pt x="49085" y="15754"/>
                          <a:pt x="56992" y="23222"/>
                          <a:pt x="56992" y="35191"/>
                        </a:cubicBezTo>
                        <a:lnTo>
                          <a:pt x="56992" y="83271"/>
                        </a:lnTo>
                        <a:cubicBezTo>
                          <a:pt x="56992" y="83374"/>
                          <a:pt x="57095" y="83374"/>
                          <a:pt x="57095" y="83374"/>
                        </a:cubicBezTo>
                        <a:lnTo>
                          <a:pt x="73833" y="83374"/>
                        </a:lnTo>
                        <a:cubicBezTo>
                          <a:pt x="73936" y="83374"/>
                          <a:pt x="73936" y="83271"/>
                          <a:pt x="73936" y="83271"/>
                        </a:cubicBezTo>
                        <a:lnTo>
                          <a:pt x="73936" y="43170"/>
                        </a:lnTo>
                        <a:cubicBezTo>
                          <a:pt x="73936" y="25063"/>
                          <a:pt x="82665" y="15754"/>
                          <a:pt x="95911" y="15754"/>
                        </a:cubicBezTo>
                        <a:cubicBezTo>
                          <a:pt x="106386" y="15754"/>
                          <a:pt x="114293" y="23222"/>
                          <a:pt x="114293" y="35191"/>
                        </a:cubicBezTo>
                        <a:lnTo>
                          <a:pt x="114293" y="83271"/>
                        </a:lnTo>
                        <a:cubicBezTo>
                          <a:pt x="114293" y="83374"/>
                          <a:pt x="114395" y="83374"/>
                          <a:pt x="114395" y="83374"/>
                        </a:cubicBezTo>
                        <a:lnTo>
                          <a:pt x="131031" y="83374"/>
                        </a:lnTo>
                        <a:cubicBezTo>
                          <a:pt x="131134" y="83374"/>
                          <a:pt x="131134" y="83271"/>
                          <a:pt x="131134" y="83271"/>
                        </a:cubicBezTo>
                        <a:lnTo>
                          <a:pt x="131134" y="31815"/>
                        </a:lnTo>
                        <a:cubicBezTo>
                          <a:pt x="131236" y="12583"/>
                          <a:pt x="117373" y="0"/>
                          <a:pt x="100430" y="0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6" name="Freeform 46">
                    <a:extLst>
                      <a:ext uri="{FF2B5EF4-FFF2-40B4-BE49-F238E27FC236}">
                        <a16:creationId xmlns:a16="http://schemas.microsoft.com/office/drawing/2014/main" id="{EF97527D-C3DB-7A93-855D-AF87F0150699}"/>
                      </a:ext>
                    </a:extLst>
                  </p:cNvPr>
                  <p:cNvSpPr/>
                  <p:nvPr/>
                </p:nvSpPr>
                <p:spPr>
                  <a:xfrm>
                    <a:off x="2552296" y="6327999"/>
                    <a:ext cx="86772" cy="85726"/>
                  </a:xfrm>
                  <a:custGeom>
                    <a:avLst/>
                    <a:gdLst>
                      <a:gd name="connsiteX0" fmla="*/ 86670 w 86772"/>
                      <a:gd name="connsiteY0" fmla="*/ 2353 h 85726"/>
                      <a:gd name="connsiteX1" fmla="*/ 69931 w 86772"/>
                      <a:gd name="connsiteY1" fmla="*/ 2353 h 85726"/>
                      <a:gd name="connsiteX2" fmla="*/ 69828 w 86772"/>
                      <a:gd name="connsiteY2" fmla="*/ 2455 h 85726"/>
                      <a:gd name="connsiteX3" fmla="*/ 69828 w 86772"/>
                      <a:gd name="connsiteY3" fmla="*/ 11253 h 85726"/>
                      <a:gd name="connsiteX4" fmla="*/ 69623 w 86772"/>
                      <a:gd name="connsiteY4" fmla="*/ 11355 h 85726"/>
                      <a:gd name="connsiteX5" fmla="*/ 40357 w 86772"/>
                      <a:gd name="connsiteY5" fmla="*/ 0 h 85726"/>
                      <a:gd name="connsiteX6" fmla="*/ 0 w 86772"/>
                      <a:gd name="connsiteY6" fmla="*/ 42863 h 85726"/>
                      <a:gd name="connsiteX7" fmla="*/ 40357 w 86772"/>
                      <a:gd name="connsiteY7" fmla="*/ 85727 h 85726"/>
                      <a:gd name="connsiteX8" fmla="*/ 69623 w 86772"/>
                      <a:gd name="connsiteY8" fmla="*/ 74371 h 85726"/>
                      <a:gd name="connsiteX9" fmla="*/ 69828 w 86772"/>
                      <a:gd name="connsiteY9" fmla="*/ 74474 h 85726"/>
                      <a:gd name="connsiteX10" fmla="*/ 69828 w 86772"/>
                      <a:gd name="connsiteY10" fmla="*/ 83271 h 85726"/>
                      <a:gd name="connsiteX11" fmla="*/ 69931 w 86772"/>
                      <a:gd name="connsiteY11" fmla="*/ 83374 h 85726"/>
                      <a:gd name="connsiteX12" fmla="*/ 86670 w 86772"/>
                      <a:gd name="connsiteY12" fmla="*/ 83374 h 85726"/>
                      <a:gd name="connsiteX13" fmla="*/ 86772 w 86772"/>
                      <a:gd name="connsiteY13" fmla="*/ 83271 h 85726"/>
                      <a:gd name="connsiteX14" fmla="*/ 86772 w 86772"/>
                      <a:gd name="connsiteY14" fmla="*/ 2455 h 85726"/>
                      <a:gd name="connsiteX15" fmla="*/ 86670 w 86772"/>
                      <a:gd name="connsiteY15" fmla="*/ 2353 h 85726"/>
                      <a:gd name="connsiteX16" fmla="*/ 43027 w 86772"/>
                      <a:gd name="connsiteY16" fmla="*/ 70689 h 85726"/>
                      <a:gd name="connsiteX17" fmla="*/ 16430 w 86772"/>
                      <a:gd name="connsiteY17" fmla="*/ 42863 h 85726"/>
                      <a:gd name="connsiteX18" fmla="*/ 43027 w 86772"/>
                      <a:gd name="connsiteY18" fmla="*/ 15038 h 85726"/>
                      <a:gd name="connsiteX19" fmla="*/ 69726 w 86772"/>
                      <a:gd name="connsiteY19" fmla="*/ 42863 h 85726"/>
                      <a:gd name="connsiteX20" fmla="*/ 43027 w 86772"/>
                      <a:gd name="connsiteY20" fmla="*/ 70689 h 857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86772" h="85726">
                        <a:moveTo>
                          <a:pt x="86670" y="2353"/>
                        </a:moveTo>
                        <a:lnTo>
                          <a:pt x="69931" y="2353"/>
                        </a:lnTo>
                        <a:cubicBezTo>
                          <a:pt x="69828" y="2353"/>
                          <a:pt x="69828" y="2455"/>
                          <a:pt x="69828" y="2455"/>
                        </a:cubicBezTo>
                        <a:lnTo>
                          <a:pt x="69828" y="11253"/>
                        </a:lnTo>
                        <a:cubicBezTo>
                          <a:pt x="69828" y="11355"/>
                          <a:pt x="69726" y="11458"/>
                          <a:pt x="69623" y="11355"/>
                        </a:cubicBezTo>
                        <a:cubicBezTo>
                          <a:pt x="62538" y="4194"/>
                          <a:pt x="52474" y="0"/>
                          <a:pt x="40357" y="0"/>
                        </a:cubicBezTo>
                        <a:cubicBezTo>
                          <a:pt x="18997" y="0"/>
                          <a:pt x="0" y="17289"/>
                          <a:pt x="0" y="42863"/>
                        </a:cubicBezTo>
                        <a:cubicBezTo>
                          <a:pt x="0" y="68540"/>
                          <a:pt x="18997" y="85727"/>
                          <a:pt x="40357" y="85727"/>
                        </a:cubicBezTo>
                        <a:cubicBezTo>
                          <a:pt x="52474" y="85727"/>
                          <a:pt x="62640" y="81532"/>
                          <a:pt x="69623" y="74371"/>
                        </a:cubicBezTo>
                        <a:cubicBezTo>
                          <a:pt x="69726" y="74269"/>
                          <a:pt x="69828" y="74371"/>
                          <a:pt x="69828" y="74474"/>
                        </a:cubicBezTo>
                        <a:lnTo>
                          <a:pt x="69828" y="83271"/>
                        </a:lnTo>
                        <a:cubicBezTo>
                          <a:pt x="69828" y="83374"/>
                          <a:pt x="69931" y="83374"/>
                          <a:pt x="69931" y="83374"/>
                        </a:cubicBezTo>
                        <a:lnTo>
                          <a:pt x="86670" y="83374"/>
                        </a:lnTo>
                        <a:cubicBezTo>
                          <a:pt x="86772" y="83374"/>
                          <a:pt x="86772" y="83271"/>
                          <a:pt x="86772" y="83271"/>
                        </a:cubicBezTo>
                        <a:lnTo>
                          <a:pt x="86772" y="2455"/>
                        </a:lnTo>
                        <a:cubicBezTo>
                          <a:pt x="86772" y="2455"/>
                          <a:pt x="86772" y="2353"/>
                          <a:pt x="86670" y="2353"/>
                        </a:cubicBezTo>
                        <a:close/>
                        <a:moveTo>
                          <a:pt x="43027" y="70689"/>
                        </a:moveTo>
                        <a:cubicBezTo>
                          <a:pt x="28137" y="70689"/>
                          <a:pt x="16430" y="60050"/>
                          <a:pt x="16430" y="42863"/>
                        </a:cubicBezTo>
                        <a:cubicBezTo>
                          <a:pt x="16430" y="25882"/>
                          <a:pt x="28034" y="15038"/>
                          <a:pt x="43027" y="15038"/>
                        </a:cubicBezTo>
                        <a:cubicBezTo>
                          <a:pt x="56479" y="15038"/>
                          <a:pt x="69726" y="25779"/>
                          <a:pt x="69726" y="42863"/>
                        </a:cubicBezTo>
                        <a:cubicBezTo>
                          <a:pt x="69726" y="60050"/>
                          <a:pt x="56479" y="70689"/>
                          <a:pt x="43027" y="70689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7" name="Freeform 47">
                    <a:extLst>
                      <a:ext uri="{FF2B5EF4-FFF2-40B4-BE49-F238E27FC236}">
                        <a16:creationId xmlns:a16="http://schemas.microsoft.com/office/drawing/2014/main" id="{5E1037F2-6498-CDAC-AF02-4D8F6A984D7B}"/>
                      </a:ext>
                    </a:extLst>
                  </p:cNvPr>
                  <p:cNvSpPr/>
                  <p:nvPr/>
                </p:nvSpPr>
                <p:spPr>
                  <a:xfrm>
                    <a:off x="2655395" y="6330352"/>
                    <a:ext cx="77675" cy="83271"/>
                  </a:xfrm>
                  <a:custGeom>
                    <a:avLst/>
                    <a:gdLst>
                      <a:gd name="connsiteX0" fmla="*/ 77530 w 77675"/>
                      <a:gd name="connsiteY0" fmla="*/ 0 h 83271"/>
                      <a:gd name="connsiteX1" fmla="*/ 60792 w 77675"/>
                      <a:gd name="connsiteY1" fmla="*/ 0 h 83271"/>
                      <a:gd name="connsiteX2" fmla="*/ 60689 w 77675"/>
                      <a:gd name="connsiteY2" fmla="*/ 102 h 83271"/>
                      <a:gd name="connsiteX3" fmla="*/ 60689 w 77675"/>
                      <a:gd name="connsiteY3" fmla="*/ 37339 h 83271"/>
                      <a:gd name="connsiteX4" fmla="*/ 36557 w 77675"/>
                      <a:gd name="connsiteY4" fmla="*/ 67620 h 83271"/>
                      <a:gd name="connsiteX5" fmla="*/ 17046 w 77675"/>
                      <a:gd name="connsiteY5" fmla="*/ 45421 h 83271"/>
                      <a:gd name="connsiteX6" fmla="*/ 17046 w 77675"/>
                      <a:gd name="connsiteY6" fmla="*/ 102 h 83271"/>
                      <a:gd name="connsiteX7" fmla="*/ 16944 w 77675"/>
                      <a:gd name="connsiteY7" fmla="*/ 0 h 83271"/>
                      <a:gd name="connsiteX8" fmla="*/ 103 w 77675"/>
                      <a:gd name="connsiteY8" fmla="*/ 0 h 83271"/>
                      <a:gd name="connsiteX9" fmla="*/ 0 w 77675"/>
                      <a:gd name="connsiteY9" fmla="*/ 102 h 83271"/>
                      <a:gd name="connsiteX10" fmla="*/ 0 w 77675"/>
                      <a:gd name="connsiteY10" fmla="*/ 48797 h 83271"/>
                      <a:gd name="connsiteX11" fmla="*/ 32655 w 77675"/>
                      <a:gd name="connsiteY11" fmla="*/ 83271 h 83271"/>
                      <a:gd name="connsiteX12" fmla="*/ 60484 w 77675"/>
                      <a:gd name="connsiteY12" fmla="*/ 71302 h 83271"/>
                      <a:gd name="connsiteX13" fmla="*/ 60689 w 77675"/>
                      <a:gd name="connsiteY13" fmla="*/ 71405 h 83271"/>
                      <a:gd name="connsiteX14" fmla="*/ 60689 w 77675"/>
                      <a:gd name="connsiteY14" fmla="*/ 80816 h 83271"/>
                      <a:gd name="connsiteX15" fmla="*/ 60792 w 77675"/>
                      <a:gd name="connsiteY15" fmla="*/ 80919 h 83271"/>
                      <a:gd name="connsiteX16" fmla="*/ 77530 w 77675"/>
                      <a:gd name="connsiteY16" fmla="*/ 80919 h 83271"/>
                      <a:gd name="connsiteX17" fmla="*/ 77633 w 77675"/>
                      <a:gd name="connsiteY17" fmla="*/ 80816 h 83271"/>
                      <a:gd name="connsiteX18" fmla="*/ 77633 w 77675"/>
                      <a:gd name="connsiteY18" fmla="*/ 0 h 83271"/>
                      <a:gd name="connsiteX19" fmla="*/ 77530 w 77675"/>
                      <a:gd name="connsiteY19" fmla="*/ 0 h 832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77675" h="83271">
                        <a:moveTo>
                          <a:pt x="77530" y="0"/>
                        </a:moveTo>
                        <a:lnTo>
                          <a:pt x="60792" y="0"/>
                        </a:lnTo>
                        <a:cubicBezTo>
                          <a:pt x="60689" y="0"/>
                          <a:pt x="60689" y="102"/>
                          <a:pt x="60689" y="102"/>
                        </a:cubicBezTo>
                        <a:lnTo>
                          <a:pt x="60689" y="37339"/>
                        </a:lnTo>
                        <a:cubicBezTo>
                          <a:pt x="60689" y="57799"/>
                          <a:pt x="51139" y="67620"/>
                          <a:pt x="36557" y="67620"/>
                        </a:cubicBezTo>
                        <a:cubicBezTo>
                          <a:pt x="24748" y="67620"/>
                          <a:pt x="17046" y="58617"/>
                          <a:pt x="17046" y="45421"/>
                        </a:cubicBezTo>
                        <a:lnTo>
                          <a:pt x="17046" y="102"/>
                        </a:lnTo>
                        <a:cubicBezTo>
                          <a:pt x="17046" y="0"/>
                          <a:pt x="16944" y="0"/>
                          <a:pt x="16944" y="0"/>
                        </a:cubicBezTo>
                        <a:lnTo>
                          <a:pt x="103" y="0"/>
                        </a:lnTo>
                        <a:cubicBezTo>
                          <a:pt x="0" y="0"/>
                          <a:pt x="0" y="102"/>
                          <a:pt x="0" y="102"/>
                        </a:cubicBezTo>
                        <a:lnTo>
                          <a:pt x="0" y="48797"/>
                        </a:lnTo>
                        <a:cubicBezTo>
                          <a:pt x="0" y="69256"/>
                          <a:pt x="12939" y="83271"/>
                          <a:pt x="32655" y="83271"/>
                        </a:cubicBezTo>
                        <a:cubicBezTo>
                          <a:pt x="44464" y="83271"/>
                          <a:pt x="53912" y="78975"/>
                          <a:pt x="60484" y="71302"/>
                        </a:cubicBezTo>
                        <a:cubicBezTo>
                          <a:pt x="60586" y="71200"/>
                          <a:pt x="60689" y="71302"/>
                          <a:pt x="60689" y="71405"/>
                        </a:cubicBezTo>
                        <a:lnTo>
                          <a:pt x="60689" y="80816"/>
                        </a:lnTo>
                        <a:cubicBezTo>
                          <a:pt x="60689" y="80919"/>
                          <a:pt x="60792" y="80919"/>
                          <a:pt x="60792" y="80919"/>
                        </a:cubicBezTo>
                        <a:lnTo>
                          <a:pt x="77530" y="80919"/>
                        </a:lnTo>
                        <a:cubicBezTo>
                          <a:pt x="77633" y="80919"/>
                          <a:pt x="77633" y="80816"/>
                          <a:pt x="77633" y="80816"/>
                        </a:cubicBezTo>
                        <a:lnTo>
                          <a:pt x="77633" y="0"/>
                        </a:lnTo>
                        <a:cubicBezTo>
                          <a:pt x="77735" y="102"/>
                          <a:pt x="77633" y="0"/>
                          <a:pt x="77530" y="0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8" name="Freeform 48">
                    <a:extLst>
                      <a:ext uri="{FF2B5EF4-FFF2-40B4-BE49-F238E27FC236}">
                        <a16:creationId xmlns:a16="http://schemas.microsoft.com/office/drawing/2014/main" id="{75FE1AD8-8FE8-A9CA-307B-8FF7EF242D47}"/>
                      </a:ext>
                    </a:extLst>
                  </p:cNvPr>
                  <p:cNvSpPr/>
                  <p:nvPr/>
                </p:nvSpPr>
                <p:spPr>
                  <a:xfrm>
                    <a:off x="2750896" y="6292399"/>
                    <a:ext cx="40664" cy="121327"/>
                  </a:xfrm>
                  <a:custGeom>
                    <a:avLst/>
                    <a:gdLst>
                      <a:gd name="connsiteX0" fmla="*/ 37173 w 40664"/>
                      <a:gd name="connsiteY0" fmla="*/ 102913 h 121327"/>
                      <a:gd name="connsiteX1" fmla="*/ 27521 w 40664"/>
                      <a:gd name="connsiteY1" fmla="*/ 105266 h 121327"/>
                      <a:gd name="connsiteX2" fmla="*/ 17046 w 40664"/>
                      <a:gd name="connsiteY2" fmla="*/ 95752 h 121327"/>
                      <a:gd name="connsiteX3" fmla="*/ 17046 w 40664"/>
                      <a:gd name="connsiteY3" fmla="*/ 102 h 121327"/>
                      <a:gd name="connsiteX4" fmla="*/ 16944 w 40664"/>
                      <a:gd name="connsiteY4" fmla="*/ 0 h 121327"/>
                      <a:gd name="connsiteX5" fmla="*/ 103 w 40664"/>
                      <a:gd name="connsiteY5" fmla="*/ 0 h 121327"/>
                      <a:gd name="connsiteX6" fmla="*/ 0 w 40664"/>
                      <a:gd name="connsiteY6" fmla="*/ 102 h 121327"/>
                      <a:gd name="connsiteX7" fmla="*/ 0 w 40664"/>
                      <a:gd name="connsiteY7" fmla="*/ 96468 h 121327"/>
                      <a:gd name="connsiteX8" fmla="*/ 24953 w 40664"/>
                      <a:gd name="connsiteY8" fmla="*/ 121327 h 121327"/>
                      <a:gd name="connsiteX9" fmla="*/ 40562 w 40664"/>
                      <a:gd name="connsiteY9" fmla="*/ 117132 h 121327"/>
                      <a:gd name="connsiteX10" fmla="*/ 40665 w 40664"/>
                      <a:gd name="connsiteY10" fmla="*/ 116928 h 121327"/>
                      <a:gd name="connsiteX11" fmla="*/ 37481 w 40664"/>
                      <a:gd name="connsiteY11" fmla="*/ 103015 h 121327"/>
                      <a:gd name="connsiteX12" fmla="*/ 37173 w 40664"/>
                      <a:gd name="connsiteY12" fmla="*/ 102913 h 1213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0664" h="121327">
                        <a:moveTo>
                          <a:pt x="37173" y="102913"/>
                        </a:moveTo>
                        <a:cubicBezTo>
                          <a:pt x="33887" y="104345"/>
                          <a:pt x="30191" y="105266"/>
                          <a:pt x="27521" y="105266"/>
                        </a:cubicBezTo>
                        <a:cubicBezTo>
                          <a:pt x="21257" y="105266"/>
                          <a:pt x="17046" y="101378"/>
                          <a:pt x="17046" y="95752"/>
                        </a:cubicBezTo>
                        <a:lnTo>
                          <a:pt x="17046" y="102"/>
                        </a:lnTo>
                        <a:cubicBezTo>
                          <a:pt x="17046" y="0"/>
                          <a:pt x="16944" y="0"/>
                          <a:pt x="16944" y="0"/>
                        </a:cubicBezTo>
                        <a:lnTo>
                          <a:pt x="103" y="0"/>
                        </a:lnTo>
                        <a:cubicBezTo>
                          <a:pt x="0" y="0"/>
                          <a:pt x="0" y="102"/>
                          <a:pt x="0" y="102"/>
                        </a:cubicBezTo>
                        <a:lnTo>
                          <a:pt x="0" y="96468"/>
                        </a:lnTo>
                        <a:cubicBezTo>
                          <a:pt x="0" y="110176"/>
                          <a:pt x="11193" y="121429"/>
                          <a:pt x="24953" y="121327"/>
                        </a:cubicBezTo>
                        <a:cubicBezTo>
                          <a:pt x="32039" y="121224"/>
                          <a:pt x="36352" y="119383"/>
                          <a:pt x="40562" y="117132"/>
                        </a:cubicBezTo>
                        <a:cubicBezTo>
                          <a:pt x="40665" y="117132"/>
                          <a:pt x="40665" y="117030"/>
                          <a:pt x="40665" y="116928"/>
                        </a:cubicBezTo>
                        <a:lnTo>
                          <a:pt x="37481" y="103015"/>
                        </a:lnTo>
                        <a:cubicBezTo>
                          <a:pt x="37379" y="102913"/>
                          <a:pt x="37276" y="102913"/>
                          <a:pt x="37173" y="102913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9" name="Freeform 49">
                    <a:extLst>
                      <a:ext uri="{FF2B5EF4-FFF2-40B4-BE49-F238E27FC236}">
                        <a16:creationId xmlns:a16="http://schemas.microsoft.com/office/drawing/2014/main" id="{ABFE3887-32C0-C0BA-2479-42F87DFC2D9D}"/>
                      </a:ext>
                    </a:extLst>
                  </p:cNvPr>
                  <p:cNvSpPr/>
                  <p:nvPr/>
                </p:nvSpPr>
                <p:spPr>
                  <a:xfrm>
                    <a:off x="2783756" y="6305186"/>
                    <a:ext cx="66953" cy="108334"/>
                  </a:xfrm>
                  <a:custGeom>
                    <a:avLst/>
                    <a:gdLst>
                      <a:gd name="connsiteX0" fmla="*/ 61716 w 66953"/>
                      <a:gd name="connsiteY0" fmla="*/ 88284 h 108334"/>
                      <a:gd name="connsiteX1" fmla="*/ 61511 w 66953"/>
                      <a:gd name="connsiteY1" fmla="*/ 88182 h 108334"/>
                      <a:gd name="connsiteX2" fmla="*/ 47853 w 66953"/>
                      <a:gd name="connsiteY2" fmla="*/ 92478 h 108334"/>
                      <a:gd name="connsiteX3" fmla="*/ 34401 w 66953"/>
                      <a:gd name="connsiteY3" fmla="*/ 77440 h 108334"/>
                      <a:gd name="connsiteX4" fmla="*/ 34401 w 66953"/>
                      <a:gd name="connsiteY4" fmla="*/ 39385 h 108334"/>
                      <a:gd name="connsiteX5" fmla="*/ 34503 w 66953"/>
                      <a:gd name="connsiteY5" fmla="*/ 39283 h 108334"/>
                      <a:gd name="connsiteX6" fmla="*/ 62127 w 66953"/>
                      <a:gd name="connsiteY6" fmla="*/ 39283 h 108334"/>
                      <a:gd name="connsiteX7" fmla="*/ 62229 w 66953"/>
                      <a:gd name="connsiteY7" fmla="*/ 39181 h 108334"/>
                      <a:gd name="connsiteX8" fmla="*/ 62229 w 66953"/>
                      <a:gd name="connsiteY8" fmla="*/ 25268 h 108334"/>
                      <a:gd name="connsiteX9" fmla="*/ 62127 w 66953"/>
                      <a:gd name="connsiteY9" fmla="*/ 25166 h 108334"/>
                      <a:gd name="connsiteX10" fmla="*/ 34503 w 66953"/>
                      <a:gd name="connsiteY10" fmla="*/ 25166 h 108334"/>
                      <a:gd name="connsiteX11" fmla="*/ 34401 w 66953"/>
                      <a:gd name="connsiteY11" fmla="*/ 25063 h 108334"/>
                      <a:gd name="connsiteX12" fmla="*/ 34401 w 66953"/>
                      <a:gd name="connsiteY12" fmla="*/ 102 h 108334"/>
                      <a:gd name="connsiteX13" fmla="*/ 34298 w 66953"/>
                      <a:gd name="connsiteY13" fmla="*/ 0 h 108334"/>
                      <a:gd name="connsiteX14" fmla="*/ 17560 w 66953"/>
                      <a:gd name="connsiteY14" fmla="*/ 0 h 108334"/>
                      <a:gd name="connsiteX15" fmla="*/ 17457 w 66953"/>
                      <a:gd name="connsiteY15" fmla="*/ 102 h 108334"/>
                      <a:gd name="connsiteX16" fmla="*/ 17457 w 66953"/>
                      <a:gd name="connsiteY16" fmla="*/ 24961 h 108334"/>
                      <a:gd name="connsiteX17" fmla="*/ 17354 w 66953"/>
                      <a:gd name="connsiteY17" fmla="*/ 25063 h 108334"/>
                      <a:gd name="connsiteX18" fmla="*/ 103 w 66953"/>
                      <a:gd name="connsiteY18" fmla="*/ 25063 h 108334"/>
                      <a:gd name="connsiteX19" fmla="*/ 0 w 66953"/>
                      <a:gd name="connsiteY19" fmla="*/ 25166 h 108334"/>
                      <a:gd name="connsiteX20" fmla="*/ 0 w 66953"/>
                      <a:gd name="connsiteY20" fmla="*/ 38976 h 108334"/>
                      <a:gd name="connsiteX21" fmla="*/ 103 w 66953"/>
                      <a:gd name="connsiteY21" fmla="*/ 39078 h 108334"/>
                      <a:gd name="connsiteX22" fmla="*/ 17354 w 66953"/>
                      <a:gd name="connsiteY22" fmla="*/ 39078 h 108334"/>
                      <a:gd name="connsiteX23" fmla="*/ 17457 w 66953"/>
                      <a:gd name="connsiteY23" fmla="*/ 39181 h 108334"/>
                      <a:gd name="connsiteX24" fmla="*/ 17457 w 66953"/>
                      <a:gd name="connsiteY24" fmla="*/ 78463 h 108334"/>
                      <a:gd name="connsiteX25" fmla="*/ 46826 w 66953"/>
                      <a:gd name="connsiteY25" fmla="*/ 108335 h 108334"/>
                      <a:gd name="connsiteX26" fmla="*/ 66850 w 66953"/>
                      <a:gd name="connsiteY26" fmla="*/ 102197 h 108334"/>
                      <a:gd name="connsiteX27" fmla="*/ 66953 w 66953"/>
                      <a:gd name="connsiteY27" fmla="*/ 101992 h 108334"/>
                      <a:gd name="connsiteX28" fmla="*/ 61716 w 66953"/>
                      <a:gd name="connsiteY28" fmla="*/ 88284 h 1083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66953" h="108334">
                        <a:moveTo>
                          <a:pt x="61716" y="88284"/>
                        </a:moveTo>
                        <a:cubicBezTo>
                          <a:pt x="61716" y="88182"/>
                          <a:pt x="61613" y="88182"/>
                          <a:pt x="61511" y="88182"/>
                        </a:cubicBezTo>
                        <a:cubicBezTo>
                          <a:pt x="57300" y="90944"/>
                          <a:pt x="52063" y="92478"/>
                          <a:pt x="47853" y="92478"/>
                        </a:cubicBezTo>
                        <a:cubicBezTo>
                          <a:pt x="39843" y="92478"/>
                          <a:pt x="34401" y="87568"/>
                          <a:pt x="34401" y="77440"/>
                        </a:cubicBezTo>
                        <a:lnTo>
                          <a:pt x="34401" y="39385"/>
                        </a:lnTo>
                        <a:cubicBezTo>
                          <a:pt x="34401" y="39283"/>
                          <a:pt x="34503" y="39283"/>
                          <a:pt x="34503" y="39283"/>
                        </a:cubicBezTo>
                        <a:lnTo>
                          <a:pt x="62127" y="39283"/>
                        </a:lnTo>
                        <a:cubicBezTo>
                          <a:pt x="62229" y="39283"/>
                          <a:pt x="62229" y="39181"/>
                          <a:pt x="62229" y="39181"/>
                        </a:cubicBezTo>
                        <a:lnTo>
                          <a:pt x="62229" y="25268"/>
                        </a:lnTo>
                        <a:cubicBezTo>
                          <a:pt x="62229" y="25166"/>
                          <a:pt x="62127" y="25166"/>
                          <a:pt x="62127" y="25166"/>
                        </a:cubicBezTo>
                        <a:lnTo>
                          <a:pt x="34503" y="25166"/>
                        </a:lnTo>
                        <a:cubicBezTo>
                          <a:pt x="34401" y="25166"/>
                          <a:pt x="34401" y="25063"/>
                          <a:pt x="34401" y="25063"/>
                        </a:cubicBezTo>
                        <a:lnTo>
                          <a:pt x="34401" y="102"/>
                        </a:lnTo>
                        <a:cubicBezTo>
                          <a:pt x="34401" y="0"/>
                          <a:pt x="34298" y="0"/>
                          <a:pt x="34298" y="0"/>
                        </a:cubicBezTo>
                        <a:lnTo>
                          <a:pt x="17560" y="0"/>
                        </a:lnTo>
                        <a:cubicBezTo>
                          <a:pt x="17457" y="0"/>
                          <a:pt x="17457" y="102"/>
                          <a:pt x="17457" y="102"/>
                        </a:cubicBezTo>
                        <a:lnTo>
                          <a:pt x="17457" y="24961"/>
                        </a:lnTo>
                        <a:cubicBezTo>
                          <a:pt x="17457" y="25063"/>
                          <a:pt x="17354" y="25063"/>
                          <a:pt x="17354" y="25063"/>
                        </a:cubicBezTo>
                        <a:lnTo>
                          <a:pt x="103" y="25063"/>
                        </a:lnTo>
                        <a:cubicBezTo>
                          <a:pt x="0" y="25063"/>
                          <a:pt x="0" y="25166"/>
                          <a:pt x="0" y="25166"/>
                        </a:cubicBezTo>
                        <a:lnTo>
                          <a:pt x="0" y="38976"/>
                        </a:lnTo>
                        <a:cubicBezTo>
                          <a:pt x="0" y="39078"/>
                          <a:pt x="103" y="39078"/>
                          <a:pt x="103" y="39078"/>
                        </a:cubicBezTo>
                        <a:lnTo>
                          <a:pt x="17354" y="39078"/>
                        </a:lnTo>
                        <a:cubicBezTo>
                          <a:pt x="17457" y="39078"/>
                          <a:pt x="17457" y="39181"/>
                          <a:pt x="17457" y="39181"/>
                        </a:cubicBezTo>
                        <a:lnTo>
                          <a:pt x="17457" y="78463"/>
                        </a:lnTo>
                        <a:cubicBezTo>
                          <a:pt x="17457" y="98616"/>
                          <a:pt x="29266" y="108335"/>
                          <a:pt x="46826" y="108335"/>
                        </a:cubicBezTo>
                        <a:cubicBezTo>
                          <a:pt x="53706" y="108335"/>
                          <a:pt x="59251" y="106698"/>
                          <a:pt x="66850" y="102197"/>
                        </a:cubicBezTo>
                        <a:cubicBezTo>
                          <a:pt x="66953" y="102197"/>
                          <a:pt x="66953" y="102094"/>
                          <a:pt x="66953" y="101992"/>
                        </a:cubicBezTo>
                        <a:lnTo>
                          <a:pt x="61716" y="88284"/>
                        </a:ln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61" name="Freeform 41">
                  <a:extLst>
                    <a:ext uri="{FF2B5EF4-FFF2-40B4-BE49-F238E27FC236}">
                      <a16:creationId xmlns:a16="http://schemas.microsoft.com/office/drawing/2014/main" id="{54F9803A-14A0-DAE5-6FAF-72D502E2005B}"/>
                    </a:ext>
                  </a:extLst>
                </p:cNvPr>
                <p:cNvSpPr/>
                <p:nvPr/>
              </p:nvSpPr>
              <p:spPr>
                <a:xfrm>
                  <a:off x="2840954" y="6291887"/>
                  <a:ext cx="23105" cy="22608"/>
                </a:xfrm>
                <a:custGeom>
                  <a:avLst/>
                  <a:gdLst>
                    <a:gd name="connsiteX0" fmla="*/ 23105 w 23105"/>
                    <a:gd name="connsiteY0" fmla="*/ 11253 h 22608"/>
                    <a:gd name="connsiteX1" fmla="*/ 11604 w 23105"/>
                    <a:gd name="connsiteY1" fmla="*/ 22608 h 22608"/>
                    <a:gd name="connsiteX2" fmla="*/ 0 w 23105"/>
                    <a:gd name="connsiteY2" fmla="*/ 11253 h 22608"/>
                    <a:gd name="connsiteX3" fmla="*/ 11604 w 23105"/>
                    <a:gd name="connsiteY3" fmla="*/ 0 h 22608"/>
                    <a:gd name="connsiteX4" fmla="*/ 23105 w 23105"/>
                    <a:gd name="connsiteY4" fmla="*/ 11253 h 22608"/>
                    <a:gd name="connsiteX5" fmla="*/ 2875 w 23105"/>
                    <a:gd name="connsiteY5" fmla="*/ 11253 h 22608"/>
                    <a:gd name="connsiteX6" fmla="*/ 11707 w 23105"/>
                    <a:gd name="connsiteY6" fmla="*/ 20255 h 22608"/>
                    <a:gd name="connsiteX7" fmla="*/ 20230 w 23105"/>
                    <a:gd name="connsiteY7" fmla="*/ 11355 h 22608"/>
                    <a:gd name="connsiteX8" fmla="*/ 11604 w 23105"/>
                    <a:gd name="connsiteY8" fmla="*/ 2353 h 22608"/>
                    <a:gd name="connsiteX9" fmla="*/ 2875 w 23105"/>
                    <a:gd name="connsiteY9" fmla="*/ 11253 h 22608"/>
                    <a:gd name="connsiteX10" fmla="*/ 9755 w 23105"/>
                    <a:gd name="connsiteY10" fmla="*/ 17084 h 22608"/>
                    <a:gd name="connsiteX11" fmla="*/ 7188 w 23105"/>
                    <a:gd name="connsiteY11" fmla="*/ 17084 h 22608"/>
                    <a:gd name="connsiteX12" fmla="*/ 7188 w 23105"/>
                    <a:gd name="connsiteY12" fmla="*/ 5831 h 22608"/>
                    <a:gd name="connsiteX13" fmla="*/ 11501 w 23105"/>
                    <a:gd name="connsiteY13" fmla="*/ 5524 h 22608"/>
                    <a:gd name="connsiteX14" fmla="*/ 15403 w 23105"/>
                    <a:gd name="connsiteY14" fmla="*/ 6343 h 22608"/>
                    <a:gd name="connsiteX15" fmla="*/ 16533 w 23105"/>
                    <a:gd name="connsiteY15" fmla="*/ 8798 h 22608"/>
                    <a:gd name="connsiteX16" fmla="*/ 14171 w 23105"/>
                    <a:gd name="connsiteY16" fmla="*/ 11355 h 22608"/>
                    <a:gd name="connsiteX17" fmla="*/ 14171 w 23105"/>
                    <a:gd name="connsiteY17" fmla="*/ 11457 h 22608"/>
                    <a:gd name="connsiteX18" fmla="*/ 16225 w 23105"/>
                    <a:gd name="connsiteY18" fmla="*/ 14220 h 22608"/>
                    <a:gd name="connsiteX19" fmla="*/ 17046 w 23105"/>
                    <a:gd name="connsiteY19" fmla="*/ 16982 h 22608"/>
                    <a:gd name="connsiteX20" fmla="*/ 14274 w 23105"/>
                    <a:gd name="connsiteY20" fmla="*/ 16982 h 22608"/>
                    <a:gd name="connsiteX21" fmla="*/ 13350 w 23105"/>
                    <a:gd name="connsiteY21" fmla="*/ 14220 h 22608"/>
                    <a:gd name="connsiteX22" fmla="*/ 10988 w 23105"/>
                    <a:gd name="connsiteY22" fmla="*/ 12480 h 22608"/>
                    <a:gd name="connsiteX23" fmla="*/ 9755 w 23105"/>
                    <a:gd name="connsiteY23" fmla="*/ 12480 h 22608"/>
                    <a:gd name="connsiteX24" fmla="*/ 9755 w 23105"/>
                    <a:gd name="connsiteY24" fmla="*/ 17084 h 22608"/>
                    <a:gd name="connsiteX25" fmla="*/ 9858 w 23105"/>
                    <a:gd name="connsiteY25" fmla="*/ 10741 h 22608"/>
                    <a:gd name="connsiteX26" fmla="*/ 11090 w 23105"/>
                    <a:gd name="connsiteY26" fmla="*/ 10741 h 22608"/>
                    <a:gd name="connsiteX27" fmla="*/ 13658 w 23105"/>
                    <a:gd name="connsiteY27" fmla="*/ 9105 h 22608"/>
                    <a:gd name="connsiteX28" fmla="*/ 11296 w 23105"/>
                    <a:gd name="connsiteY28" fmla="*/ 7366 h 22608"/>
                    <a:gd name="connsiteX29" fmla="*/ 9858 w 23105"/>
                    <a:gd name="connsiteY29" fmla="*/ 7468 h 22608"/>
                    <a:gd name="connsiteX30" fmla="*/ 9858 w 23105"/>
                    <a:gd name="connsiteY30" fmla="*/ 10741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3105" h="22608">
                      <a:moveTo>
                        <a:pt x="23105" y="11253"/>
                      </a:moveTo>
                      <a:cubicBezTo>
                        <a:pt x="23105" y="17595"/>
                        <a:pt x="18073" y="22608"/>
                        <a:pt x="11604" y="22608"/>
                      </a:cubicBezTo>
                      <a:cubicBezTo>
                        <a:pt x="5134" y="22608"/>
                        <a:pt x="0" y="17595"/>
                        <a:pt x="0" y="11253"/>
                      </a:cubicBezTo>
                      <a:cubicBezTo>
                        <a:pt x="0" y="5013"/>
                        <a:pt x="5134" y="0"/>
                        <a:pt x="11604" y="0"/>
                      </a:cubicBezTo>
                      <a:cubicBezTo>
                        <a:pt x="18073" y="0"/>
                        <a:pt x="23105" y="5013"/>
                        <a:pt x="23105" y="11253"/>
                      </a:cubicBezTo>
                      <a:close/>
                      <a:moveTo>
                        <a:pt x="2875" y="11253"/>
                      </a:moveTo>
                      <a:cubicBezTo>
                        <a:pt x="2875" y="16266"/>
                        <a:pt x="6572" y="20255"/>
                        <a:pt x="11707" y="20255"/>
                      </a:cubicBezTo>
                      <a:cubicBezTo>
                        <a:pt x="16636" y="20255"/>
                        <a:pt x="20230" y="16266"/>
                        <a:pt x="20230" y="11355"/>
                      </a:cubicBezTo>
                      <a:cubicBezTo>
                        <a:pt x="20230" y="6343"/>
                        <a:pt x="16636" y="2353"/>
                        <a:pt x="11604" y="2353"/>
                      </a:cubicBezTo>
                      <a:cubicBezTo>
                        <a:pt x="6572" y="2251"/>
                        <a:pt x="2875" y="6343"/>
                        <a:pt x="2875" y="11253"/>
                      </a:cubicBezTo>
                      <a:close/>
                      <a:moveTo>
                        <a:pt x="9755" y="17084"/>
                      </a:moveTo>
                      <a:lnTo>
                        <a:pt x="7188" y="17084"/>
                      </a:lnTo>
                      <a:lnTo>
                        <a:pt x="7188" y="5831"/>
                      </a:lnTo>
                      <a:cubicBezTo>
                        <a:pt x="8215" y="5626"/>
                        <a:pt x="9653" y="5524"/>
                        <a:pt x="11501" y="5524"/>
                      </a:cubicBezTo>
                      <a:cubicBezTo>
                        <a:pt x="13658" y="5524"/>
                        <a:pt x="14582" y="5831"/>
                        <a:pt x="15403" y="6343"/>
                      </a:cubicBezTo>
                      <a:cubicBezTo>
                        <a:pt x="16019" y="6854"/>
                        <a:pt x="16533" y="7672"/>
                        <a:pt x="16533" y="8798"/>
                      </a:cubicBezTo>
                      <a:cubicBezTo>
                        <a:pt x="16533" y="10025"/>
                        <a:pt x="15609" y="10946"/>
                        <a:pt x="14171" y="11355"/>
                      </a:cubicBezTo>
                      <a:lnTo>
                        <a:pt x="14171" y="11457"/>
                      </a:lnTo>
                      <a:cubicBezTo>
                        <a:pt x="15301" y="11867"/>
                        <a:pt x="15917" y="12685"/>
                        <a:pt x="16225" y="14220"/>
                      </a:cubicBezTo>
                      <a:cubicBezTo>
                        <a:pt x="16533" y="15959"/>
                        <a:pt x="16738" y="16572"/>
                        <a:pt x="17046" y="16982"/>
                      </a:cubicBezTo>
                      <a:lnTo>
                        <a:pt x="14274" y="16982"/>
                      </a:lnTo>
                      <a:cubicBezTo>
                        <a:pt x="13966" y="16572"/>
                        <a:pt x="13760" y="15549"/>
                        <a:pt x="13350" y="14220"/>
                      </a:cubicBezTo>
                      <a:cubicBezTo>
                        <a:pt x="13144" y="12992"/>
                        <a:pt x="12425" y="12480"/>
                        <a:pt x="10988" y="12480"/>
                      </a:cubicBezTo>
                      <a:lnTo>
                        <a:pt x="9755" y="12480"/>
                      </a:lnTo>
                      <a:lnTo>
                        <a:pt x="9755" y="17084"/>
                      </a:lnTo>
                      <a:close/>
                      <a:moveTo>
                        <a:pt x="9858" y="10741"/>
                      </a:moveTo>
                      <a:lnTo>
                        <a:pt x="11090" y="10741"/>
                      </a:lnTo>
                      <a:cubicBezTo>
                        <a:pt x="12528" y="10741"/>
                        <a:pt x="13658" y="10230"/>
                        <a:pt x="13658" y="9105"/>
                      </a:cubicBezTo>
                      <a:cubicBezTo>
                        <a:pt x="13658" y="8082"/>
                        <a:pt x="12939" y="7366"/>
                        <a:pt x="11296" y="7366"/>
                      </a:cubicBezTo>
                      <a:cubicBezTo>
                        <a:pt x="10577" y="7366"/>
                        <a:pt x="10166" y="7468"/>
                        <a:pt x="9858" y="7468"/>
                      </a:cubicBezTo>
                      <a:lnTo>
                        <a:pt x="9858" y="10741"/>
                      </a:lnTo>
                      <a:close/>
                    </a:path>
                  </a:pathLst>
                </a:custGeom>
                <a:grpFill/>
                <a:ln w="10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Arial" panose="020B06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8361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59;g28b48f0dcfc_0_664">
            <a:extLst>
              <a:ext uri="{FF2B5EF4-FFF2-40B4-BE49-F238E27FC236}">
                <a16:creationId xmlns:a16="http://schemas.microsoft.com/office/drawing/2014/main" id="{E28BA626-FB0B-4CEF-BB8E-40371E3757FE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-1755"/>
            <a:ext cx="12192000" cy="6860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1C8C20-39C6-40F8-0EDE-700297182B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2313" y="2276086"/>
            <a:ext cx="9144000" cy="2387600"/>
          </a:xfrm>
        </p:spPr>
        <p:txBody>
          <a:bodyPr lIns="0" tIns="0" rIns="0" bIns="0" anchor="b">
            <a:normAutofit/>
          </a:bodyPr>
          <a:lstStyle>
            <a:lvl1pPr algn="l"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You Can Place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5BA2A-ACF2-1151-DF65-61EE7715C5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2313" y="4950775"/>
            <a:ext cx="9144000" cy="27699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SUBHEAD GOES HERE IN ALL CAPS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4066AAE-6505-7C38-074A-2512C639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2313" y="5786144"/>
            <a:ext cx="5744066" cy="255775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74E088D-3365-D43A-38D0-289DFE26A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313" y="6080728"/>
            <a:ext cx="5744066" cy="255775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6D0105D-59AC-733F-92BE-8ECFED6CBB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617" y="6375312"/>
            <a:ext cx="5744066" cy="255775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Year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13DBE5F0-E146-DB95-1FAC-3AC523A6A0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596" y="280043"/>
            <a:ext cx="2419870" cy="461975"/>
          </a:xfrm>
          <a:prstGeom prst="rect">
            <a:avLst/>
          </a:prstGeom>
        </p:spPr>
      </p:pic>
      <p:sp>
        <p:nvSpPr>
          <p:cNvPr id="24" name="Footer Placeholder 13">
            <a:extLst>
              <a:ext uri="{FF2B5EF4-FFF2-40B4-BE49-F238E27FC236}">
                <a16:creationId xmlns:a16="http://schemas.microsoft.com/office/drawing/2014/main" id="{EA5F3BDF-1D51-7CE2-8A5D-EF009F8A58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172700" y="6364123"/>
            <a:ext cx="1123950" cy="2833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</p:spTree>
    <p:extLst>
      <p:ext uri="{BB962C8B-B14F-4D97-AF65-F5344CB8AC3E}">
        <p14:creationId xmlns:p14="http://schemas.microsoft.com/office/powerpoint/2010/main" val="23608412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59;g28b48f0dcfc_0_664">
            <a:extLst>
              <a:ext uri="{FF2B5EF4-FFF2-40B4-BE49-F238E27FC236}">
                <a16:creationId xmlns:a16="http://schemas.microsoft.com/office/drawing/2014/main" id="{0241102F-C65D-237D-3897-1830C846B217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-1755"/>
            <a:ext cx="12192000" cy="6860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1C8C20-39C6-40F8-0EDE-700297182B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2313" y="2276086"/>
            <a:ext cx="9144000" cy="2387600"/>
          </a:xfrm>
        </p:spPr>
        <p:txBody>
          <a:bodyPr lIns="0" tIns="0" rIns="0" bIns="0" anchor="b">
            <a:normAutofit/>
          </a:bodyPr>
          <a:lstStyle>
            <a:lvl1pPr algn="l"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You Can Place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5BA2A-ACF2-1151-DF65-61EE7715C5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2313" y="4950775"/>
            <a:ext cx="9144000" cy="27699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SUBHEAD GOES HERE IN ALL CAPS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4066AAE-6505-7C38-074A-2512C639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2313" y="5786144"/>
            <a:ext cx="5744066" cy="255775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74E088D-3365-D43A-38D0-289DFE26A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313" y="6080728"/>
            <a:ext cx="5744066" cy="255775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6D0105D-59AC-733F-92BE-8ECFED6CBB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617" y="6375312"/>
            <a:ext cx="5744066" cy="255775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Year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13DBE5F0-E146-DB95-1FAC-3AC523A6A0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596" y="280043"/>
            <a:ext cx="2419870" cy="461975"/>
          </a:xfrm>
          <a:prstGeom prst="rect">
            <a:avLst/>
          </a:prstGeom>
        </p:spPr>
      </p:pic>
      <p:sp>
        <p:nvSpPr>
          <p:cNvPr id="24" name="Footer Placeholder 13">
            <a:extLst>
              <a:ext uri="{FF2B5EF4-FFF2-40B4-BE49-F238E27FC236}">
                <a16:creationId xmlns:a16="http://schemas.microsoft.com/office/drawing/2014/main" id="{EA5F3BDF-1D51-7CE2-8A5D-EF009F8A58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172700" y="6364123"/>
            <a:ext cx="1123950" cy="2833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7874742F-3ECB-655A-5BE8-2F52E296457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382023" y="280043"/>
            <a:ext cx="1858169" cy="461975"/>
          </a:xfrm>
        </p:spPr>
        <p:txBody>
          <a:bodyPr anchor="ctr">
            <a:noAutofit/>
          </a:bodyPr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Place logo here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A53853E-DDDB-55B2-0F4C-6C8F340E51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80512" y="389510"/>
            <a:ext cx="249491" cy="24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42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 NOT USE - INSTRUCTION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3F73B-5A7E-8BBE-68A8-9BD49B10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47172" y="6356350"/>
            <a:ext cx="9560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1AB5E-0FD8-E0D0-B848-CE488AFA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32733C-E917-A5A6-1594-5B360FC191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3F741-5B4D-49EC-3B06-5F25CE645285}"/>
              </a:ext>
            </a:extLst>
          </p:cNvPr>
          <p:cNvSpPr txBox="1"/>
          <p:nvPr userDrawn="1"/>
        </p:nvSpPr>
        <p:spPr>
          <a:xfrm>
            <a:off x="415596" y="476250"/>
            <a:ext cx="9315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THIS IS AN INSTRUCTIONAL SLIDE </a:t>
            </a:r>
          </a:p>
          <a:p>
            <a:r>
              <a:rPr lang="en-US" sz="4000" b="1">
                <a:solidFill>
                  <a:schemeClr val="bg1"/>
                </a:solidFill>
              </a:rPr>
              <a:t>DO NOT USE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EBCAE-B9C3-7526-64F5-463C81DE63A2}"/>
              </a:ext>
            </a:extLst>
          </p:cNvPr>
          <p:cNvSpPr txBox="1"/>
          <p:nvPr userDrawn="1"/>
        </p:nvSpPr>
        <p:spPr>
          <a:xfrm>
            <a:off x="329870" y="2451408"/>
            <a:ext cx="1059530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>
                <a:solidFill>
                  <a:schemeClr val="bg1"/>
                </a:solidFill>
              </a:rPr>
              <a:t>Section Header Options</a:t>
            </a:r>
            <a:endParaRPr lang="en-US" sz="115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51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R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67;g28b48f0dcfc_0_672" descr="A pink and blue gradient&#10;&#10;Description automatically generated">
            <a:extLst>
              <a:ext uri="{FF2B5EF4-FFF2-40B4-BE49-F238E27FC236}">
                <a16:creationId xmlns:a16="http://schemas.microsoft.com/office/drawing/2014/main" id="{F59777D4-46E2-C3B6-02EA-DE2CCF3C9DC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1F4C36-045A-36A2-7457-D3BAEFDCB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49" y="1709738"/>
            <a:ext cx="10944553" cy="2746769"/>
          </a:xfrm>
        </p:spPr>
        <p:txBody>
          <a:bodyPr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Divider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8ADD84E-B49E-0281-F8EC-BC9DFF7F7E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850" y="6364123"/>
            <a:ext cx="1484309" cy="283368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CBD2A88-A661-A2CB-B406-CBD0823540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770BF23-23FA-E1F3-7419-39859F30A5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44">
            <a:extLst>
              <a:ext uri="{FF2B5EF4-FFF2-40B4-BE49-F238E27FC236}">
                <a16:creationId xmlns:a16="http://schemas.microsoft.com/office/drawing/2014/main" id="{ADF51213-43D8-C7B7-4EF5-070A44717F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2372" y="6364123"/>
            <a:ext cx="755380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97DF181-6138-1B47-78E4-CBFF387633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49" y="4589463"/>
            <a:ext cx="10944553" cy="1500187"/>
          </a:xfrm>
        </p:spPr>
        <p:txBody>
          <a:bodyPr>
            <a:normAutofit/>
          </a:bodyPr>
          <a:lstStyle>
            <a:lvl1pPr marL="0" indent="0"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goes here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3056576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r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76;g28b48f0dcfc_0_681" descr="A purple and black background&#10;&#10;Description automatically generated">
            <a:extLst>
              <a:ext uri="{FF2B5EF4-FFF2-40B4-BE49-F238E27FC236}">
                <a16:creationId xmlns:a16="http://schemas.microsoft.com/office/drawing/2014/main" id="{06C1BF7B-64E3-04BE-06EC-8AC5C03C460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1F4C36-045A-36A2-7457-D3BAEFDCB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49" y="1709738"/>
            <a:ext cx="10944553" cy="2746769"/>
          </a:xfrm>
        </p:spPr>
        <p:txBody>
          <a:bodyPr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Divider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8ADD84E-B49E-0281-F8EC-BC9DFF7F7E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850" y="6364123"/>
            <a:ext cx="1484309" cy="283368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CBD2A88-A661-A2CB-B406-CBD0823540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770BF23-23FA-E1F3-7419-39859F30A5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44">
            <a:extLst>
              <a:ext uri="{FF2B5EF4-FFF2-40B4-BE49-F238E27FC236}">
                <a16:creationId xmlns:a16="http://schemas.microsoft.com/office/drawing/2014/main" id="{ADF51213-43D8-C7B7-4EF5-070A44717F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2372" y="6364123"/>
            <a:ext cx="755380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F15AA89-7F46-51D0-3E5B-5008F727B7E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49" y="4589463"/>
            <a:ext cx="10944553" cy="1500187"/>
          </a:xfrm>
        </p:spPr>
        <p:txBody>
          <a:bodyPr>
            <a:normAutofit/>
          </a:bodyPr>
          <a:lstStyle>
            <a:lvl1pPr marL="0" indent="0"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goes here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25314382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Midn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85;g28b48f0dcfc_0_690" descr="A blue and white background&#10;&#10;Description automatically generated">
            <a:extLst>
              <a:ext uri="{FF2B5EF4-FFF2-40B4-BE49-F238E27FC236}">
                <a16:creationId xmlns:a16="http://schemas.microsoft.com/office/drawing/2014/main" id="{CE644E04-019F-3661-EEFA-5AEF3FF6FF7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1F4C36-045A-36A2-7457-D3BAEFDCB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49" y="1709738"/>
            <a:ext cx="10944553" cy="2746769"/>
          </a:xfrm>
        </p:spPr>
        <p:txBody>
          <a:bodyPr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Divider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D126F-5210-C31A-1228-0D86784199D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49" y="4589463"/>
            <a:ext cx="10944553" cy="1500187"/>
          </a:xfrm>
        </p:spPr>
        <p:txBody>
          <a:bodyPr>
            <a:normAutofit/>
          </a:bodyPr>
          <a:lstStyle>
            <a:lvl1pPr marL="0" indent="0"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goes here in sentence case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8ADD84E-B49E-0281-F8EC-BC9DFF7F7E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850" y="6364123"/>
            <a:ext cx="1484309" cy="283368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CBD2A88-A661-A2CB-B406-CBD0823540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770BF23-23FA-E1F3-7419-39859F30A5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44">
            <a:extLst>
              <a:ext uri="{FF2B5EF4-FFF2-40B4-BE49-F238E27FC236}">
                <a16:creationId xmlns:a16="http://schemas.microsoft.com/office/drawing/2014/main" id="{ADF51213-43D8-C7B7-4EF5-070A44717F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2372" y="6364123"/>
            <a:ext cx="755380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1261663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 NOT USE - INSTRUCTION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3F73B-5A7E-8BBE-68A8-9BD49B10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47172" y="6356350"/>
            <a:ext cx="9560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1AB5E-0FD8-E0D0-B848-CE488AFA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32733C-E917-A5A6-1594-5B360FC191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3F741-5B4D-49EC-3B06-5F25CE645285}"/>
              </a:ext>
            </a:extLst>
          </p:cNvPr>
          <p:cNvSpPr txBox="1"/>
          <p:nvPr userDrawn="1"/>
        </p:nvSpPr>
        <p:spPr>
          <a:xfrm>
            <a:off x="415596" y="476250"/>
            <a:ext cx="9315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THIS IS AN INSTRUCTIONAL SLIDE </a:t>
            </a:r>
          </a:p>
          <a:p>
            <a:r>
              <a:rPr lang="en-US" sz="4000" b="1">
                <a:solidFill>
                  <a:schemeClr val="bg1"/>
                </a:solidFill>
              </a:rPr>
              <a:t>DO NOT USE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EBCAE-B9C3-7526-64F5-463C81DE63A2}"/>
              </a:ext>
            </a:extLst>
          </p:cNvPr>
          <p:cNvSpPr txBox="1"/>
          <p:nvPr userDrawn="1"/>
        </p:nvSpPr>
        <p:spPr>
          <a:xfrm>
            <a:off x="329870" y="2451408"/>
            <a:ext cx="1059530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>
                <a:solidFill>
                  <a:schemeClr val="bg1"/>
                </a:solidFill>
              </a:rPr>
              <a:t>Agenda</a:t>
            </a:r>
          </a:p>
          <a:p>
            <a:r>
              <a:rPr lang="en-US" sz="11500">
                <a:solidFill>
                  <a:schemeClr val="bg1"/>
                </a:solidFill>
              </a:rPr>
              <a:t>Options</a:t>
            </a:r>
            <a:endParaRPr lang="en-US" sz="115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3778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631;g28b48f0dcfc_0_1980" descr="A purple and blue background&#10;&#10;Description automatically generated">
            <a:extLst>
              <a:ext uri="{FF2B5EF4-FFF2-40B4-BE49-F238E27FC236}">
                <a16:creationId xmlns:a16="http://schemas.microsoft.com/office/drawing/2014/main" id="{DEC1D1C3-9E7C-9845-DD1A-843C6CEE50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-3" y="-2"/>
            <a:ext cx="12192003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8B71A1-569C-9943-CBDD-1B98516E5493}"/>
              </a:ext>
            </a:extLst>
          </p:cNvPr>
          <p:cNvSpPr txBox="1"/>
          <p:nvPr userDrawn="1"/>
        </p:nvSpPr>
        <p:spPr>
          <a:xfrm>
            <a:off x="831849" y="639634"/>
            <a:ext cx="558515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5400" b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12" name="Footer Placeholder 9">
            <a:extLst>
              <a:ext uri="{FF2B5EF4-FFF2-40B4-BE49-F238E27FC236}">
                <a16:creationId xmlns:a16="http://schemas.microsoft.com/office/drawing/2014/main" id="{273CF3B9-0A41-8696-28DE-AE99AC483F7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0172700" y="6364123"/>
            <a:ext cx="1123950" cy="2833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3" name="Slide Number Placeholder 10">
            <a:extLst>
              <a:ext uri="{FF2B5EF4-FFF2-40B4-BE49-F238E27FC236}">
                <a16:creationId xmlns:a16="http://schemas.microsoft.com/office/drawing/2014/main" id="{CB092E08-7E68-F4BA-7564-C072535F790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3176" y="6377920"/>
            <a:ext cx="373227" cy="255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5B7BD9D5-552B-E2D4-DCA7-7CA196A024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1849" y="1738313"/>
            <a:ext cx="755646" cy="392597"/>
          </a:xfrm>
        </p:spPr>
        <p:txBody>
          <a:bodyPr wrap="none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7BF3C378-060A-3C18-4272-536CC910B68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77998" y="1738313"/>
            <a:ext cx="4546599" cy="392597"/>
          </a:xfrm>
        </p:spPr>
        <p:txBody>
          <a:bodyPr lIns="0" tIns="0" rIns="0" bIns="0" anchor="ctr">
            <a:noAutofit/>
          </a:bodyPr>
          <a:lstStyle>
            <a:lvl1pPr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text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641184EE-D899-ADF2-A3DB-D99B0274E9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1849" y="2260395"/>
            <a:ext cx="755646" cy="392597"/>
          </a:xfrm>
        </p:spPr>
        <p:txBody>
          <a:bodyPr wrap="none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890822C-8C34-304E-25FD-3403B32BDEE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777998" y="2260395"/>
            <a:ext cx="4546599" cy="392597"/>
          </a:xfrm>
        </p:spPr>
        <p:txBody>
          <a:bodyPr lIns="0" tIns="0" rIns="0" bIns="0" anchor="ctr">
            <a:noAutofit/>
          </a:bodyPr>
          <a:lstStyle>
            <a:lvl1pPr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text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4CA6076B-31A0-13D7-A312-FE3F9E24026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849" y="2787939"/>
            <a:ext cx="755646" cy="392597"/>
          </a:xfrm>
        </p:spPr>
        <p:txBody>
          <a:bodyPr wrap="none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7B54F0FF-362B-D31C-3C6A-C2DF79027E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777998" y="2787939"/>
            <a:ext cx="4546599" cy="392597"/>
          </a:xfrm>
        </p:spPr>
        <p:txBody>
          <a:bodyPr lIns="0" tIns="0" rIns="0" bIns="0" anchor="ctr">
            <a:noAutofit/>
          </a:bodyPr>
          <a:lstStyle>
            <a:lvl1pPr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text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7C48B80-17D6-1D5B-B0C8-9D94C2CDB1B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849" y="3315483"/>
            <a:ext cx="755646" cy="392597"/>
          </a:xfrm>
        </p:spPr>
        <p:txBody>
          <a:bodyPr wrap="none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DEC57B1F-2111-0449-9EA7-49BC310CDA3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77998" y="3315483"/>
            <a:ext cx="4546599" cy="392597"/>
          </a:xfrm>
        </p:spPr>
        <p:txBody>
          <a:bodyPr lIns="0" tIns="0" rIns="0" bIns="0" anchor="ctr">
            <a:noAutofit/>
          </a:bodyPr>
          <a:lstStyle>
            <a:lvl1pPr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text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C05973CF-BD38-412F-4119-DDA05D462A3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849" y="3843027"/>
            <a:ext cx="755646" cy="392597"/>
          </a:xfrm>
        </p:spPr>
        <p:txBody>
          <a:bodyPr wrap="none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E0414440-DCD0-9624-895A-5074C36DA2B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77998" y="3843027"/>
            <a:ext cx="4546599" cy="392597"/>
          </a:xfrm>
        </p:spPr>
        <p:txBody>
          <a:bodyPr lIns="0" tIns="0" rIns="0" bIns="0" anchor="ctr">
            <a:noAutofit/>
          </a:bodyPr>
          <a:lstStyle>
            <a:lvl1pPr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text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46EA97D9-775F-453F-C01D-03C23863B32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849" y="4370571"/>
            <a:ext cx="755646" cy="392597"/>
          </a:xfrm>
        </p:spPr>
        <p:txBody>
          <a:bodyPr wrap="none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94E1E7E5-500B-BCAF-ABDF-F671ED352BF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777998" y="4370571"/>
            <a:ext cx="4546599" cy="392597"/>
          </a:xfrm>
        </p:spPr>
        <p:txBody>
          <a:bodyPr lIns="0" tIns="0" rIns="0" bIns="0" anchor="ctr">
            <a:noAutofit/>
          </a:bodyPr>
          <a:lstStyle>
            <a:lvl1pPr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text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ADF86D12-1BB6-DE1E-0297-C987B6A6FC3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31849" y="4898115"/>
            <a:ext cx="755646" cy="392597"/>
          </a:xfrm>
        </p:spPr>
        <p:txBody>
          <a:bodyPr wrap="none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AFB78279-8A39-A48C-40E4-F6465E9A43B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777998" y="4898115"/>
            <a:ext cx="4546599" cy="392597"/>
          </a:xfrm>
        </p:spPr>
        <p:txBody>
          <a:bodyPr lIns="0" tIns="0" rIns="0" bIns="0" anchor="ctr">
            <a:noAutofit/>
          </a:bodyPr>
          <a:lstStyle>
            <a:lvl1pPr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text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AEA14A84-6737-E6B6-13FF-03C5E471605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1849" y="5425659"/>
            <a:ext cx="755646" cy="392597"/>
          </a:xfrm>
        </p:spPr>
        <p:txBody>
          <a:bodyPr wrap="none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04CEE2E1-B7FE-7453-16C3-6EC7D513BE3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777998" y="5425659"/>
            <a:ext cx="4546599" cy="392597"/>
          </a:xfrm>
        </p:spPr>
        <p:txBody>
          <a:bodyPr lIns="0" tIns="0" rIns="0" bIns="0" anchor="ctr">
            <a:noAutofit/>
          </a:bodyPr>
          <a:lstStyle>
            <a:lvl1pPr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9E5B382-B0AD-3DD1-5D9D-F28F6E312A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850" y="6364123"/>
            <a:ext cx="1484309" cy="28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626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 NOT USE - INSTRUCTIONA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3F73B-5A7E-8BBE-68A8-9BD49B10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47172" y="6356350"/>
            <a:ext cx="9560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1AB5E-0FD8-E0D0-B848-CE488AFA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32733C-E917-A5A6-1594-5B360FC191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3F741-5B4D-49EC-3B06-5F25CE645285}"/>
              </a:ext>
            </a:extLst>
          </p:cNvPr>
          <p:cNvSpPr txBox="1"/>
          <p:nvPr userDrawn="1"/>
        </p:nvSpPr>
        <p:spPr>
          <a:xfrm>
            <a:off x="415596" y="476250"/>
            <a:ext cx="9315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THIS IS AN INSTRUCTIONAL SLIDE </a:t>
            </a:r>
          </a:p>
          <a:p>
            <a:r>
              <a:rPr lang="en-US" sz="4000" b="1">
                <a:solidFill>
                  <a:schemeClr val="bg1"/>
                </a:solidFill>
              </a:rPr>
              <a:t>DO NOT USE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EBCAE-B9C3-7526-64F5-463C81DE63A2}"/>
              </a:ext>
            </a:extLst>
          </p:cNvPr>
          <p:cNvSpPr txBox="1"/>
          <p:nvPr userDrawn="1"/>
        </p:nvSpPr>
        <p:spPr>
          <a:xfrm>
            <a:off x="329870" y="2451408"/>
            <a:ext cx="1059530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>
                <a:solidFill>
                  <a:schemeClr val="bg1"/>
                </a:solidFill>
              </a:rPr>
              <a:t>Content Slide</a:t>
            </a:r>
          </a:p>
          <a:p>
            <a:r>
              <a:rPr lang="en-US" sz="11500">
                <a:solidFill>
                  <a:schemeClr val="bg1"/>
                </a:solidFill>
              </a:rPr>
              <a:t>Options</a:t>
            </a:r>
            <a:endParaRPr lang="en-US" sz="115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2331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7C0C-9BA2-DCB3-9469-4AF45A124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596" y="1725498"/>
            <a:ext cx="11360808" cy="4494328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C63088-FDF0-049A-9B74-7E475F288E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925" y="1246597"/>
            <a:ext cx="11360478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EE9BBB3-9AF9-06F0-77C0-1C60B3151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Headline</a:t>
            </a:r>
          </a:p>
        </p:txBody>
      </p:sp>
      <p:sp>
        <p:nvSpPr>
          <p:cNvPr id="21" name="Text Placeholder 44">
            <a:extLst>
              <a:ext uri="{FF2B5EF4-FFF2-40B4-BE49-F238E27FC236}">
                <a16:creationId xmlns:a16="http://schemas.microsoft.com/office/drawing/2014/main" id="{D003C8DE-91DB-2332-95D7-E9943CDA1B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pic>
        <p:nvPicPr>
          <p:cNvPr id="4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F6AB0747-69C9-14DD-C3B2-2D95D13EBBC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66911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7C0C-9BA2-DCB3-9469-4AF45A124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596" y="1246597"/>
            <a:ext cx="11360808" cy="4973228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1">
            <a:extLst>
              <a:ext uri="{FF2B5EF4-FFF2-40B4-BE49-F238E27FC236}">
                <a16:creationId xmlns:a16="http://schemas.microsoft.com/office/drawing/2014/main" id="{A22B6922-6B41-44A2-35D7-CB88D0503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Headline</a:t>
            </a:r>
          </a:p>
        </p:txBody>
      </p:sp>
      <p:sp>
        <p:nvSpPr>
          <p:cNvPr id="9" name="Text Placeholder 44">
            <a:extLst>
              <a:ext uri="{FF2B5EF4-FFF2-40B4-BE49-F238E27FC236}">
                <a16:creationId xmlns:a16="http://schemas.microsoft.com/office/drawing/2014/main" id="{58058CD2-07E4-0FEA-D169-014E823558F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pic>
        <p:nvPicPr>
          <p:cNvPr id="4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8C68CBC6-5875-61D8-D010-FC9A5B34711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37872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7C0C-9BA2-DCB3-9469-4AF45A124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596" y="1725497"/>
            <a:ext cx="11360808" cy="4494327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1">
            <a:extLst>
              <a:ext uri="{FF2B5EF4-FFF2-40B4-BE49-F238E27FC236}">
                <a16:creationId xmlns:a16="http://schemas.microsoft.com/office/drawing/2014/main" id="{FA2218AA-4C95-721D-023C-EB98CF992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997196"/>
          </a:xfrm>
        </p:spPr>
        <p:txBody>
          <a:bodyPr anchor="t" anchorCtr="0">
            <a:spAutoFit/>
          </a:bodyPr>
          <a:lstStyle/>
          <a:p>
            <a:r>
              <a:rPr lang="en-US"/>
              <a:t>Click to Insert 2 Line</a:t>
            </a:r>
            <a:br>
              <a:rPr lang="en-US"/>
            </a:br>
            <a:r>
              <a:rPr lang="en-US"/>
              <a:t>Headlines</a:t>
            </a:r>
          </a:p>
        </p:txBody>
      </p:sp>
      <p:sp>
        <p:nvSpPr>
          <p:cNvPr id="7" name="Text Placeholder 44">
            <a:extLst>
              <a:ext uri="{FF2B5EF4-FFF2-40B4-BE49-F238E27FC236}">
                <a16:creationId xmlns:a16="http://schemas.microsoft.com/office/drawing/2014/main" id="{9DF404AA-50B2-2A29-1DCD-3FA83C31ED6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pic>
        <p:nvPicPr>
          <p:cNvPr id="5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97C8FA49-0609-1B49-1777-CAF7D27F204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51830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7C0C-9BA2-DCB3-9469-4AF45A124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596" y="1587063"/>
            <a:ext cx="11360808" cy="4632762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44">
            <a:extLst>
              <a:ext uri="{FF2B5EF4-FFF2-40B4-BE49-F238E27FC236}">
                <a16:creationId xmlns:a16="http://schemas.microsoft.com/office/drawing/2014/main" id="{9DF404AA-50B2-2A29-1DCD-3FA83C31ED6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pic>
        <p:nvPicPr>
          <p:cNvPr id="5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97C8FA49-0609-1B49-1777-CAF7D27F204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D94105EA-9648-E5B1-3897-3AE4E0FC9C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925" y="462505"/>
            <a:ext cx="11360478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2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6" name="Title 11">
            <a:extLst>
              <a:ext uri="{FF2B5EF4-FFF2-40B4-BE49-F238E27FC236}">
                <a16:creationId xmlns:a16="http://schemas.microsoft.com/office/drawing/2014/main" id="{1FEA3F4F-7F78-3A4E-DA85-49EE3AA746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814500"/>
            <a:ext cx="11360808" cy="430887"/>
          </a:xfrm>
        </p:spPr>
        <p:txBody>
          <a:bodyPr anchor="t" anchorCtr="0">
            <a:sp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Headline</a:t>
            </a:r>
          </a:p>
        </p:txBody>
      </p:sp>
    </p:spTree>
    <p:extLst>
      <p:ext uri="{BB962C8B-B14F-4D97-AF65-F5344CB8AC3E}">
        <p14:creationId xmlns:p14="http://schemas.microsoft.com/office/powerpoint/2010/main" val="1988108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No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7C0C-9BA2-DCB3-9469-4AF45A124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596" y="1725498"/>
            <a:ext cx="11360808" cy="449432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C63088-FDF0-049A-9B74-7E475F288E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925" y="1246597"/>
            <a:ext cx="11360478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EE9BBB3-9AF9-06F0-77C0-1C60B3151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/>
          <a:p>
            <a:r>
              <a:rPr lang="en-US"/>
              <a:t>Click to Insert Headline</a:t>
            </a:r>
          </a:p>
        </p:txBody>
      </p:sp>
      <p:sp>
        <p:nvSpPr>
          <p:cNvPr id="2" name="Text Placeholder 44">
            <a:extLst>
              <a:ext uri="{FF2B5EF4-FFF2-40B4-BE49-F238E27FC236}">
                <a16:creationId xmlns:a16="http://schemas.microsoft.com/office/drawing/2014/main" id="{51C34473-A5AF-F29D-8848-1D77C374CE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31833802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EE9BBB3-9AF9-06F0-77C0-1C60B3151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/>
          <a:p>
            <a:r>
              <a:rPr lang="en-US"/>
              <a:t>Click to Insert Headline</a:t>
            </a:r>
          </a:p>
        </p:txBody>
      </p:sp>
      <p:sp>
        <p:nvSpPr>
          <p:cNvPr id="2" name="Text Placeholder 44">
            <a:extLst>
              <a:ext uri="{FF2B5EF4-FFF2-40B4-BE49-F238E27FC236}">
                <a16:creationId xmlns:a16="http://schemas.microsoft.com/office/drawing/2014/main" id="{51C34473-A5AF-F29D-8848-1D77C374CE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39682455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44">
            <a:extLst>
              <a:ext uri="{FF2B5EF4-FFF2-40B4-BE49-F238E27FC236}">
                <a16:creationId xmlns:a16="http://schemas.microsoft.com/office/drawing/2014/main" id="{51C34473-A5AF-F29D-8848-1D77C374CE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11569017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Midnight">
    <p:bg>
      <p:bgPr>
        <a:solidFill>
          <a:srgbClr val="000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9B2DF72-4B5C-355A-A391-AC189370D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596" y="6364123"/>
            <a:ext cx="1484309" cy="28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46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Dark Midnight">
    <p:bg>
      <p:bgPr>
        <a:solidFill>
          <a:srgbClr val="000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47AD68D-6FA7-9C6B-BA92-0FBC7404E7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7717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7AD68D-6FA7-9C6B-BA92-0FBC7404E7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9B2DF72-4B5C-355A-A391-AC189370D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5596" y="6364123"/>
            <a:ext cx="1484309" cy="283368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C010F8A-14B4-8373-66C9-95C2BCF54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596" y="1725498"/>
            <a:ext cx="11360808" cy="4494328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 marL="182880" indent="-182880">
              <a:defRPr>
                <a:solidFill>
                  <a:schemeClr val="bg1"/>
                </a:solidFill>
              </a:defRPr>
            </a:lvl2pPr>
            <a:lvl3pPr marL="365760" indent="-18288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 indent="-18288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B2B99FB-687C-7C5F-2107-4D8132175C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925" y="1246597"/>
            <a:ext cx="11360478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bg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120C9229-A966-CAD2-9A3D-277EF7BF55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53998"/>
          </a:xfrm>
        </p:spPr>
        <p:txBody>
          <a:bodyPr vert="horz" anchor="t" anchorCtr="0">
            <a:sp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Headline</a:t>
            </a:r>
          </a:p>
        </p:txBody>
      </p:sp>
    </p:spTree>
    <p:extLst>
      <p:ext uri="{BB962C8B-B14F-4D97-AF65-F5344CB8AC3E}">
        <p14:creationId xmlns:p14="http://schemas.microsoft.com/office/powerpoint/2010/main" val="2422436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g"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2EFC05A-872C-223B-CAC1-E157181CB9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597" y="6364123"/>
            <a:ext cx="1484309" cy="28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733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7C0C-9BA2-DCB3-9469-4AF45A124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596" y="1246597"/>
            <a:ext cx="5566105" cy="497322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96D45F3-3495-70E2-C6C2-3CEA48C5701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10301" y="1260638"/>
            <a:ext cx="5566105" cy="497322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1">
            <a:extLst>
              <a:ext uri="{FF2B5EF4-FFF2-40B4-BE49-F238E27FC236}">
                <a16:creationId xmlns:a16="http://schemas.microsoft.com/office/drawing/2014/main" id="{E546389F-2B14-82F6-DA6A-5C1047705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/>
          <a:p>
            <a:r>
              <a:rPr lang="en-US"/>
              <a:t>Click to Insert Headline</a:t>
            </a:r>
          </a:p>
        </p:txBody>
      </p:sp>
      <p:sp>
        <p:nvSpPr>
          <p:cNvPr id="8" name="Text Placeholder 44">
            <a:extLst>
              <a:ext uri="{FF2B5EF4-FFF2-40B4-BE49-F238E27FC236}">
                <a16:creationId xmlns:a16="http://schemas.microsoft.com/office/drawing/2014/main" id="{906A0B44-F6A2-5F15-8684-02262E808AE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pic>
        <p:nvPicPr>
          <p:cNvPr id="5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0822524B-B846-A980-5D2A-50223F73BEA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47205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-B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7C0C-9BA2-DCB3-9469-4AF45A124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596" y="1725498"/>
            <a:ext cx="5566105" cy="449432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96D45F3-3495-70E2-C6C2-3CEA48C5701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10301" y="1739539"/>
            <a:ext cx="5566105" cy="449432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BEBCADF-B626-5D49-8579-B4746DFE3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925" y="1246597"/>
            <a:ext cx="5565776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6" name="Title 11">
            <a:extLst>
              <a:ext uri="{FF2B5EF4-FFF2-40B4-BE49-F238E27FC236}">
                <a16:creationId xmlns:a16="http://schemas.microsoft.com/office/drawing/2014/main" id="{E546389F-2B14-82F6-DA6A-5C1047705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/>
          <a:p>
            <a:r>
              <a:rPr lang="en-US"/>
              <a:t>Click to Insert Headline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FDAA86F-4F45-23F1-47B2-F687BBC7D2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0465" y="1246597"/>
            <a:ext cx="5565776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8" name="Text Placeholder 44">
            <a:extLst>
              <a:ext uri="{FF2B5EF4-FFF2-40B4-BE49-F238E27FC236}">
                <a16:creationId xmlns:a16="http://schemas.microsoft.com/office/drawing/2014/main" id="{CC2BD72D-BF6B-C1DF-4485-88B37120940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pic>
        <p:nvPicPr>
          <p:cNvPr id="9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66AE972C-9C31-A45A-DE12-79D0C94DCDD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31728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-B Compariso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7C0C-9BA2-DCB3-9469-4AF45A124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596" y="2731905"/>
            <a:ext cx="5566105" cy="3487921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BEBCADF-B626-5D49-8579-B4746DFE3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925" y="2238963"/>
            <a:ext cx="5565776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6" name="Title 11">
            <a:extLst>
              <a:ext uri="{FF2B5EF4-FFF2-40B4-BE49-F238E27FC236}">
                <a16:creationId xmlns:a16="http://schemas.microsoft.com/office/drawing/2014/main" id="{E546389F-2B14-82F6-DA6A-5C1047705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/>
          <a:p>
            <a:r>
              <a:rPr lang="en-US"/>
              <a:t>Click to Insert Headline</a:t>
            </a:r>
          </a:p>
        </p:txBody>
      </p:sp>
      <p:sp>
        <p:nvSpPr>
          <p:cNvPr id="9" name="Picture Placeholder 33">
            <a:extLst>
              <a:ext uri="{FF2B5EF4-FFF2-40B4-BE49-F238E27FC236}">
                <a16:creationId xmlns:a16="http://schemas.microsoft.com/office/drawing/2014/main" id="{17213EF2-6A1B-A746-AE9A-54E307FFE6F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5596" y="1296134"/>
            <a:ext cx="755650" cy="720000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insert</a:t>
            </a:r>
            <a:br>
              <a:rPr lang="en-US"/>
            </a:br>
            <a:r>
              <a:rPr lang="en-US"/>
              <a:t>picture or icon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A1504F4-984D-6D64-7805-6ED884B5145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210301" y="2731905"/>
            <a:ext cx="5566105" cy="3487921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0FFF63E-FA89-DB7F-EA26-C80D126F82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0630" y="2238962"/>
            <a:ext cx="5565776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19" name="Picture Placeholder 33">
            <a:extLst>
              <a:ext uri="{FF2B5EF4-FFF2-40B4-BE49-F238E27FC236}">
                <a16:creationId xmlns:a16="http://schemas.microsoft.com/office/drawing/2014/main" id="{F1490744-10F3-833E-7EA0-86475F19E04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10301" y="1282306"/>
            <a:ext cx="755650" cy="720000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insert</a:t>
            </a:r>
            <a:br>
              <a:rPr lang="en-US"/>
            </a:br>
            <a:r>
              <a:rPr lang="en-US"/>
              <a:t>picture or icon</a:t>
            </a:r>
          </a:p>
        </p:txBody>
      </p:sp>
      <p:sp>
        <p:nvSpPr>
          <p:cNvPr id="20" name="Text Placeholder 44">
            <a:extLst>
              <a:ext uri="{FF2B5EF4-FFF2-40B4-BE49-F238E27FC236}">
                <a16:creationId xmlns:a16="http://schemas.microsoft.com/office/drawing/2014/main" id="{A78B3715-7573-02F2-7187-BA8DC03F121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pic>
        <p:nvPicPr>
          <p:cNvPr id="4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30C1E983-6B82-DF64-E2BB-CCF9EC5216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53474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-B-C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7C0C-9BA2-DCB3-9469-4AF45A124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596" y="1725498"/>
            <a:ext cx="3633148" cy="449432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96D45F3-3495-70E2-C6C2-3CEA48C5701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277311" y="1725498"/>
            <a:ext cx="3633148" cy="450836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BEBCADF-B626-5D49-8579-B4746DFE3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778" y="1246597"/>
            <a:ext cx="3632933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6" name="Title 11">
            <a:extLst>
              <a:ext uri="{FF2B5EF4-FFF2-40B4-BE49-F238E27FC236}">
                <a16:creationId xmlns:a16="http://schemas.microsoft.com/office/drawing/2014/main" id="{E546389F-2B14-82F6-DA6A-5C1047705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/>
          <a:p>
            <a:r>
              <a:rPr lang="en-US"/>
              <a:t>Click to Insert Headline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FDAA86F-4F45-23F1-47B2-F687BBC7D2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7474" y="1246445"/>
            <a:ext cx="3632933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5574851-A201-0572-7EC6-0DB615B8C704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139007" y="1725498"/>
            <a:ext cx="3633148" cy="450836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972D7D0A-DDCA-A87D-AD6A-EB63472B1B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39170" y="1243650"/>
            <a:ext cx="3632933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21" name="Text Placeholder 44">
            <a:extLst>
              <a:ext uri="{FF2B5EF4-FFF2-40B4-BE49-F238E27FC236}">
                <a16:creationId xmlns:a16="http://schemas.microsoft.com/office/drawing/2014/main" id="{F90D5E41-A03D-CCB2-24E0-C8443E7A4A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pic>
        <p:nvPicPr>
          <p:cNvPr id="8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DC339598-67BC-EC78-93CB-E473BA3A38C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67753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-B-C Compariso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1">
            <a:extLst>
              <a:ext uri="{FF2B5EF4-FFF2-40B4-BE49-F238E27FC236}">
                <a16:creationId xmlns:a16="http://schemas.microsoft.com/office/drawing/2014/main" id="{E546389F-2B14-82F6-DA6A-5C1047705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/>
          <a:p>
            <a:r>
              <a:rPr lang="en-US"/>
              <a:t>Click to Insert Headline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8B08915-FA4F-3FDC-4496-0D5231590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596" y="2731905"/>
            <a:ext cx="3633149" cy="3487921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965F5EC-A6C4-FD31-3FFC-4A925196B1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925" y="2238963"/>
            <a:ext cx="3632934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13" name="Picture Placeholder 33">
            <a:extLst>
              <a:ext uri="{FF2B5EF4-FFF2-40B4-BE49-F238E27FC236}">
                <a16:creationId xmlns:a16="http://schemas.microsoft.com/office/drawing/2014/main" id="{C5260966-98EF-443F-B570-1F4C38F0A48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5596" y="1296134"/>
            <a:ext cx="755650" cy="720000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insert</a:t>
            </a:r>
            <a:br>
              <a:rPr lang="en-US"/>
            </a:br>
            <a:r>
              <a:rPr lang="en-US"/>
              <a:t>picture or icon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7B61D6A-9F37-3629-021F-1BDBC8C59380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77258" y="2731905"/>
            <a:ext cx="3633149" cy="3487921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1C19CE38-BDED-070A-2DBA-45DB5AFE099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7587" y="2238963"/>
            <a:ext cx="3632934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22" name="Picture Placeholder 33">
            <a:extLst>
              <a:ext uri="{FF2B5EF4-FFF2-40B4-BE49-F238E27FC236}">
                <a16:creationId xmlns:a16="http://schemas.microsoft.com/office/drawing/2014/main" id="{33A53472-3113-7029-06BE-0515F82F444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77258" y="1296134"/>
            <a:ext cx="755650" cy="720000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insert</a:t>
            </a:r>
            <a:br>
              <a:rPr lang="en-US"/>
            </a:br>
            <a:r>
              <a:rPr lang="en-US"/>
              <a:t>picture or icon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B5F510BB-39FB-5A31-A479-8E5A9B2092D8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8138564" y="2731905"/>
            <a:ext cx="3633149" cy="3487921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E9EB9BF2-53A8-A78A-9A19-333D2BA7B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38893" y="2238963"/>
            <a:ext cx="3632934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31" name="Picture Placeholder 33">
            <a:extLst>
              <a:ext uri="{FF2B5EF4-FFF2-40B4-BE49-F238E27FC236}">
                <a16:creationId xmlns:a16="http://schemas.microsoft.com/office/drawing/2014/main" id="{0567A6D0-CF4A-8819-2BFA-861F82111FB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38564" y="1296134"/>
            <a:ext cx="755650" cy="720000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insert</a:t>
            </a:r>
            <a:br>
              <a:rPr lang="en-US"/>
            </a:br>
            <a:r>
              <a:rPr lang="en-US"/>
              <a:t>picture or icon</a:t>
            </a:r>
          </a:p>
        </p:txBody>
      </p:sp>
      <p:sp>
        <p:nvSpPr>
          <p:cNvPr id="32" name="Text Placeholder 44">
            <a:extLst>
              <a:ext uri="{FF2B5EF4-FFF2-40B4-BE49-F238E27FC236}">
                <a16:creationId xmlns:a16="http://schemas.microsoft.com/office/drawing/2014/main" id="{5394737C-5854-F36A-9DAC-0116430785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pic>
        <p:nvPicPr>
          <p:cNvPr id="3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69154126-60CD-88F9-9D53-6279D9E6559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42504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Heade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7C0C-9BA2-DCB3-9469-4AF45A124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596" y="3658730"/>
            <a:ext cx="5566105" cy="2575137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96D45F3-3495-70E2-C6C2-3CEA48C5701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10301" y="3658729"/>
            <a:ext cx="5566105" cy="257513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BEBCADF-B626-5D49-8579-B4746DFE3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925" y="3179829"/>
            <a:ext cx="5565776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6" name="Title 11">
            <a:extLst>
              <a:ext uri="{FF2B5EF4-FFF2-40B4-BE49-F238E27FC236}">
                <a16:creationId xmlns:a16="http://schemas.microsoft.com/office/drawing/2014/main" id="{E546389F-2B14-82F6-DA6A-5C1047705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/>
          <a:p>
            <a:r>
              <a:rPr lang="en-US"/>
              <a:t>Click to Insert Headline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FDAA86F-4F45-23F1-47B2-F687BBC7D2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0465" y="3179829"/>
            <a:ext cx="5565776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238A0AF-4391-9D38-056B-99771BCEFCC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15925" y="1296134"/>
            <a:ext cx="5565775" cy="165409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insert content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C13A48E-5842-1575-B832-BF7B26F899E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10300" y="1296134"/>
            <a:ext cx="5565775" cy="165409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insert content</a:t>
            </a:r>
          </a:p>
        </p:txBody>
      </p:sp>
      <p:sp>
        <p:nvSpPr>
          <p:cNvPr id="18" name="Text Placeholder 44">
            <a:extLst>
              <a:ext uri="{FF2B5EF4-FFF2-40B4-BE49-F238E27FC236}">
                <a16:creationId xmlns:a16="http://schemas.microsoft.com/office/drawing/2014/main" id="{98B07A7E-2457-8B02-C997-039740D78F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pic>
        <p:nvPicPr>
          <p:cNvPr id="8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1702B32B-16E1-164D-7CA0-1B9AB3E0379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15291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1">
            <a:extLst>
              <a:ext uri="{FF2B5EF4-FFF2-40B4-BE49-F238E27FC236}">
                <a16:creationId xmlns:a16="http://schemas.microsoft.com/office/drawing/2014/main" id="{E546389F-2B14-82F6-DA6A-5C1047705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4591833" cy="514958"/>
          </a:xfr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4FF6D2-3290-8A26-EBBD-2384236A0A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5596" y="2255838"/>
            <a:ext cx="3529013" cy="2603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D139026-EAAA-2FCA-45F0-B33EBEDB6A5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243513" y="462504"/>
            <a:ext cx="6440487" cy="5633495"/>
          </a:xfrm>
        </p:spPr>
        <p:txBody>
          <a:bodyPr>
            <a:noAutofit/>
          </a:bodyPr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>
                <a:solidFill>
                  <a:schemeClr val="tx2">
                    <a:alpha val="0"/>
                  </a:schemeClr>
                </a:solidFill>
              </a:defRPr>
            </a:lvl2pPr>
            <a:lvl3pPr>
              <a:defRPr>
                <a:solidFill>
                  <a:schemeClr val="tx2">
                    <a:alpha val="0"/>
                  </a:schemeClr>
                </a:solidFill>
              </a:defRPr>
            </a:lvl3pPr>
            <a:lvl4pPr>
              <a:defRPr>
                <a:solidFill>
                  <a:schemeClr val="tx2">
                    <a:alpha val="0"/>
                  </a:schemeClr>
                </a:solidFill>
              </a:defRPr>
            </a:lvl4pPr>
            <a:lvl5pPr>
              <a:defRPr>
                <a:solidFill>
                  <a:schemeClr val="tx2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12" name="Text Placeholder 44">
            <a:extLst>
              <a:ext uri="{FF2B5EF4-FFF2-40B4-BE49-F238E27FC236}">
                <a16:creationId xmlns:a16="http://schemas.microsoft.com/office/drawing/2014/main" id="{5B249229-5627-126E-D820-6C5B93DFC4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pic>
        <p:nvPicPr>
          <p:cNvPr id="3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00C0E08D-F834-1808-EFF6-904E872044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27349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 NOT USE - INSTRUCTION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3F73B-5A7E-8BBE-68A8-9BD49B10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47172" y="6356350"/>
            <a:ext cx="9560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1AB5E-0FD8-E0D0-B848-CE488AFA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32733C-E917-A5A6-1594-5B360FC191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3F741-5B4D-49EC-3B06-5F25CE645285}"/>
              </a:ext>
            </a:extLst>
          </p:cNvPr>
          <p:cNvSpPr txBox="1"/>
          <p:nvPr userDrawn="1"/>
        </p:nvSpPr>
        <p:spPr>
          <a:xfrm>
            <a:off x="415596" y="476250"/>
            <a:ext cx="9315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THIS IS AN INSTRUCTIONAL SLIDE </a:t>
            </a:r>
          </a:p>
          <a:p>
            <a:r>
              <a:rPr lang="en-US" sz="4000" b="1">
                <a:solidFill>
                  <a:schemeClr val="bg1"/>
                </a:solidFill>
              </a:rPr>
              <a:t>DO NOT USE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EBCAE-B9C3-7526-64F5-463C81DE63A2}"/>
              </a:ext>
            </a:extLst>
          </p:cNvPr>
          <p:cNvSpPr txBox="1"/>
          <p:nvPr userDrawn="1"/>
        </p:nvSpPr>
        <p:spPr>
          <a:xfrm>
            <a:off x="329870" y="2451408"/>
            <a:ext cx="1059530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>
                <a:solidFill>
                  <a:schemeClr val="bg1"/>
                </a:solidFill>
              </a:rPr>
              <a:t>Model Slide</a:t>
            </a:r>
          </a:p>
          <a:p>
            <a:r>
              <a:rPr lang="en-US" sz="11500">
                <a:solidFill>
                  <a:schemeClr val="bg1"/>
                </a:solidFill>
              </a:rPr>
              <a:t>Options</a:t>
            </a:r>
            <a:endParaRPr lang="en-US" sz="115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2164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89B1B248-A735-47D1-B4C1-3A68BF1C71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44">
            <a:extLst>
              <a:ext uri="{FF2B5EF4-FFF2-40B4-BE49-F238E27FC236}">
                <a16:creationId xmlns:a16="http://schemas.microsoft.com/office/drawing/2014/main" id="{360006CA-0D38-ABAC-6EB7-8EEE165A6B7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26682523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38E6E34-12C9-7A12-0A26-DD51395710B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48274" y="0"/>
            <a:ext cx="6943725" cy="6858000"/>
          </a:xfrm>
        </p:spPr>
        <p:txBody>
          <a:bodyPr anchor="ctr"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1">
            <a:extLst>
              <a:ext uri="{FF2B5EF4-FFF2-40B4-BE49-F238E27FC236}">
                <a16:creationId xmlns:a16="http://schemas.microsoft.com/office/drawing/2014/main" id="{E546389F-2B14-82F6-DA6A-5C1047705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7" y="2251548"/>
            <a:ext cx="4215710" cy="997196"/>
          </a:xfr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7961B22-FE7C-C496-3E9D-BAD6651401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925" y="1858775"/>
            <a:ext cx="4215710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add headline strap</a:t>
            </a:r>
          </a:p>
        </p:txBody>
      </p:sp>
      <p:sp>
        <p:nvSpPr>
          <p:cNvPr id="5" name="Text Placeholder 44">
            <a:extLst>
              <a:ext uri="{FF2B5EF4-FFF2-40B4-BE49-F238E27FC236}">
                <a16:creationId xmlns:a16="http://schemas.microsoft.com/office/drawing/2014/main" id="{61C5CD4C-1FCB-0809-E148-5C29BBE0FC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3104226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41783778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- Scree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1F67BB-5FC1-0087-CE7D-70801ADA196C}"/>
              </a:ext>
            </a:extLst>
          </p:cNvPr>
          <p:cNvSpPr>
            <a:spLocks/>
          </p:cNvSpPr>
          <p:nvPr userDrawn="1"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0002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ADEC4AA-2766-91DB-ED3A-5886AA47DA95}"/>
              </a:ext>
            </a:extLst>
          </p:cNvPr>
          <p:cNvGrpSpPr/>
          <p:nvPr userDrawn="1"/>
        </p:nvGrpSpPr>
        <p:grpSpPr>
          <a:xfrm>
            <a:off x="5112464" y="714375"/>
            <a:ext cx="6593218" cy="5114925"/>
            <a:chOff x="5112464" y="714375"/>
            <a:chExt cx="6593218" cy="5114925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2A6DEF5-DAF9-F9CA-3614-3DE55A4C4FB8}"/>
                </a:ext>
              </a:extLst>
            </p:cNvPr>
            <p:cNvSpPr/>
            <p:nvPr userDrawn="1"/>
          </p:nvSpPr>
          <p:spPr>
            <a:xfrm>
              <a:off x="5112464" y="714375"/>
              <a:ext cx="6593218" cy="5114925"/>
            </a:xfrm>
            <a:custGeom>
              <a:avLst/>
              <a:gdLst>
                <a:gd name="connsiteX0" fmla="*/ 130529 w 6593218"/>
                <a:gd name="connsiteY0" fmla="*/ 457199 h 5114925"/>
                <a:gd name="connsiteX1" fmla="*/ 130529 w 6593218"/>
                <a:gd name="connsiteY1" fmla="*/ 4967286 h 5114925"/>
                <a:gd name="connsiteX2" fmla="*/ 6462690 w 6593218"/>
                <a:gd name="connsiteY2" fmla="*/ 4967286 h 5114925"/>
                <a:gd name="connsiteX3" fmla="*/ 6462690 w 6593218"/>
                <a:gd name="connsiteY3" fmla="*/ 457199 h 5114925"/>
                <a:gd name="connsiteX4" fmla="*/ 77235 w 6593218"/>
                <a:gd name="connsiteY4" fmla="*/ 0 h 5114925"/>
                <a:gd name="connsiteX5" fmla="*/ 6515983 w 6593218"/>
                <a:gd name="connsiteY5" fmla="*/ 0 h 5114925"/>
                <a:gd name="connsiteX6" fmla="*/ 6593218 w 6593218"/>
                <a:gd name="connsiteY6" fmla="*/ 77235 h 5114925"/>
                <a:gd name="connsiteX7" fmla="*/ 6593218 w 6593218"/>
                <a:gd name="connsiteY7" fmla="*/ 5037690 h 5114925"/>
                <a:gd name="connsiteX8" fmla="*/ 6515983 w 6593218"/>
                <a:gd name="connsiteY8" fmla="*/ 5114925 h 5114925"/>
                <a:gd name="connsiteX9" fmla="*/ 77235 w 6593218"/>
                <a:gd name="connsiteY9" fmla="*/ 5114925 h 5114925"/>
                <a:gd name="connsiteX10" fmla="*/ 0 w 6593218"/>
                <a:gd name="connsiteY10" fmla="*/ 5037690 h 5114925"/>
                <a:gd name="connsiteX11" fmla="*/ 0 w 6593218"/>
                <a:gd name="connsiteY11" fmla="*/ 77235 h 5114925"/>
                <a:gd name="connsiteX12" fmla="*/ 77235 w 6593218"/>
                <a:gd name="connsiteY12" fmla="*/ 0 h 5114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3218" h="5114925">
                  <a:moveTo>
                    <a:pt x="130529" y="457199"/>
                  </a:moveTo>
                  <a:lnTo>
                    <a:pt x="130529" y="4967286"/>
                  </a:lnTo>
                  <a:lnTo>
                    <a:pt x="6462690" y="4967286"/>
                  </a:lnTo>
                  <a:lnTo>
                    <a:pt x="6462690" y="457199"/>
                  </a:lnTo>
                  <a:close/>
                  <a:moveTo>
                    <a:pt x="77235" y="0"/>
                  </a:moveTo>
                  <a:lnTo>
                    <a:pt x="6515983" y="0"/>
                  </a:lnTo>
                  <a:cubicBezTo>
                    <a:pt x="6558639" y="0"/>
                    <a:pt x="6593218" y="34579"/>
                    <a:pt x="6593218" y="77235"/>
                  </a:cubicBezTo>
                  <a:lnTo>
                    <a:pt x="6593218" y="5037690"/>
                  </a:lnTo>
                  <a:cubicBezTo>
                    <a:pt x="6593218" y="5080346"/>
                    <a:pt x="6558639" y="5114925"/>
                    <a:pt x="6515983" y="5114925"/>
                  </a:cubicBezTo>
                  <a:lnTo>
                    <a:pt x="77235" y="5114925"/>
                  </a:lnTo>
                  <a:cubicBezTo>
                    <a:pt x="34579" y="5114925"/>
                    <a:pt x="0" y="5080346"/>
                    <a:pt x="0" y="5037690"/>
                  </a:cubicBezTo>
                  <a:lnTo>
                    <a:pt x="0" y="77235"/>
                  </a:lnTo>
                  <a:cubicBezTo>
                    <a:pt x="0" y="34579"/>
                    <a:pt x="34579" y="0"/>
                    <a:pt x="77235" y="0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/>
                <a:t> 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475A499-47D0-C063-332F-986EBD4A79CB}"/>
                </a:ext>
              </a:extLst>
            </p:cNvPr>
            <p:cNvSpPr/>
            <p:nvPr userDrawn="1"/>
          </p:nvSpPr>
          <p:spPr>
            <a:xfrm>
              <a:off x="5294051" y="904339"/>
              <a:ext cx="129208" cy="129208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3D07342-8EB7-FF41-E5CF-39DDBD220AF3}"/>
                </a:ext>
              </a:extLst>
            </p:cNvPr>
            <p:cNvSpPr/>
            <p:nvPr userDrawn="1"/>
          </p:nvSpPr>
          <p:spPr>
            <a:xfrm>
              <a:off x="5478678" y="904339"/>
              <a:ext cx="129208" cy="12920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460C207-1E9A-5265-B2D7-7EFAA6B8A939}"/>
                </a:ext>
              </a:extLst>
            </p:cNvPr>
            <p:cNvSpPr/>
            <p:nvPr userDrawn="1"/>
          </p:nvSpPr>
          <p:spPr>
            <a:xfrm>
              <a:off x="5653365" y="904339"/>
              <a:ext cx="129208" cy="129208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1">
            <a:extLst>
              <a:ext uri="{FF2B5EF4-FFF2-40B4-BE49-F238E27FC236}">
                <a16:creationId xmlns:a16="http://schemas.microsoft.com/office/drawing/2014/main" id="{E546389F-2B14-82F6-DA6A-5C1047705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7" y="2251548"/>
            <a:ext cx="4215710" cy="997196"/>
          </a:xfr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7961B22-FE7C-C496-3E9D-BAD6651401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925" y="1858775"/>
            <a:ext cx="4215710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add headline strap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DF516B3F-4664-935B-BDC5-009ED25869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5597" y="4441507"/>
            <a:ext cx="3596400" cy="492443"/>
          </a:xfrm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Two line text addition to the</a:t>
            </a:r>
            <a:br>
              <a:rPr lang="en-US"/>
            </a:br>
            <a:r>
              <a:rPr lang="en-US"/>
              <a:t>headline and subhead.</a:t>
            </a:r>
          </a:p>
        </p:txBody>
      </p:sp>
      <p:sp>
        <p:nvSpPr>
          <p:cNvPr id="4" name="Text Placeholder 44">
            <a:extLst>
              <a:ext uri="{FF2B5EF4-FFF2-40B4-BE49-F238E27FC236}">
                <a16:creationId xmlns:a16="http://schemas.microsoft.com/office/drawing/2014/main" id="{226355B9-FC6C-3E4E-CB34-3E45D85A09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3846443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C89E1593-95F4-DFB2-5B46-6949422A259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232069" y="1156137"/>
            <a:ext cx="6344045" cy="4535451"/>
          </a:xfrm>
        </p:spPr>
        <p:txBody>
          <a:bodyPr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31839529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E0B07C-5363-0DFD-6C46-5FF23028831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5053013" cy="6858000"/>
          </a:xfrm>
          <a:prstGeom prst="rect">
            <a:avLst/>
          </a:prstGeom>
          <a:solidFill>
            <a:srgbClr val="0002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1">
            <a:extLst>
              <a:ext uri="{FF2B5EF4-FFF2-40B4-BE49-F238E27FC236}">
                <a16:creationId xmlns:a16="http://schemas.microsoft.com/office/drawing/2014/main" id="{E546389F-2B14-82F6-DA6A-5C1047705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651" y="1900608"/>
            <a:ext cx="4215710" cy="997196"/>
          </a:xfr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Edit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0EB6DDA-2D64-9211-BF24-538403F84D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596" y="6364123"/>
            <a:ext cx="1484309" cy="28336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C4A9CA8-22C7-9CCC-1631-2FC9668CD5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79607" y="2628632"/>
            <a:ext cx="6295328" cy="193899"/>
          </a:xfrm>
        </p:spPr>
        <p:txBody>
          <a:bodyPr wrap="square" anchor="t">
            <a:noAutofit/>
          </a:bodyPr>
          <a:lstStyle>
            <a:lvl1pPr>
              <a:defRPr kumimoji="0" lang="en-US" sz="1400" b="1" i="0" u="none" strike="noStrike" kern="0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/>
                <a:cs typeface="Arial"/>
                <a:sym typeface="Arial"/>
              </a:defRPr>
            </a:lvl1pPr>
            <a:lvl5pPr marL="538162" indent="0">
              <a:buNone/>
              <a:defRPr/>
            </a:lvl5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12" name="Picture Placeholder 33">
            <a:extLst>
              <a:ext uri="{FF2B5EF4-FFF2-40B4-BE49-F238E27FC236}">
                <a16:creationId xmlns:a16="http://schemas.microsoft.com/office/drawing/2014/main" id="{B3D36011-7295-3F2F-60C3-84D66EAAC3A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79607" y="3421315"/>
            <a:ext cx="756445" cy="720000"/>
          </a:xfrm>
        </p:spPr>
        <p:txBody>
          <a:bodyPr anchor="ctr">
            <a:noAutofit/>
          </a:bodyPr>
          <a:lstStyle>
            <a:lvl1pPr algn="ctr"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insert</a:t>
            </a:r>
            <a:br>
              <a:rPr lang="en-US"/>
            </a:br>
            <a:r>
              <a:rPr lang="en-US"/>
              <a:t>picture or icon</a:t>
            </a:r>
          </a:p>
        </p:txBody>
      </p:sp>
      <p:sp>
        <p:nvSpPr>
          <p:cNvPr id="13" name="Picture Placeholder 33">
            <a:extLst>
              <a:ext uri="{FF2B5EF4-FFF2-40B4-BE49-F238E27FC236}">
                <a16:creationId xmlns:a16="http://schemas.microsoft.com/office/drawing/2014/main" id="{B410555D-41C0-9D84-95A0-B60B5D4BA8D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374286" y="3421315"/>
            <a:ext cx="756445" cy="720000"/>
          </a:xfrm>
        </p:spPr>
        <p:txBody>
          <a:bodyPr anchor="ctr">
            <a:noAutofit/>
          </a:bodyPr>
          <a:lstStyle>
            <a:lvl1pPr algn="ctr"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insert</a:t>
            </a:r>
            <a:br>
              <a:rPr lang="en-US"/>
            </a:br>
            <a:r>
              <a:rPr lang="en-US"/>
              <a:t>picture or icon</a:t>
            </a:r>
          </a:p>
        </p:txBody>
      </p:sp>
      <p:sp>
        <p:nvSpPr>
          <p:cNvPr id="15" name="Picture Placeholder 33">
            <a:extLst>
              <a:ext uri="{FF2B5EF4-FFF2-40B4-BE49-F238E27FC236}">
                <a16:creationId xmlns:a16="http://schemas.microsoft.com/office/drawing/2014/main" id="{68FB54DD-6E40-1A38-06CB-6530DFA2063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267381" y="3421315"/>
            <a:ext cx="756445" cy="720000"/>
          </a:xfrm>
        </p:spPr>
        <p:txBody>
          <a:bodyPr anchor="ctr">
            <a:noAutofit/>
          </a:bodyPr>
          <a:lstStyle>
            <a:lvl1pPr algn="ctr"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insert</a:t>
            </a:r>
            <a:br>
              <a:rPr lang="en-US"/>
            </a:br>
            <a:r>
              <a:rPr lang="en-US"/>
              <a:t>picture or icon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C7D4AE6A-D300-CCAB-39B8-3902641B0E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79607" y="4339895"/>
            <a:ext cx="1703388" cy="181935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B8A3245-7F93-9917-414A-C68FF26CB9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73494" y="4339895"/>
            <a:ext cx="1703388" cy="181935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17CA74A-6F73-12B7-93BA-D582FD4D07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67381" y="4339895"/>
            <a:ext cx="1703388" cy="181935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5DA0633-B1D7-B147-6D59-B389F3F56D0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78021" y="1900608"/>
            <a:ext cx="6295328" cy="498598"/>
          </a:xfrm>
        </p:spPr>
        <p:txBody>
          <a:bodyPr wrap="square" anchor="b" anchorCtr="0">
            <a:spAutoFit/>
          </a:bodyPr>
          <a:lstStyle>
            <a:lvl1pPr>
              <a:spcAft>
                <a:spcPts val="0"/>
              </a:spcAft>
              <a:defRPr sz="3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44">
            <a:extLst>
              <a:ext uri="{FF2B5EF4-FFF2-40B4-BE49-F238E27FC236}">
                <a16:creationId xmlns:a16="http://schemas.microsoft.com/office/drawing/2014/main" id="{8AB0C89D-CEAE-DD38-67BC-B32A93C858D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68608" y="6364123"/>
            <a:ext cx="4597565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1203962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with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F5AB24-9B9A-7C50-6668-454AEBD93A08}"/>
              </a:ext>
            </a:extLst>
          </p:cNvPr>
          <p:cNvSpPr>
            <a:spLocks/>
          </p:cNvSpPr>
          <p:nvPr userDrawn="1"/>
        </p:nvSpPr>
        <p:spPr>
          <a:xfrm>
            <a:off x="7488000" y="0"/>
            <a:ext cx="4704000" cy="6858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5DA0633-B1D7-B147-6D59-B389F3F56D0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77961" y="421228"/>
            <a:ext cx="3898442" cy="997196"/>
          </a:xfrm>
        </p:spPr>
        <p:txBody>
          <a:bodyPr anchor="t" anchorCtr="0">
            <a:spAutoFit/>
          </a:bodyPr>
          <a:lstStyle>
            <a:lvl1pPr>
              <a:spcAft>
                <a:spcPts val="0"/>
              </a:spcAft>
              <a:defRPr sz="3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EBD7116A-7AC0-6BBC-10C6-0121B54AC1B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15595" y="421228"/>
            <a:ext cx="6656807" cy="5735732"/>
          </a:xfrm>
        </p:spPr>
        <p:txBody>
          <a:bodyPr anchor="ctr"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8" name="Text Placeholder 44">
            <a:extLst>
              <a:ext uri="{FF2B5EF4-FFF2-40B4-BE49-F238E27FC236}">
                <a16:creationId xmlns:a16="http://schemas.microsoft.com/office/drawing/2014/main" id="{50D579A8-D877-19A9-2465-2CA4B5AE85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5034880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rgbClr val="3D3F48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6167042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aption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1F5C73-F3B8-424D-0113-ABC8B09DACAE}"/>
              </a:ext>
            </a:extLst>
          </p:cNvPr>
          <p:cNvSpPr/>
          <p:nvPr userDrawn="1"/>
        </p:nvSpPr>
        <p:spPr>
          <a:xfrm>
            <a:off x="0" y="0"/>
            <a:ext cx="12192000" cy="37734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716840-9C71-1467-6F53-BF2415BAC3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883" y="950470"/>
            <a:ext cx="3716393" cy="2011864"/>
          </a:xfrm>
        </p:spPr>
        <p:txBody>
          <a:bodyPr vert="horz" lIns="0" tIns="0" rIns="0" bIns="0" anchor="b" anchorCtr="0">
            <a:noAutofit/>
          </a:bodyPr>
          <a:lstStyle>
            <a:lvl1pPr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95BA2D34-6020-1470-996B-3AEE9852BA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43513" y="-1"/>
            <a:ext cx="6945312" cy="3773487"/>
          </a:xfrm>
        </p:spPr>
        <p:txBody>
          <a:bodyPr bIns="864000" anchor="ctr" anchorCtr="0">
            <a:noAutofit/>
          </a:bodyPr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9E49AA79-C7F8-6DF7-4112-D0DEE92F6F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8883" y="4163044"/>
            <a:ext cx="3716393" cy="2037034"/>
          </a:xfrm>
        </p:spPr>
        <p:txBody>
          <a:bodyPr lIns="0" tIns="0" rIns="0" bIns="0">
            <a:no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44">
            <a:extLst>
              <a:ext uri="{FF2B5EF4-FFF2-40B4-BE49-F238E27FC236}">
                <a16:creationId xmlns:a16="http://schemas.microsoft.com/office/drawing/2014/main" id="{96E10D47-078D-9F2F-3257-36387C61BA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F975515E-3C9D-8FB0-8C50-C5C57236CB9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37803" y="4163044"/>
            <a:ext cx="3716393" cy="2037034"/>
          </a:xfrm>
        </p:spPr>
        <p:txBody>
          <a:bodyPr lIns="0" tIns="0" rIns="0" bIns="0">
            <a:no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D29B732-EF56-6DCA-E2C0-CC482FB70C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6723" y="4163044"/>
            <a:ext cx="3716393" cy="2037034"/>
          </a:xfrm>
        </p:spPr>
        <p:txBody>
          <a:bodyPr lIns="0" tIns="0" rIns="0" bIns="0">
            <a:no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490970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 NOT USE - INSTRUCTIONAL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3F73B-5A7E-8BBE-68A8-9BD49B10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47172" y="6356350"/>
            <a:ext cx="9560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1AB5E-0FD8-E0D0-B848-CE488AFA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32733C-E917-A5A6-1594-5B360FC191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3F741-5B4D-49EC-3B06-5F25CE645285}"/>
              </a:ext>
            </a:extLst>
          </p:cNvPr>
          <p:cNvSpPr txBox="1"/>
          <p:nvPr userDrawn="1"/>
        </p:nvSpPr>
        <p:spPr>
          <a:xfrm>
            <a:off x="415596" y="476250"/>
            <a:ext cx="9315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THIS IS AN INSTRUCTIONAL SLIDE </a:t>
            </a:r>
          </a:p>
          <a:p>
            <a:r>
              <a:rPr lang="en-US" sz="4000" b="1">
                <a:solidFill>
                  <a:schemeClr val="bg1"/>
                </a:solidFill>
              </a:rPr>
              <a:t>DO NOT USE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EBCAE-B9C3-7526-64F5-463C81DE63A2}"/>
              </a:ext>
            </a:extLst>
          </p:cNvPr>
          <p:cNvSpPr txBox="1"/>
          <p:nvPr userDrawn="1"/>
        </p:nvSpPr>
        <p:spPr>
          <a:xfrm>
            <a:off x="329870" y="2451408"/>
            <a:ext cx="1059530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>
                <a:solidFill>
                  <a:schemeClr val="bg1"/>
                </a:solidFill>
              </a:rPr>
              <a:t>Quote Slide</a:t>
            </a:r>
          </a:p>
          <a:p>
            <a:r>
              <a:rPr lang="en-US" sz="11500">
                <a:solidFill>
                  <a:schemeClr val="bg1"/>
                </a:solidFill>
              </a:rPr>
              <a:t>Options</a:t>
            </a:r>
            <a:endParaRPr lang="en-US" sz="115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5762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3">
            <a:extLst>
              <a:ext uri="{FF2B5EF4-FFF2-40B4-BE49-F238E27FC236}">
                <a16:creationId xmlns:a16="http://schemas.microsoft.com/office/drawing/2014/main" id="{48092917-607D-F366-39BD-E7217C79509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137400" y="3175"/>
            <a:ext cx="5054600" cy="6854825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9D027F-7CC7-523E-9DE4-4CFEC4C17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2473879"/>
            <a:ext cx="6275584" cy="2312926"/>
          </a:xfrm>
        </p:spPr>
        <p:txBody>
          <a:bodyPr vert="horz" wrap="square" anchor="t" anchorCtr="0">
            <a:noAutofit/>
          </a:bodyPr>
          <a:lstStyle>
            <a:lvl1pPr>
              <a:defRPr sz="2400" b="0" i="1">
                <a:solidFill>
                  <a:schemeClr val="tx1"/>
                </a:solidFill>
              </a:defRPr>
            </a:lvl1pPr>
          </a:lstStyle>
          <a:p>
            <a:r>
              <a:rPr lang="en-US"/>
              <a:t>Insert quote here</a:t>
            </a:r>
            <a:br>
              <a:rPr lang="en-US"/>
            </a:br>
            <a:r>
              <a:rPr lang="en-US"/>
              <a:t>six lines maximum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2CD119B4-FF76-AC9F-C6CD-78333DBCB2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5596" y="5701661"/>
            <a:ext cx="6275584" cy="251775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Company and or Title // Location</a:t>
            </a:r>
          </a:p>
        </p:txBody>
      </p:sp>
      <p:sp>
        <p:nvSpPr>
          <p:cNvPr id="14" name="Text Placeholder 42">
            <a:extLst>
              <a:ext uri="{FF2B5EF4-FFF2-40B4-BE49-F238E27FC236}">
                <a16:creationId xmlns:a16="http://schemas.microsoft.com/office/drawing/2014/main" id="{1E2CFA02-8BC7-468D-84C9-3CB95E3A15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5596" y="5379209"/>
            <a:ext cx="6275584" cy="251775"/>
          </a:xfrm>
        </p:spPr>
        <p:txBody>
          <a:bodyPr wrap="square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Quote Attribution</a:t>
            </a:r>
          </a:p>
        </p:txBody>
      </p:sp>
      <p:sp>
        <p:nvSpPr>
          <p:cNvPr id="15" name="Graphic 5">
            <a:extLst>
              <a:ext uri="{FF2B5EF4-FFF2-40B4-BE49-F238E27FC236}">
                <a16:creationId xmlns:a16="http://schemas.microsoft.com/office/drawing/2014/main" id="{7FD7C699-0CA3-8E17-D110-56615E7BE592}"/>
              </a:ext>
            </a:extLst>
          </p:cNvPr>
          <p:cNvSpPr>
            <a:spLocks/>
          </p:cNvSpPr>
          <p:nvPr userDrawn="1"/>
        </p:nvSpPr>
        <p:spPr>
          <a:xfrm>
            <a:off x="415596" y="1483535"/>
            <a:ext cx="677001" cy="472648"/>
          </a:xfrm>
          <a:custGeom>
            <a:avLst/>
            <a:gdLst>
              <a:gd name="connsiteX0" fmla="*/ 659197 w 705007"/>
              <a:gd name="connsiteY0" fmla="*/ 457367 h 490139"/>
              <a:gd name="connsiteX1" fmla="*/ 659197 w 705007"/>
              <a:gd name="connsiteY1" fmla="*/ 457367 h 490139"/>
              <a:gd name="connsiteX2" fmla="*/ 553755 w 705007"/>
              <a:gd name="connsiteY2" fmla="*/ 489752 h 490139"/>
              <a:gd name="connsiteX3" fmla="*/ 413737 w 705007"/>
              <a:gd name="connsiteY3" fmla="*/ 428030 h 490139"/>
              <a:gd name="connsiteX4" fmla="*/ 362016 w 705007"/>
              <a:gd name="connsiteY4" fmla="*/ 281345 h 490139"/>
              <a:gd name="connsiteX5" fmla="*/ 388401 w 705007"/>
              <a:gd name="connsiteY5" fmla="*/ 165045 h 490139"/>
              <a:gd name="connsiteX6" fmla="*/ 457362 w 705007"/>
              <a:gd name="connsiteY6" fmla="*/ 75034 h 490139"/>
              <a:gd name="connsiteX7" fmla="*/ 557755 w 705007"/>
              <a:gd name="connsiteY7" fmla="*/ 17884 h 490139"/>
              <a:gd name="connsiteX8" fmla="*/ 678532 w 705007"/>
              <a:gd name="connsiteY8" fmla="*/ -309 h 490139"/>
              <a:gd name="connsiteX9" fmla="*/ 678532 w 705007"/>
              <a:gd name="connsiteY9" fmla="*/ 24932 h 490139"/>
              <a:gd name="connsiteX10" fmla="*/ 541563 w 705007"/>
              <a:gd name="connsiteY10" fmla="*/ 83606 h 490139"/>
              <a:gd name="connsiteX11" fmla="*/ 494890 w 705007"/>
              <a:gd name="connsiteY11" fmla="*/ 208098 h 490139"/>
              <a:gd name="connsiteX12" fmla="*/ 510130 w 705007"/>
              <a:gd name="connsiteY12" fmla="*/ 282869 h 490139"/>
              <a:gd name="connsiteX13" fmla="*/ 555755 w 705007"/>
              <a:gd name="connsiteY13" fmla="*/ 258676 h 490139"/>
              <a:gd name="connsiteX14" fmla="*/ 598332 w 705007"/>
              <a:gd name="connsiteY14" fmla="*/ 251532 h 490139"/>
              <a:gd name="connsiteX15" fmla="*/ 677485 w 705007"/>
              <a:gd name="connsiteY15" fmla="*/ 286965 h 490139"/>
              <a:gd name="connsiteX16" fmla="*/ 704916 w 705007"/>
              <a:gd name="connsiteY16" fmla="*/ 359831 h 490139"/>
              <a:gd name="connsiteX17" fmla="*/ 659197 w 705007"/>
              <a:gd name="connsiteY17" fmla="*/ 456891 h 490139"/>
              <a:gd name="connsiteX18" fmla="*/ 290960 w 705007"/>
              <a:gd name="connsiteY18" fmla="*/ 457367 h 490139"/>
              <a:gd name="connsiteX19" fmla="*/ 290960 w 705007"/>
              <a:gd name="connsiteY19" fmla="*/ 457367 h 490139"/>
              <a:gd name="connsiteX20" fmla="*/ 185423 w 705007"/>
              <a:gd name="connsiteY20" fmla="*/ 489752 h 490139"/>
              <a:gd name="connsiteX21" fmla="*/ 48453 w 705007"/>
              <a:gd name="connsiteY21" fmla="*/ 428030 h 490139"/>
              <a:gd name="connsiteX22" fmla="*/ -29 w 705007"/>
              <a:gd name="connsiteY22" fmla="*/ 281345 h 490139"/>
              <a:gd name="connsiteX23" fmla="*/ 22260 w 705007"/>
              <a:gd name="connsiteY23" fmla="*/ 165045 h 490139"/>
              <a:gd name="connsiteX24" fmla="*/ 88935 w 705007"/>
              <a:gd name="connsiteY24" fmla="*/ 75034 h 490139"/>
              <a:gd name="connsiteX25" fmla="*/ 189423 w 705007"/>
              <a:gd name="connsiteY25" fmla="*/ 17884 h 490139"/>
              <a:gd name="connsiteX26" fmla="*/ 310105 w 705007"/>
              <a:gd name="connsiteY26" fmla="*/ -309 h 490139"/>
              <a:gd name="connsiteX27" fmla="*/ 310105 w 705007"/>
              <a:gd name="connsiteY27" fmla="*/ 24932 h 490139"/>
              <a:gd name="connsiteX28" fmla="*/ 173136 w 705007"/>
              <a:gd name="connsiteY28" fmla="*/ 83606 h 490139"/>
              <a:gd name="connsiteX29" fmla="*/ 126463 w 705007"/>
              <a:gd name="connsiteY29" fmla="*/ 208098 h 490139"/>
              <a:gd name="connsiteX30" fmla="*/ 141703 w 705007"/>
              <a:gd name="connsiteY30" fmla="*/ 282869 h 490139"/>
              <a:gd name="connsiteX31" fmla="*/ 187423 w 705007"/>
              <a:gd name="connsiteY31" fmla="*/ 258676 h 490139"/>
              <a:gd name="connsiteX32" fmla="*/ 230000 w 705007"/>
              <a:gd name="connsiteY32" fmla="*/ 251532 h 490139"/>
              <a:gd name="connsiteX33" fmla="*/ 309153 w 705007"/>
              <a:gd name="connsiteY33" fmla="*/ 286965 h 490139"/>
              <a:gd name="connsiteX34" fmla="*/ 336489 w 705007"/>
              <a:gd name="connsiteY34" fmla="*/ 359831 h 490139"/>
              <a:gd name="connsiteX35" fmla="*/ 290865 w 705007"/>
              <a:gd name="connsiteY35" fmla="*/ 456891 h 49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705007" h="490139">
                <a:moveTo>
                  <a:pt x="659197" y="457367"/>
                </a:moveTo>
                <a:lnTo>
                  <a:pt x="659197" y="457367"/>
                </a:lnTo>
                <a:cubicBezTo>
                  <a:pt x="628574" y="479484"/>
                  <a:pt x="591512" y="490867"/>
                  <a:pt x="553755" y="489752"/>
                </a:cubicBezTo>
                <a:cubicBezTo>
                  <a:pt x="494890" y="489752"/>
                  <a:pt x="448218" y="469560"/>
                  <a:pt x="413737" y="428030"/>
                </a:cubicBezTo>
                <a:cubicBezTo>
                  <a:pt x="379333" y="386997"/>
                  <a:pt x="360959" y="334885"/>
                  <a:pt x="362016" y="281345"/>
                </a:cubicBezTo>
                <a:cubicBezTo>
                  <a:pt x="361455" y="241036"/>
                  <a:pt x="370503" y="201174"/>
                  <a:pt x="388401" y="165045"/>
                </a:cubicBezTo>
                <a:cubicBezTo>
                  <a:pt x="404831" y="130546"/>
                  <a:pt x="428330" y="99875"/>
                  <a:pt x="457362" y="75034"/>
                </a:cubicBezTo>
                <a:cubicBezTo>
                  <a:pt x="486880" y="49755"/>
                  <a:pt x="520951" y="30362"/>
                  <a:pt x="557755" y="17884"/>
                </a:cubicBezTo>
                <a:cubicBezTo>
                  <a:pt x="596865" y="5749"/>
                  <a:pt x="637584" y="-385"/>
                  <a:pt x="678532" y="-309"/>
                </a:cubicBezTo>
                <a:lnTo>
                  <a:pt x="678532" y="24932"/>
                </a:lnTo>
                <a:cubicBezTo>
                  <a:pt x="617668" y="37124"/>
                  <a:pt x="571948" y="56270"/>
                  <a:pt x="541563" y="83606"/>
                </a:cubicBezTo>
                <a:cubicBezTo>
                  <a:pt x="511178" y="110943"/>
                  <a:pt x="494890" y="151424"/>
                  <a:pt x="494890" y="208098"/>
                </a:cubicBezTo>
                <a:cubicBezTo>
                  <a:pt x="494890" y="242483"/>
                  <a:pt x="499939" y="267725"/>
                  <a:pt x="510130" y="282869"/>
                </a:cubicBezTo>
                <a:cubicBezTo>
                  <a:pt x="523484" y="271706"/>
                  <a:pt x="539020" y="263467"/>
                  <a:pt x="555755" y="258676"/>
                </a:cubicBezTo>
                <a:cubicBezTo>
                  <a:pt x="569547" y="254313"/>
                  <a:pt x="583873" y="251913"/>
                  <a:pt x="598332" y="251532"/>
                </a:cubicBezTo>
                <a:cubicBezTo>
                  <a:pt x="628878" y="249951"/>
                  <a:pt x="658320" y="263133"/>
                  <a:pt x="677485" y="286965"/>
                </a:cubicBezTo>
                <a:cubicBezTo>
                  <a:pt x="695030" y="307206"/>
                  <a:pt x="704755" y="333047"/>
                  <a:pt x="704916" y="359831"/>
                </a:cubicBezTo>
                <a:cubicBezTo>
                  <a:pt x="704916" y="402313"/>
                  <a:pt x="689677" y="434669"/>
                  <a:pt x="659197" y="456891"/>
                </a:cubicBezTo>
                <a:close/>
                <a:moveTo>
                  <a:pt x="290960" y="457367"/>
                </a:moveTo>
                <a:lnTo>
                  <a:pt x="290960" y="457367"/>
                </a:lnTo>
                <a:cubicBezTo>
                  <a:pt x="260318" y="479503"/>
                  <a:pt x="223209" y="490886"/>
                  <a:pt x="185423" y="489752"/>
                </a:cubicBezTo>
                <a:cubicBezTo>
                  <a:pt x="127606" y="489752"/>
                  <a:pt x="80648" y="469560"/>
                  <a:pt x="48453" y="428030"/>
                </a:cubicBezTo>
                <a:cubicBezTo>
                  <a:pt x="15866" y="386187"/>
                  <a:pt x="-1261" y="334371"/>
                  <a:pt x="-29" y="281345"/>
                </a:cubicBezTo>
                <a:cubicBezTo>
                  <a:pt x="-833" y="241445"/>
                  <a:pt x="6761" y="201821"/>
                  <a:pt x="22260" y="165045"/>
                </a:cubicBezTo>
                <a:cubicBezTo>
                  <a:pt x="37914" y="130688"/>
                  <a:pt x="60633" y="100018"/>
                  <a:pt x="88935" y="75034"/>
                </a:cubicBezTo>
                <a:cubicBezTo>
                  <a:pt x="118481" y="49745"/>
                  <a:pt x="152590" y="30352"/>
                  <a:pt x="189423" y="17884"/>
                </a:cubicBezTo>
                <a:cubicBezTo>
                  <a:pt x="228495" y="5749"/>
                  <a:pt x="269186" y="-385"/>
                  <a:pt x="310105" y="-309"/>
                </a:cubicBezTo>
                <a:lnTo>
                  <a:pt x="310105" y="24932"/>
                </a:lnTo>
                <a:cubicBezTo>
                  <a:pt x="249240" y="37124"/>
                  <a:pt x="203616" y="56270"/>
                  <a:pt x="173136" y="83606"/>
                </a:cubicBezTo>
                <a:cubicBezTo>
                  <a:pt x="142656" y="110943"/>
                  <a:pt x="126463" y="151424"/>
                  <a:pt x="126463" y="208098"/>
                </a:cubicBezTo>
                <a:cubicBezTo>
                  <a:pt x="125368" y="233892"/>
                  <a:pt x="130607" y="259562"/>
                  <a:pt x="141703" y="282869"/>
                </a:cubicBezTo>
                <a:cubicBezTo>
                  <a:pt x="155095" y="271725"/>
                  <a:pt x="170669" y="263486"/>
                  <a:pt x="187423" y="258676"/>
                </a:cubicBezTo>
                <a:cubicBezTo>
                  <a:pt x="201215" y="254313"/>
                  <a:pt x="215541" y="251913"/>
                  <a:pt x="230000" y="251532"/>
                </a:cubicBezTo>
                <a:cubicBezTo>
                  <a:pt x="260547" y="249951"/>
                  <a:pt x="289988" y="263133"/>
                  <a:pt x="309153" y="286965"/>
                </a:cubicBezTo>
                <a:cubicBezTo>
                  <a:pt x="326631" y="307234"/>
                  <a:pt x="336318" y="333066"/>
                  <a:pt x="336489" y="359831"/>
                </a:cubicBezTo>
                <a:cubicBezTo>
                  <a:pt x="336489" y="402313"/>
                  <a:pt x="321278" y="434669"/>
                  <a:pt x="290865" y="456891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>
              <a:solidFill>
                <a:schemeClr val="accent5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87A71DEF-B5B5-FB0E-3516-EECB9EACE5FF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549452" y="260520"/>
            <a:ext cx="2141728" cy="552450"/>
          </a:xfrm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Place Logo Here</a:t>
            </a:r>
          </a:p>
        </p:txBody>
      </p:sp>
      <p:sp>
        <p:nvSpPr>
          <p:cNvPr id="19" name="Text Placeholder 44">
            <a:extLst>
              <a:ext uri="{FF2B5EF4-FFF2-40B4-BE49-F238E27FC236}">
                <a16:creationId xmlns:a16="http://schemas.microsoft.com/office/drawing/2014/main" id="{966672F2-429E-BCC0-397B-97694EFFE2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4653658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19968946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- Dark">
    <p:bg>
      <p:bgPr>
        <a:solidFill>
          <a:srgbClr val="000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3">
            <a:extLst>
              <a:ext uri="{FF2B5EF4-FFF2-40B4-BE49-F238E27FC236}">
                <a16:creationId xmlns:a16="http://schemas.microsoft.com/office/drawing/2014/main" id="{48092917-607D-F366-39BD-E7217C79509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137400" y="3175"/>
            <a:ext cx="5054600" cy="6854825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9D027F-7CC7-523E-9DE4-4CFEC4C17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2473879"/>
            <a:ext cx="6275584" cy="2312926"/>
          </a:xfrm>
        </p:spPr>
        <p:txBody>
          <a:bodyPr vert="horz" wrap="square" anchor="t" anchorCtr="0">
            <a:noAutofit/>
          </a:bodyPr>
          <a:lstStyle>
            <a:lvl1pPr>
              <a:defRPr sz="2400" b="0" i="1">
                <a:solidFill>
                  <a:schemeClr val="bg1"/>
                </a:solidFill>
              </a:defRPr>
            </a:lvl1pPr>
          </a:lstStyle>
          <a:p>
            <a:r>
              <a:rPr lang="en-US"/>
              <a:t>Insert quote here</a:t>
            </a:r>
            <a:br>
              <a:rPr lang="en-US"/>
            </a:br>
            <a:r>
              <a:rPr lang="en-US"/>
              <a:t>six lines maximum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2CD119B4-FF76-AC9F-C6CD-78333DBCB2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5596" y="5701661"/>
            <a:ext cx="6275584" cy="251775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Company and or Title // Location</a:t>
            </a:r>
          </a:p>
        </p:txBody>
      </p:sp>
      <p:sp>
        <p:nvSpPr>
          <p:cNvPr id="14" name="Text Placeholder 42">
            <a:extLst>
              <a:ext uri="{FF2B5EF4-FFF2-40B4-BE49-F238E27FC236}">
                <a16:creationId xmlns:a16="http://schemas.microsoft.com/office/drawing/2014/main" id="{1E2CFA02-8BC7-468D-84C9-3CB95E3A15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5596" y="5379209"/>
            <a:ext cx="6275584" cy="251775"/>
          </a:xfrm>
        </p:spPr>
        <p:txBody>
          <a:bodyPr wrap="square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Quote Attribution</a:t>
            </a:r>
          </a:p>
        </p:txBody>
      </p:sp>
      <p:sp>
        <p:nvSpPr>
          <p:cNvPr id="15" name="Graphic 5">
            <a:extLst>
              <a:ext uri="{FF2B5EF4-FFF2-40B4-BE49-F238E27FC236}">
                <a16:creationId xmlns:a16="http://schemas.microsoft.com/office/drawing/2014/main" id="{7FD7C699-0CA3-8E17-D110-56615E7BE592}"/>
              </a:ext>
            </a:extLst>
          </p:cNvPr>
          <p:cNvSpPr>
            <a:spLocks/>
          </p:cNvSpPr>
          <p:nvPr userDrawn="1"/>
        </p:nvSpPr>
        <p:spPr>
          <a:xfrm>
            <a:off x="415596" y="1483535"/>
            <a:ext cx="677001" cy="472648"/>
          </a:xfrm>
          <a:custGeom>
            <a:avLst/>
            <a:gdLst>
              <a:gd name="connsiteX0" fmla="*/ 659197 w 705007"/>
              <a:gd name="connsiteY0" fmla="*/ 457367 h 490139"/>
              <a:gd name="connsiteX1" fmla="*/ 659197 w 705007"/>
              <a:gd name="connsiteY1" fmla="*/ 457367 h 490139"/>
              <a:gd name="connsiteX2" fmla="*/ 553755 w 705007"/>
              <a:gd name="connsiteY2" fmla="*/ 489752 h 490139"/>
              <a:gd name="connsiteX3" fmla="*/ 413737 w 705007"/>
              <a:gd name="connsiteY3" fmla="*/ 428030 h 490139"/>
              <a:gd name="connsiteX4" fmla="*/ 362016 w 705007"/>
              <a:gd name="connsiteY4" fmla="*/ 281345 h 490139"/>
              <a:gd name="connsiteX5" fmla="*/ 388401 w 705007"/>
              <a:gd name="connsiteY5" fmla="*/ 165045 h 490139"/>
              <a:gd name="connsiteX6" fmla="*/ 457362 w 705007"/>
              <a:gd name="connsiteY6" fmla="*/ 75034 h 490139"/>
              <a:gd name="connsiteX7" fmla="*/ 557755 w 705007"/>
              <a:gd name="connsiteY7" fmla="*/ 17884 h 490139"/>
              <a:gd name="connsiteX8" fmla="*/ 678532 w 705007"/>
              <a:gd name="connsiteY8" fmla="*/ -309 h 490139"/>
              <a:gd name="connsiteX9" fmla="*/ 678532 w 705007"/>
              <a:gd name="connsiteY9" fmla="*/ 24932 h 490139"/>
              <a:gd name="connsiteX10" fmla="*/ 541563 w 705007"/>
              <a:gd name="connsiteY10" fmla="*/ 83606 h 490139"/>
              <a:gd name="connsiteX11" fmla="*/ 494890 w 705007"/>
              <a:gd name="connsiteY11" fmla="*/ 208098 h 490139"/>
              <a:gd name="connsiteX12" fmla="*/ 510130 w 705007"/>
              <a:gd name="connsiteY12" fmla="*/ 282869 h 490139"/>
              <a:gd name="connsiteX13" fmla="*/ 555755 w 705007"/>
              <a:gd name="connsiteY13" fmla="*/ 258676 h 490139"/>
              <a:gd name="connsiteX14" fmla="*/ 598332 w 705007"/>
              <a:gd name="connsiteY14" fmla="*/ 251532 h 490139"/>
              <a:gd name="connsiteX15" fmla="*/ 677485 w 705007"/>
              <a:gd name="connsiteY15" fmla="*/ 286965 h 490139"/>
              <a:gd name="connsiteX16" fmla="*/ 704916 w 705007"/>
              <a:gd name="connsiteY16" fmla="*/ 359831 h 490139"/>
              <a:gd name="connsiteX17" fmla="*/ 659197 w 705007"/>
              <a:gd name="connsiteY17" fmla="*/ 456891 h 490139"/>
              <a:gd name="connsiteX18" fmla="*/ 290960 w 705007"/>
              <a:gd name="connsiteY18" fmla="*/ 457367 h 490139"/>
              <a:gd name="connsiteX19" fmla="*/ 290960 w 705007"/>
              <a:gd name="connsiteY19" fmla="*/ 457367 h 490139"/>
              <a:gd name="connsiteX20" fmla="*/ 185423 w 705007"/>
              <a:gd name="connsiteY20" fmla="*/ 489752 h 490139"/>
              <a:gd name="connsiteX21" fmla="*/ 48453 w 705007"/>
              <a:gd name="connsiteY21" fmla="*/ 428030 h 490139"/>
              <a:gd name="connsiteX22" fmla="*/ -29 w 705007"/>
              <a:gd name="connsiteY22" fmla="*/ 281345 h 490139"/>
              <a:gd name="connsiteX23" fmla="*/ 22260 w 705007"/>
              <a:gd name="connsiteY23" fmla="*/ 165045 h 490139"/>
              <a:gd name="connsiteX24" fmla="*/ 88935 w 705007"/>
              <a:gd name="connsiteY24" fmla="*/ 75034 h 490139"/>
              <a:gd name="connsiteX25" fmla="*/ 189423 w 705007"/>
              <a:gd name="connsiteY25" fmla="*/ 17884 h 490139"/>
              <a:gd name="connsiteX26" fmla="*/ 310105 w 705007"/>
              <a:gd name="connsiteY26" fmla="*/ -309 h 490139"/>
              <a:gd name="connsiteX27" fmla="*/ 310105 w 705007"/>
              <a:gd name="connsiteY27" fmla="*/ 24932 h 490139"/>
              <a:gd name="connsiteX28" fmla="*/ 173136 w 705007"/>
              <a:gd name="connsiteY28" fmla="*/ 83606 h 490139"/>
              <a:gd name="connsiteX29" fmla="*/ 126463 w 705007"/>
              <a:gd name="connsiteY29" fmla="*/ 208098 h 490139"/>
              <a:gd name="connsiteX30" fmla="*/ 141703 w 705007"/>
              <a:gd name="connsiteY30" fmla="*/ 282869 h 490139"/>
              <a:gd name="connsiteX31" fmla="*/ 187423 w 705007"/>
              <a:gd name="connsiteY31" fmla="*/ 258676 h 490139"/>
              <a:gd name="connsiteX32" fmla="*/ 230000 w 705007"/>
              <a:gd name="connsiteY32" fmla="*/ 251532 h 490139"/>
              <a:gd name="connsiteX33" fmla="*/ 309153 w 705007"/>
              <a:gd name="connsiteY33" fmla="*/ 286965 h 490139"/>
              <a:gd name="connsiteX34" fmla="*/ 336489 w 705007"/>
              <a:gd name="connsiteY34" fmla="*/ 359831 h 490139"/>
              <a:gd name="connsiteX35" fmla="*/ 290865 w 705007"/>
              <a:gd name="connsiteY35" fmla="*/ 456891 h 49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705007" h="490139">
                <a:moveTo>
                  <a:pt x="659197" y="457367"/>
                </a:moveTo>
                <a:lnTo>
                  <a:pt x="659197" y="457367"/>
                </a:lnTo>
                <a:cubicBezTo>
                  <a:pt x="628574" y="479484"/>
                  <a:pt x="591512" y="490867"/>
                  <a:pt x="553755" y="489752"/>
                </a:cubicBezTo>
                <a:cubicBezTo>
                  <a:pt x="494890" y="489752"/>
                  <a:pt x="448218" y="469560"/>
                  <a:pt x="413737" y="428030"/>
                </a:cubicBezTo>
                <a:cubicBezTo>
                  <a:pt x="379333" y="386997"/>
                  <a:pt x="360959" y="334885"/>
                  <a:pt x="362016" y="281345"/>
                </a:cubicBezTo>
                <a:cubicBezTo>
                  <a:pt x="361455" y="241036"/>
                  <a:pt x="370503" y="201174"/>
                  <a:pt x="388401" y="165045"/>
                </a:cubicBezTo>
                <a:cubicBezTo>
                  <a:pt x="404831" y="130546"/>
                  <a:pt x="428330" y="99875"/>
                  <a:pt x="457362" y="75034"/>
                </a:cubicBezTo>
                <a:cubicBezTo>
                  <a:pt x="486880" y="49755"/>
                  <a:pt x="520951" y="30362"/>
                  <a:pt x="557755" y="17884"/>
                </a:cubicBezTo>
                <a:cubicBezTo>
                  <a:pt x="596865" y="5749"/>
                  <a:pt x="637584" y="-385"/>
                  <a:pt x="678532" y="-309"/>
                </a:cubicBezTo>
                <a:lnTo>
                  <a:pt x="678532" y="24932"/>
                </a:lnTo>
                <a:cubicBezTo>
                  <a:pt x="617668" y="37124"/>
                  <a:pt x="571948" y="56270"/>
                  <a:pt x="541563" y="83606"/>
                </a:cubicBezTo>
                <a:cubicBezTo>
                  <a:pt x="511178" y="110943"/>
                  <a:pt x="494890" y="151424"/>
                  <a:pt x="494890" y="208098"/>
                </a:cubicBezTo>
                <a:cubicBezTo>
                  <a:pt x="494890" y="242483"/>
                  <a:pt x="499939" y="267725"/>
                  <a:pt x="510130" y="282869"/>
                </a:cubicBezTo>
                <a:cubicBezTo>
                  <a:pt x="523484" y="271706"/>
                  <a:pt x="539020" y="263467"/>
                  <a:pt x="555755" y="258676"/>
                </a:cubicBezTo>
                <a:cubicBezTo>
                  <a:pt x="569547" y="254313"/>
                  <a:pt x="583873" y="251913"/>
                  <a:pt x="598332" y="251532"/>
                </a:cubicBezTo>
                <a:cubicBezTo>
                  <a:pt x="628878" y="249951"/>
                  <a:pt x="658320" y="263133"/>
                  <a:pt x="677485" y="286965"/>
                </a:cubicBezTo>
                <a:cubicBezTo>
                  <a:pt x="695030" y="307206"/>
                  <a:pt x="704755" y="333047"/>
                  <a:pt x="704916" y="359831"/>
                </a:cubicBezTo>
                <a:cubicBezTo>
                  <a:pt x="704916" y="402313"/>
                  <a:pt x="689677" y="434669"/>
                  <a:pt x="659197" y="456891"/>
                </a:cubicBezTo>
                <a:close/>
                <a:moveTo>
                  <a:pt x="290960" y="457367"/>
                </a:moveTo>
                <a:lnTo>
                  <a:pt x="290960" y="457367"/>
                </a:lnTo>
                <a:cubicBezTo>
                  <a:pt x="260318" y="479503"/>
                  <a:pt x="223209" y="490886"/>
                  <a:pt x="185423" y="489752"/>
                </a:cubicBezTo>
                <a:cubicBezTo>
                  <a:pt x="127606" y="489752"/>
                  <a:pt x="80648" y="469560"/>
                  <a:pt x="48453" y="428030"/>
                </a:cubicBezTo>
                <a:cubicBezTo>
                  <a:pt x="15866" y="386187"/>
                  <a:pt x="-1261" y="334371"/>
                  <a:pt x="-29" y="281345"/>
                </a:cubicBezTo>
                <a:cubicBezTo>
                  <a:pt x="-833" y="241445"/>
                  <a:pt x="6761" y="201821"/>
                  <a:pt x="22260" y="165045"/>
                </a:cubicBezTo>
                <a:cubicBezTo>
                  <a:pt x="37914" y="130688"/>
                  <a:pt x="60633" y="100018"/>
                  <a:pt x="88935" y="75034"/>
                </a:cubicBezTo>
                <a:cubicBezTo>
                  <a:pt x="118481" y="49745"/>
                  <a:pt x="152590" y="30352"/>
                  <a:pt x="189423" y="17884"/>
                </a:cubicBezTo>
                <a:cubicBezTo>
                  <a:pt x="228495" y="5749"/>
                  <a:pt x="269186" y="-385"/>
                  <a:pt x="310105" y="-309"/>
                </a:cubicBezTo>
                <a:lnTo>
                  <a:pt x="310105" y="24932"/>
                </a:lnTo>
                <a:cubicBezTo>
                  <a:pt x="249240" y="37124"/>
                  <a:pt x="203616" y="56270"/>
                  <a:pt x="173136" y="83606"/>
                </a:cubicBezTo>
                <a:cubicBezTo>
                  <a:pt x="142656" y="110943"/>
                  <a:pt x="126463" y="151424"/>
                  <a:pt x="126463" y="208098"/>
                </a:cubicBezTo>
                <a:cubicBezTo>
                  <a:pt x="125368" y="233892"/>
                  <a:pt x="130607" y="259562"/>
                  <a:pt x="141703" y="282869"/>
                </a:cubicBezTo>
                <a:cubicBezTo>
                  <a:pt x="155095" y="271725"/>
                  <a:pt x="170669" y="263486"/>
                  <a:pt x="187423" y="258676"/>
                </a:cubicBezTo>
                <a:cubicBezTo>
                  <a:pt x="201215" y="254313"/>
                  <a:pt x="215541" y="251913"/>
                  <a:pt x="230000" y="251532"/>
                </a:cubicBezTo>
                <a:cubicBezTo>
                  <a:pt x="260547" y="249951"/>
                  <a:pt x="289988" y="263133"/>
                  <a:pt x="309153" y="286965"/>
                </a:cubicBezTo>
                <a:cubicBezTo>
                  <a:pt x="326631" y="307234"/>
                  <a:pt x="336318" y="333066"/>
                  <a:pt x="336489" y="359831"/>
                </a:cubicBezTo>
                <a:cubicBezTo>
                  <a:pt x="336489" y="402313"/>
                  <a:pt x="321278" y="434669"/>
                  <a:pt x="290865" y="456891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>
              <a:solidFill>
                <a:schemeClr val="accent5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87A71DEF-B5B5-FB0E-3516-EECB9EACE5FF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549452" y="260520"/>
            <a:ext cx="2141728" cy="552450"/>
          </a:xfr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Place Logo Here</a:t>
            </a:r>
          </a:p>
        </p:txBody>
      </p:sp>
      <p:sp>
        <p:nvSpPr>
          <p:cNvPr id="3" name="Text Placeholder 44">
            <a:extLst>
              <a:ext uri="{FF2B5EF4-FFF2-40B4-BE49-F238E27FC236}">
                <a16:creationId xmlns:a16="http://schemas.microsoft.com/office/drawing/2014/main" id="{4635D0E6-F508-09B4-B04E-88D4169C0E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4653658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87021333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 NOT USE - INSTRUCTIONAL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3F73B-5A7E-8BBE-68A8-9BD49B10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47172" y="6356350"/>
            <a:ext cx="9560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1AB5E-0FD8-E0D0-B848-CE488AFA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32733C-E917-A5A6-1594-5B360FC191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3F741-5B4D-49EC-3B06-5F25CE645285}"/>
              </a:ext>
            </a:extLst>
          </p:cNvPr>
          <p:cNvSpPr txBox="1"/>
          <p:nvPr userDrawn="1"/>
        </p:nvSpPr>
        <p:spPr>
          <a:xfrm>
            <a:off x="415596" y="476250"/>
            <a:ext cx="9315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THIS IS AN INSTRUCTIONAL SLIDE </a:t>
            </a:r>
          </a:p>
          <a:p>
            <a:r>
              <a:rPr lang="en-US" sz="4000" b="1">
                <a:solidFill>
                  <a:schemeClr val="bg1"/>
                </a:solidFill>
              </a:rPr>
              <a:t>DO NOT USE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EBCAE-B9C3-7526-64F5-463C81DE63A2}"/>
              </a:ext>
            </a:extLst>
          </p:cNvPr>
          <p:cNvSpPr txBox="1"/>
          <p:nvPr userDrawn="1"/>
        </p:nvSpPr>
        <p:spPr>
          <a:xfrm>
            <a:off x="329870" y="2451408"/>
            <a:ext cx="1059530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>
                <a:solidFill>
                  <a:schemeClr val="bg1"/>
                </a:solidFill>
              </a:rPr>
              <a:t>People Slide</a:t>
            </a:r>
          </a:p>
          <a:p>
            <a:r>
              <a:rPr lang="en-US" sz="11500">
                <a:solidFill>
                  <a:schemeClr val="bg1"/>
                </a:solidFill>
              </a:rPr>
              <a:t>Options</a:t>
            </a:r>
            <a:endParaRPr lang="en-US" sz="115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2780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resenter/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89BC46D-5385-5DE6-DA61-C10BC9FAF1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0629" y="1886029"/>
            <a:ext cx="6655773" cy="1107996"/>
          </a:xfrm>
        </p:spPr>
        <p:txBody>
          <a:bodyPr vert="horz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Name Surname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115F2DDB-D60A-EA50-E444-748DF4339E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20629" y="3189000"/>
            <a:ext cx="6655773" cy="193899"/>
          </a:xfrm>
        </p:spPr>
        <p:txBody>
          <a:bodyPr>
            <a:noAutofit/>
          </a:bodyPr>
          <a:lstStyle>
            <a:lvl1pPr>
              <a:defRPr sz="14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E1D0A204-2560-CBD9-B777-06D1A5654A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20630" y="4154487"/>
            <a:ext cx="6655772" cy="1160463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 b="0">
                <a:solidFill>
                  <a:schemeClr val="accent1"/>
                </a:solidFill>
              </a:defRPr>
            </a:lvl2pPr>
          </a:lstStyle>
          <a:p>
            <a:pPr lvl="0"/>
            <a:r>
              <a:rPr lang="en-US"/>
              <a:t>Goal</a:t>
            </a:r>
          </a:p>
          <a:p>
            <a:pPr lvl="0"/>
            <a:r>
              <a:rPr lang="en-US"/>
              <a:t>Occupation</a:t>
            </a:r>
          </a:p>
          <a:p>
            <a:pPr lvl="0"/>
            <a:r>
              <a:rPr lang="en-US"/>
              <a:t>Experience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6B1ED381-5BDA-D584-239D-283A32C8FB9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15596" y="1281598"/>
            <a:ext cx="3887693" cy="43688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12" name="Text Placeholder 44">
            <a:extLst>
              <a:ext uri="{FF2B5EF4-FFF2-40B4-BE49-F238E27FC236}">
                <a16:creationId xmlns:a16="http://schemas.microsoft.com/office/drawing/2014/main" id="{091CECE5-46AC-D149-1CBE-DB93CE60090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pic>
        <p:nvPicPr>
          <p:cNvPr id="5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5C921B8A-35DA-00C2-AEC2-4A5C00075C0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99653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resenter/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F9279B66-229A-DE36-7A52-2E85D8B91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/>
          <a:p>
            <a:r>
              <a:rPr lang="en-US"/>
              <a:t>Click to Insert Headline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21B345B-4401-A8FA-B148-1E4314767E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01888" y="5350193"/>
            <a:ext cx="2651125" cy="492443"/>
          </a:xfr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 and company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1209D22-BF97-877A-1DFA-8B5A7224376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01888" y="4667251"/>
            <a:ext cx="2651125" cy="492443"/>
          </a:xfr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Surname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79D88FC-5E83-6B95-2125-593E37FB565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32594" y="5348923"/>
            <a:ext cx="2651125" cy="492442"/>
          </a:xfr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 and company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1453A9C-3EC0-C787-B432-29F4A36FF4D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132594" y="4665980"/>
            <a:ext cx="2651125" cy="492443"/>
          </a:xfr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Surname</a:t>
            </a:r>
          </a:p>
        </p:txBody>
      </p:sp>
      <p:sp>
        <p:nvSpPr>
          <p:cNvPr id="15" name="Picture Placeholder 70">
            <a:extLst>
              <a:ext uri="{FF2B5EF4-FFF2-40B4-BE49-F238E27FC236}">
                <a16:creationId xmlns:a16="http://schemas.microsoft.com/office/drawing/2014/main" id="{8367018C-C5CF-CCBA-DAF7-C7B674DAC69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2401888" y="1758700"/>
            <a:ext cx="2246384" cy="2543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16" name="Picture Placeholder 78">
            <a:extLst>
              <a:ext uri="{FF2B5EF4-FFF2-40B4-BE49-F238E27FC236}">
                <a16:creationId xmlns:a16="http://schemas.microsoft.com/office/drawing/2014/main" id="{4B067573-8509-EB20-F52A-3E7B5F4025A3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7132594" y="1758700"/>
            <a:ext cx="2246384" cy="2543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17" name="Text Placeholder 44">
            <a:extLst>
              <a:ext uri="{FF2B5EF4-FFF2-40B4-BE49-F238E27FC236}">
                <a16:creationId xmlns:a16="http://schemas.microsoft.com/office/drawing/2014/main" id="{2F32933E-4863-F3EF-2E0B-DB6FAD02C7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pic>
        <p:nvPicPr>
          <p:cNvPr id="4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E3C94DEE-5662-28FA-C2AE-B2195447D7D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210555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esenter/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F9279B66-229A-DE36-7A52-2E85D8B91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/>
          <a:p>
            <a:r>
              <a:rPr lang="en-US"/>
              <a:t>Click to Insert Headline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39CA82B-4FF2-4AE2-028E-9628DA7E1DB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54150" y="5312094"/>
            <a:ext cx="2651125" cy="479106"/>
          </a:xfr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 and company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84C2A83-D564-22A5-F85C-5092760B6C8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54150" y="4629150"/>
            <a:ext cx="2651125" cy="492443"/>
          </a:xfr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Surname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A02BD32-10E3-7138-2F0E-D36866D4C8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69644" y="5312094"/>
            <a:ext cx="2651125" cy="479106"/>
          </a:xfr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 and company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06926A-E69A-62F5-9F6F-C74237083B7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69644" y="4629150"/>
            <a:ext cx="2651125" cy="492443"/>
          </a:xfr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Surname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014C27F-1B4C-2710-54F1-B0EAF529FD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85138" y="5312093"/>
            <a:ext cx="2651125" cy="479105"/>
          </a:xfr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 and company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1D7B212A-F0EC-EF8F-D9E6-1F8A2AA611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85138" y="4629150"/>
            <a:ext cx="2651125" cy="492443"/>
          </a:xfr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Surname</a:t>
            </a:r>
          </a:p>
        </p:txBody>
      </p:sp>
      <p:sp>
        <p:nvSpPr>
          <p:cNvPr id="19" name="Picture Placeholder 90">
            <a:extLst>
              <a:ext uri="{FF2B5EF4-FFF2-40B4-BE49-F238E27FC236}">
                <a16:creationId xmlns:a16="http://schemas.microsoft.com/office/drawing/2014/main" id="{5102062A-990D-6A4E-CC4F-D564E47F5CCA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1454150" y="1720600"/>
            <a:ext cx="2246384" cy="2543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rgbClr val="3D3F48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20" name="Picture Placeholder 100">
            <a:extLst>
              <a:ext uri="{FF2B5EF4-FFF2-40B4-BE49-F238E27FC236}">
                <a16:creationId xmlns:a16="http://schemas.microsoft.com/office/drawing/2014/main" id="{46E7EAEC-830F-0538-1F06-B09AB3CF6F13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4769644" y="1720600"/>
            <a:ext cx="2246384" cy="2543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rgbClr val="3D3F48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21" name="Picture Placeholder 110">
            <a:extLst>
              <a:ext uri="{FF2B5EF4-FFF2-40B4-BE49-F238E27FC236}">
                <a16:creationId xmlns:a16="http://schemas.microsoft.com/office/drawing/2014/main" id="{868B2B93-FDC6-9C36-5B8B-B8B62C8420C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8085138" y="1720600"/>
            <a:ext cx="2246384" cy="2543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rgbClr val="3D3F48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22" name="Text Placeholder 44">
            <a:extLst>
              <a:ext uri="{FF2B5EF4-FFF2-40B4-BE49-F238E27FC236}">
                <a16:creationId xmlns:a16="http://schemas.microsoft.com/office/drawing/2014/main" id="{A18E051E-21E7-6435-E5C5-4CE91C6B57F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pic>
        <p:nvPicPr>
          <p:cNvPr id="7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7EBCC8D8-EC4E-FA25-162B-C7D9921A352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731675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resenter/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F9279B66-229A-DE36-7A52-2E85D8B91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/>
          <a:p>
            <a:r>
              <a:rPr lang="en-US"/>
              <a:t>Click to Insert Headline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FA07FF69-5DE4-D2B6-287B-B2047E4B04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8000" y="5350194"/>
            <a:ext cx="2246384" cy="479106"/>
          </a:xfrm>
        </p:spPr>
        <p:txBody>
          <a:bodyPr wrap="square" anchor="t">
            <a:noAutofit/>
          </a:bodyPr>
          <a:lstStyle>
            <a:lvl1pPr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 and company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49CE133-BB66-FA53-475F-72D3029AE3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8000" y="4670249"/>
            <a:ext cx="2246384" cy="489445"/>
          </a:xfrm>
        </p:spPr>
        <p:txBody>
          <a:bodyPr wrap="square" anchor="b">
            <a:noAutofit/>
          </a:bodyPr>
          <a:lstStyle>
            <a:lvl1pPr>
              <a:spcAft>
                <a:spcPts val="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Surname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358A6C3-75C3-3265-DE5B-22F04BCD16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81470" y="5368993"/>
            <a:ext cx="2249424" cy="479105"/>
          </a:xfrm>
        </p:spPr>
        <p:txBody>
          <a:bodyPr wrap="square" anchor="t">
            <a:noAutofit/>
          </a:bodyPr>
          <a:lstStyle>
            <a:lvl1pPr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 and company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BA2FB22-FEA3-F491-FA63-180D1D6FDBE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81470" y="4686052"/>
            <a:ext cx="2249424" cy="492443"/>
          </a:xfrm>
        </p:spPr>
        <p:txBody>
          <a:bodyPr wrap="square" anchor="b">
            <a:noAutofit/>
          </a:bodyPr>
          <a:lstStyle>
            <a:lvl1pPr>
              <a:spcAft>
                <a:spcPts val="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Surname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E1073DD-ABFD-AE4C-4915-D9F94176159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57980" y="5350194"/>
            <a:ext cx="2249424" cy="479104"/>
          </a:xfr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 and company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7E5D7DC-93BD-A899-1C85-98E1A47E7F8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57980" y="4667251"/>
            <a:ext cx="2249424" cy="492443"/>
          </a:xfr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Surname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73030E54-1BFD-34E9-CC93-EC664459BE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34490" y="5350194"/>
            <a:ext cx="2249424" cy="479104"/>
          </a:xfr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 and company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7E6005E-EE1B-976A-4B04-102E054A5F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434490" y="4667251"/>
            <a:ext cx="2249424" cy="492443"/>
          </a:xfr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Surname</a:t>
            </a:r>
          </a:p>
        </p:txBody>
      </p:sp>
      <p:sp>
        <p:nvSpPr>
          <p:cNvPr id="24" name="Picture Placeholder 90">
            <a:extLst>
              <a:ext uri="{FF2B5EF4-FFF2-40B4-BE49-F238E27FC236}">
                <a16:creationId xmlns:a16="http://schemas.microsoft.com/office/drawing/2014/main" id="{54C9A1C3-CD39-9B72-1F0F-C4FD1C9CA172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508000" y="1758700"/>
            <a:ext cx="2246384" cy="2543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rgbClr val="3D3F48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25" name="Picture Placeholder 100">
            <a:extLst>
              <a:ext uri="{FF2B5EF4-FFF2-40B4-BE49-F238E27FC236}">
                <a16:creationId xmlns:a16="http://schemas.microsoft.com/office/drawing/2014/main" id="{038F0E09-4F2D-071A-CFB5-1FC150BFEF7E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484539" y="1777500"/>
            <a:ext cx="2246384" cy="2543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rgbClr val="3D3F48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26" name="Picture Placeholder 110">
            <a:extLst>
              <a:ext uri="{FF2B5EF4-FFF2-40B4-BE49-F238E27FC236}">
                <a16:creationId xmlns:a16="http://schemas.microsoft.com/office/drawing/2014/main" id="{E4503E74-A42A-9B08-62A1-DEEEF45DD24B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6461078" y="1758700"/>
            <a:ext cx="2246384" cy="2543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rgbClr val="3D3F48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27" name="Picture Placeholder 110">
            <a:extLst>
              <a:ext uri="{FF2B5EF4-FFF2-40B4-BE49-F238E27FC236}">
                <a16:creationId xmlns:a16="http://schemas.microsoft.com/office/drawing/2014/main" id="{CEE57FA0-BB0F-5CEE-09B4-43B3219B8DE1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9437616" y="1758700"/>
            <a:ext cx="2246384" cy="2543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rgbClr val="3D3F48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28" name="Text Placeholder 44">
            <a:extLst>
              <a:ext uri="{FF2B5EF4-FFF2-40B4-BE49-F238E27FC236}">
                <a16:creationId xmlns:a16="http://schemas.microsoft.com/office/drawing/2014/main" id="{2A720E4B-CC4C-5882-ED33-012DB6485BF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pic>
        <p:nvPicPr>
          <p:cNvPr id="4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FB2C4E3C-C677-5522-6292-789766AC6B9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7046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resenter/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F9279B66-229A-DE36-7A52-2E85D8B91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/>
          <a:p>
            <a:r>
              <a:rPr lang="en-US"/>
              <a:t>Click to Insert Headline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94B6E4B-EC4D-8173-ECCD-0779CA9AF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10838" y="2579349"/>
            <a:ext cx="1594440" cy="423170"/>
          </a:xfr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</a:t>
            </a:r>
            <a:br>
              <a:rPr lang="en-US"/>
            </a:br>
            <a:r>
              <a:rPr lang="en-US"/>
              <a:t>and company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2AC064D-667D-CE64-EE79-24D405A5A3F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10838" y="2007659"/>
            <a:ext cx="1594440" cy="492443"/>
          </a:xfrm>
        </p:spPr>
        <p:txBody>
          <a:bodyPr lIns="0" tIns="0" anchor="b" anchorCtr="0">
            <a:noAutofit/>
          </a:bodyPr>
          <a:lstStyle>
            <a:lvl1pPr>
              <a:spcAft>
                <a:spcPts val="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Surname</a:t>
            </a:r>
          </a:p>
        </p:txBody>
      </p:sp>
      <p:sp>
        <p:nvSpPr>
          <p:cNvPr id="6" name="Picture Placeholder 48">
            <a:extLst>
              <a:ext uri="{FF2B5EF4-FFF2-40B4-BE49-F238E27FC236}">
                <a16:creationId xmlns:a16="http://schemas.microsoft.com/office/drawing/2014/main" id="{85EAAF75-208A-7533-6F01-2DAA08E1B5D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509036" y="1454944"/>
            <a:ext cx="1850708" cy="2095078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rgbClr val="3D3F48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300C05-4321-49C1-4058-F813EDA4797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00199" y="2584112"/>
            <a:ext cx="1594440" cy="423170"/>
          </a:xfr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</a:t>
            </a:r>
            <a:br>
              <a:rPr lang="en-US"/>
            </a:br>
            <a:r>
              <a:rPr lang="en-US"/>
              <a:t>and company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E2951C4-D46F-9C9D-81EA-989D673710C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00199" y="2012422"/>
            <a:ext cx="1594440" cy="492443"/>
          </a:xfrm>
        </p:spPr>
        <p:txBody>
          <a:bodyPr lIns="0" tIns="0" anchor="b" anchorCtr="0">
            <a:noAutofit/>
          </a:bodyPr>
          <a:lstStyle>
            <a:lvl1pPr>
              <a:spcAft>
                <a:spcPts val="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Surname</a:t>
            </a:r>
          </a:p>
        </p:txBody>
      </p:sp>
      <p:sp>
        <p:nvSpPr>
          <p:cNvPr id="18" name="Picture Placeholder 62">
            <a:extLst>
              <a:ext uri="{FF2B5EF4-FFF2-40B4-BE49-F238E27FC236}">
                <a16:creationId xmlns:a16="http://schemas.microsoft.com/office/drawing/2014/main" id="{E893B138-88D8-6B4C-283D-C39481C3455D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298397" y="1454944"/>
            <a:ext cx="1850708" cy="2095078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rgbClr val="3D3F48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132BCCE-34E6-25C0-167A-20DE7076DDA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088526" y="2579349"/>
            <a:ext cx="1594440" cy="423170"/>
          </a:xfr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</a:t>
            </a:r>
            <a:br>
              <a:rPr lang="en-US"/>
            </a:br>
            <a:r>
              <a:rPr lang="en-US"/>
              <a:t>and company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ED226B2-4C78-48B0-4AF1-5FF7025979D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088526" y="2007659"/>
            <a:ext cx="1594440" cy="492443"/>
          </a:xfrm>
        </p:spPr>
        <p:txBody>
          <a:bodyPr lIns="0" tIns="0" anchor="b" anchorCtr="0">
            <a:noAutofit/>
          </a:bodyPr>
          <a:lstStyle>
            <a:lvl1pPr>
              <a:spcAft>
                <a:spcPts val="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Surname</a:t>
            </a:r>
          </a:p>
        </p:txBody>
      </p:sp>
      <p:sp>
        <p:nvSpPr>
          <p:cNvPr id="21" name="Picture Placeholder 74">
            <a:extLst>
              <a:ext uri="{FF2B5EF4-FFF2-40B4-BE49-F238E27FC236}">
                <a16:creationId xmlns:a16="http://schemas.microsoft.com/office/drawing/2014/main" id="{6023BA60-198D-5AAC-C995-526897D18C08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8081644" y="1454944"/>
            <a:ext cx="1850708" cy="2095078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rgbClr val="3D3F48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B462AAC3-E7C1-E029-E6CD-42263AA9A4B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510838" y="4902831"/>
            <a:ext cx="1594440" cy="423170"/>
          </a:xfr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</a:t>
            </a:r>
            <a:br>
              <a:rPr lang="en-US"/>
            </a:br>
            <a:r>
              <a:rPr lang="en-US"/>
              <a:t>and company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89A270D5-7E15-52DF-7ABC-DF985D72600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510838" y="4331141"/>
            <a:ext cx="1594440" cy="492443"/>
          </a:xfrm>
        </p:spPr>
        <p:txBody>
          <a:bodyPr lIns="0" tIns="0" anchor="b" anchorCtr="0">
            <a:noAutofit/>
          </a:bodyPr>
          <a:lstStyle>
            <a:lvl1pPr>
              <a:spcAft>
                <a:spcPts val="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Surname</a:t>
            </a:r>
          </a:p>
        </p:txBody>
      </p:sp>
      <p:sp>
        <p:nvSpPr>
          <p:cNvPr id="30" name="Picture Placeholder 116">
            <a:extLst>
              <a:ext uri="{FF2B5EF4-FFF2-40B4-BE49-F238E27FC236}">
                <a16:creationId xmlns:a16="http://schemas.microsoft.com/office/drawing/2014/main" id="{FDD9510C-9DE3-4DD3-C0D8-BBEC594F8A59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509036" y="3778426"/>
            <a:ext cx="1850708" cy="2095078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rgbClr val="3D3F48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8DB54628-8C28-1A18-A2EF-DC2146515B8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300199" y="4907594"/>
            <a:ext cx="1594440" cy="423170"/>
          </a:xfr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</a:t>
            </a:r>
            <a:br>
              <a:rPr lang="en-US"/>
            </a:br>
            <a:r>
              <a:rPr lang="en-US"/>
              <a:t>and company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2E24A2-6DD0-22A2-20CF-3FF91720E91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300199" y="4335904"/>
            <a:ext cx="1594440" cy="492443"/>
          </a:xfrm>
        </p:spPr>
        <p:txBody>
          <a:bodyPr lIns="0" tIns="0" anchor="b" anchorCtr="0">
            <a:noAutofit/>
          </a:bodyPr>
          <a:lstStyle>
            <a:lvl1pPr>
              <a:spcAft>
                <a:spcPts val="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Surname</a:t>
            </a:r>
          </a:p>
        </p:txBody>
      </p:sp>
      <p:sp>
        <p:nvSpPr>
          <p:cNvPr id="33" name="Picture Placeholder 128">
            <a:extLst>
              <a:ext uri="{FF2B5EF4-FFF2-40B4-BE49-F238E27FC236}">
                <a16:creationId xmlns:a16="http://schemas.microsoft.com/office/drawing/2014/main" id="{AC5EA97C-6B5F-A6C4-DFA7-DF27BB5125F7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4293634" y="3778426"/>
            <a:ext cx="1850708" cy="2095078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rgbClr val="3D3F48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15A60299-0913-124F-67F3-96846ED444E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88526" y="4902831"/>
            <a:ext cx="1594440" cy="423170"/>
          </a:xfr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</a:t>
            </a:r>
            <a:br>
              <a:rPr lang="en-US"/>
            </a:br>
            <a:r>
              <a:rPr lang="en-US"/>
              <a:t>and company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590A4EB6-8F2E-7261-5037-9764436582A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88526" y="4331141"/>
            <a:ext cx="1594440" cy="492443"/>
          </a:xfrm>
        </p:spPr>
        <p:txBody>
          <a:bodyPr lIns="0" tIns="0" anchor="b" anchorCtr="0">
            <a:noAutofit/>
          </a:bodyPr>
          <a:lstStyle>
            <a:lvl1pPr>
              <a:spcAft>
                <a:spcPts val="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Surname</a:t>
            </a:r>
          </a:p>
        </p:txBody>
      </p:sp>
      <p:sp>
        <p:nvSpPr>
          <p:cNvPr id="36" name="Picture Placeholder 140">
            <a:extLst>
              <a:ext uri="{FF2B5EF4-FFF2-40B4-BE49-F238E27FC236}">
                <a16:creationId xmlns:a16="http://schemas.microsoft.com/office/drawing/2014/main" id="{E221FC6A-B6C9-91EB-D7A6-4E4D59EE135C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8081644" y="3778426"/>
            <a:ext cx="1850708" cy="2095078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rgbClr val="3D3F48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37" name="Text Placeholder 44">
            <a:extLst>
              <a:ext uri="{FF2B5EF4-FFF2-40B4-BE49-F238E27FC236}">
                <a16:creationId xmlns:a16="http://schemas.microsoft.com/office/drawing/2014/main" id="{78EC0F61-EC2B-01B2-0384-39645FB4F6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pic>
        <p:nvPicPr>
          <p:cNvPr id="7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B59DCB27-198A-3E0B-0F77-84821497204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06232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 A">
    <p:bg>
      <p:bgPr>
        <a:solidFill>
          <a:srgbClr val="000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F9279B66-229A-DE36-7A52-2E85D8B91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Headline</a:t>
            </a:r>
          </a:p>
        </p:txBody>
      </p:sp>
      <p:sp>
        <p:nvSpPr>
          <p:cNvPr id="5" name="Picture Placeholder 36">
            <a:extLst>
              <a:ext uri="{FF2B5EF4-FFF2-40B4-BE49-F238E27FC236}">
                <a16:creationId xmlns:a16="http://schemas.microsoft.com/office/drawing/2014/main" id="{378C3B71-D6B8-78C7-F051-E81C6030163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1315438"/>
            <a:ext cx="3982847" cy="473946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12" name="Picture Placeholder 36">
            <a:extLst>
              <a:ext uri="{FF2B5EF4-FFF2-40B4-BE49-F238E27FC236}">
                <a16:creationId xmlns:a16="http://schemas.microsoft.com/office/drawing/2014/main" id="{60B4D428-A622-944E-5AAE-AD0948547A17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101790" y="1315438"/>
            <a:ext cx="3982847" cy="473946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13" name="Picture Placeholder 36">
            <a:extLst>
              <a:ext uri="{FF2B5EF4-FFF2-40B4-BE49-F238E27FC236}">
                <a16:creationId xmlns:a16="http://schemas.microsoft.com/office/drawing/2014/main" id="{D372E7A5-D4B6-1565-5335-E3C9C92D116D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8209153" y="1313620"/>
            <a:ext cx="3982847" cy="473946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14" name="Text Placeholder 44">
            <a:extLst>
              <a:ext uri="{FF2B5EF4-FFF2-40B4-BE49-F238E27FC236}">
                <a16:creationId xmlns:a16="http://schemas.microsoft.com/office/drawing/2014/main" id="{804CA1DA-964D-8983-B109-F21A80BAE6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131457516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 B">
    <p:bg>
      <p:bgPr>
        <a:solidFill>
          <a:srgbClr val="000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F9279B66-229A-DE36-7A52-2E85D8B91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Headline</a:t>
            </a:r>
          </a:p>
        </p:txBody>
      </p:sp>
      <p:sp>
        <p:nvSpPr>
          <p:cNvPr id="3" name="Picture Placeholder 36">
            <a:extLst>
              <a:ext uri="{FF2B5EF4-FFF2-40B4-BE49-F238E27FC236}">
                <a16:creationId xmlns:a16="http://schemas.microsoft.com/office/drawing/2014/main" id="{1949DBF2-A5AB-B59A-9C9F-985DAA871F8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1325949"/>
            <a:ext cx="3982847" cy="2301752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4" name="Picture Placeholder 36">
            <a:extLst>
              <a:ext uri="{FF2B5EF4-FFF2-40B4-BE49-F238E27FC236}">
                <a16:creationId xmlns:a16="http://schemas.microsoft.com/office/drawing/2014/main" id="{036FD176-1BDB-A9D9-9E55-72F2B9917B9A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101790" y="1325949"/>
            <a:ext cx="3982847" cy="2301752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6" name="Picture Placeholder 36">
            <a:extLst>
              <a:ext uri="{FF2B5EF4-FFF2-40B4-BE49-F238E27FC236}">
                <a16:creationId xmlns:a16="http://schemas.microsoft.com/office/drawing/2014/main" id="{855E5FA8-CEFB-8922-47D1-58E5B27FBD7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8209153" y="1324131"/>
            <a:ext cx="3982847" cy="2301752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8" name="Picture Placeholder 36">
            <a:extLst>
              <a:ext uri="{FF2B5EF4-FFF2-40B4-BE49-F238E27FC236}">
                <a16:creationId xmlns:a16="http://schemas.microsoft.com/office/drawing/2014/main" id="{64A73677-DE47-5919-0133-26FE22C58993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2786" y="3760527"/>
            <a:ext cx="3982847" cy="2301752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14" name="Picture Placeholder 36">
            <a:extLst>
              <a:ext uri="{FF2B5EF4-FFF2-40B4-BE49-F238E27FC236}">
                <a16:creationId xmlns:a16="http://schemas.microsoft.com/office/drawing/2014/main" id="{A6BF934E-FEF3-4CDB-8715-E502D4F95B33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104576" y="3760527"/>
            <a:ext cx="3982847" cy="2301752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15" name="Picture Placeholder 36">
            <a:extLst>
              <a:ext uri="{FF2B5EF4-FFF2-40B4-BE49-F238E27FC236}">
                <a16:creationId xmlns:a16="http://schemas.microsoft.com/office/drawing/2014/main" id="{5F43458C-119A-95B6-9D6E-BF38D2629A0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8211939" y="3758709"/>
            <a:ext cx="3982847" cy="2301752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16" name="Text Placeholder 44">
            <a:extLst>
              <a:ext uri="{FF2B5EF4-FFF2-40B4-BE49-F238E27FC236}">
                <a16:creationId xmlns:a16="http://schemas.microsoft.com/office/drawing/2014/main" id="{1E2904F0-DD44-36B7-75E1-BD74D42780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189809682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 NOT USE - INSTRUCTIONAL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3F73B-5A7E-8BBE-68A8-9BD49B10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47172" y="6356350"/>
            <a:ext cx="9560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1AB5E-0FD8-E0D0-B848-CE488AFA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32733C-E917-A5A6-1594-5B360FC191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3F741-5B4D-49EC-3B06-5F25CE645285}"/>
              </a:ext>
            </a:extLst>
          </p:cNvPr>
          <p:cNvSpPr txBox="1"/>
          <p:nvPr userDrawn="1"/>
        </p:nvSpPr>
        <p:spPr>
          <a:xfrm>
            <a:off x="415596" y="476250"/>
            <a:ext cx="9315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THIS IS AN INSTRUCTIONAL SLIDE </a:t>
            </a:r>
          </a:p>
          <a:p>
            <a:r>
              <a:rPr lang="en-US" sz="4000" b="1">
                <a:solidFill>
                  <a:schemeClr val="bg1"/>
                </a:solidFill>
              </a:rPr>
              <a:t>DO NOT USE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EBCAE-B9C3-7526-64F5-463C81DE63A2}"/>
              </a:ext>
            </a:extLst>
          </p:cNvPr>
          <p:cNvSpPr txBox="1"/>
          <p:nvPr userDrawn="1"/>
        </p:nvSpPr>
        <p:spPr>
          <a:xfrm>
            <a:off x="329870" y="2451408"/>
            <a:ext cx="1059530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>
                <a:solidFill>
                  <a:schemeClr val="bg1"/>
                </a:solidFill>
              </a:rPr>
              <a:t>Data Slide</a:t>
            </a:r>
          </a:p>
          <a:p>
            <a:r>
              <a:rPr lang="en-US" sz="11500">
                <a:solidFill>
                  <a:schemeClr val="bg1"/>
                </a:solidFill>
              </a:rPr>
              <a:t>Options</a:t>
            </a:r>
            <a:endParaRPr lang="en-US" sz="115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17342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Fin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E0B07C-5363-0DFD-6C46-5FF23028831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5053013" cy="6858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0EB6DDA-2D64-9211-BF24-538403F84D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596" y="6364123"/>
            <a:ext cx="1484309" cy="283368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1762787-C155-388C-7969-8790E0BC00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925" y="1858775"/>
            <a:ext cx="4215710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add headline strap</a:t>
            </a:r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730C2839-58F6-162B-9EEA-740DDBDBBB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5596" y="4191659"/>
            <a:ext cx="4215710" cy="191384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Chart Placeholder 10">
            <a:extLst>
              <a:ext uri="{FF2B5EF4-FFF2-40B4-BE49-F238E27FC236}">
                <a16:creationId xmlns:a16="http://schemas.microsoft.com/office/drawing/2014/main" id="{DE576FFD-C620-D34C-D39C-662C292E8BCF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5468609" y="858982"/>
            <a:ext cx="6307466" cy="5237018"/>
          </a:xfrm>
        </p:spPr>
        <p:txBody>
          <a:bodyPr>
            <a:noAutofit/>
          </a:bodyPr>
          <a:lstStyle>
            <a:lvl1pPr>
              <a:defRPr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1" name="Text Placeholder 44">
            <a:extLst>
              <a:ext uri="{FF2B5EF4-FFF2-40B4-BE49-F238E27FC236}">
                <a16:creationId xmlns:a16="http://schemas.microsoft.com/office/drawing/2014/main" id="{EE9737BF-7FAA-12F5-48D7-BAAAFC41A8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8608" y="6364123"/>
            <a:ext cx="4597565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AD77DA6-942A-804D-7E9E-B32E3C2488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2251548"/>
            <a:ext cx="4215710" cy="1495794"/>
          </a:xfrm>
        </p:spPr>
        <p:txBody>
          <a:bodyPr vert="horz" wrap="square" anchor="t" anchorCtr="0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244930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A">
    <p:bg>
      <p:bgPr>
        <a:solidFill>
          <a:srgbClr val="000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F9279B66-229A-DE36-7A52-2E85D8B91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 Headline About the Key Figures</a:t>
            </a:r>
          </a:p>
        </p:txBody>
      </p:sp>
      <p:sp>
        <p:nvSpPr>
          <p:cNvPr id="14" name="Text Placeholder 44">
            <a:extLst>
              <a:ext uri="{FF2B5EF4-FFF2-40B4-BE49-F238E27FC236}">
                <a16:creationId xmlns:a16="http://schemas.microsoft.com/office/drawing/2014/main" id="{804CA1DA-964D-8983-B109-F21A80BAE6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0AC3E0C-454C-51DD-012E-4F5424B22C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4567" y="2080328"/>
            <a:ext cx="2651126" cy="582913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A1856FAB-3FB8-2A7E-4739-D6136830C0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34568" y="2853741"/>
            <a:ext cx="2651126" cy="232251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20F7E93-5F96-C52B-710F-E2DD97C10B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76191" y="2080328"/>
            <a:ext cx="2651125" cy="582913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8DE806CB-3BD9-0196-B79F-AA20DD168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6192" y="2853741"/>
            <a:ext cx="2650121" cy="232251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406118-A2CC-21C6-0580-F2CF5D5A94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6812" y="2080328"/>
            <a:ext cx="2651125" cy="582913"/>
          </a:xfrm>
        </p:spPr>
        <p:txBody>
          <a:bodyPr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STAT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FFEF7901-D6DE-600F-4C27-38C5FA634B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16812" y="2853741"/>
            <a:ext cx="2650121" cy="232251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F533D7-A2D1-4BF0-759F-03B6104E9AA7}"/>
              </a:ext>
            </a:extLst>
          </p:cNvPr>
          <p:cNvCxnSpPr>
            <a:cxnSpLocks/>
          </p:cNvCxnSpPr>
          <p:nvPr userDrawn="1"/>
        </p:nvCxnSpPr>
        <p:spPr>
          <a:xfrm>
            <a:off x="4580942" y="2080328"/>
            <a:ext cx="0" cy="3095925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B7C2052-514C-E7A9-74D2-D4555B3E28F2}"/>
              </a:ext>
            </a:extLst>
          </p:cNvPr>
          <p:cNvCxnSpPr>
            <a:cxnSpLocks/>
          </p:cNvCxnSpPr>
          <p:nvPr userDrawn="1"/>
        </p:nvCxnSpPr>
        <p:spPr>
          <a:xfrm>
            <a:off x="7422064" y="2080328"/>
            <a:ext cx="0" cy="3095925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8731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F9279B66-229A-DE36-7A52-2E85D8B91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 Headline About the Key Figures</a:t>
            </a:r>
          </a:p>
        </p:txBody>
      </p:sp>
      <p:sp>
        <p:nvSpPr>
          <p:cNvPr id="14" name="Text Placeholder 44">
            <a:extLst>
              <a:ext uri="{FF2B5EF4-FFF2-40B4-BE49-F238E27FC236}">
                <a16:creationId xmlns:a16="http://schemas.microsoft.com/office/drawing/2014/main" id="{804CA1DA-964D-8983-B109-F21A80BAE6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0AC3E0C-454C-51DD-012E-4F5424B22C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4567" y="2080328"/>
            <a:ext cx="2651126" cy="582913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A1856FAB-3FB8-2A7E-4739-D6136830C0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34568" y="2853741"/>
            <a:ext cx="2651126" cy="2322512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20F7E93-5F96-C52B-710F-E2DD97C10B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76191" y="2080328"/>
            <a:ext cx="2651125" cy="582913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8DE806CB-3BD9-0196-B79F-AA20DD168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6192" y="2853741"/>
            <a:ext cx="2650121" cy="2322512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406118-A2CC-21C6-0580-F2CF5D5A94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6812" y="2080328"/>
            <a:ext cx="2651125" cy="582913"/>
          </a:xfrm>
        </p:spPr>
        <p:txBody>
          <a:bodyPr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5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STAT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FFEF7901-D6DE-600F-4C27-38C5FA634B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16812" y="2853741"/>
            <a:ext cx="2650121" cy="2322512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F533D7-A2D1-4BF0-759F-03B6104E9AA7}"/>
              </a:ext>
            </a:extLst>
          </p:cNvPr>
          <p:cNvCxnSpPr>
            <a:cxnSpLocks/>
          </p:cNvCxnSpPr>
          <p:nvPr userDrawn="1"/>
        </p:nvCxnSpPr>
        <p:spPr>
          <a:xfrm>
            <a:off x="4580942" y="2080328"/>
            <a:ext cx="0" cy="3095925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B7C2052-514C-E7A9-74D2-D4555B3E28F2}"/>
              </a:ext>
            </a:extLst>
          </p:cNvPr>
          <p:cNvCxnSpPr>
            <a:cxnSpLocks/>
          </p:cNvCxnSpPr>
          <p:nvPr userDrawn="1"/>
        </p:nvCxnSpPr>
        <p:spPr>
          <a:xfrm>
            <a:off x="7422064" y="2080328"/>
            <a:ext cx="0" cy="3095925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989CB29C-4DCB-52B6-D429-FF1349CFEBA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503037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F9279B66-229A-DE36-7A52-2E85D8B91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 Headline About the Key Figures</a:t>
            </a:r>
          </a:p>
        </p:txBody>
      </p:sp>
      <p:sp>
        <p:nvSpPr>
          <p:cNvPr id="14" name="Text Placeholder 44">
            <a:extLst>
              <a:ext uri="{FF2B5EF4-FFF2-40B4-BE49-F238E27FC236}">
                <a16:creationId xmlns:a16="http://schemas.microsoft.com/office/drawing/2014/main" id="{804CA1DA-964D-8983-B109-F21A80BAE6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49F44FF-E4F8-A312-ED3B-B802AEBC70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8810" y="1503995"/>
            <a:ext cx="2651126" cy="583200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A67CDA44-FF5A-2CAE-4C4C-1578DE31AF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28811" y="2277696"/>
            <a:ext cx="2651126" cy="1160462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 marL="180975" indent="0">
              <a:buNone/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88AE45A-152D-21FD-37B5-F7D839C419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70438" y="1503995"/>
            <a:ext cx="2651124" cy="583200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8DC1E47-31D1-7B92-1C56-0F3B228F57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70438" y="2277696"/>
            <a:ext cx="2651124" cy="1160462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 marL="180975" indent="0">
              <a:buNone/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82B9134B-8A39-2679-182D-39864ADEDC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12062" y="1503995"/>
            <a:ext cx="2651124" cy="583200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8FA58E4-65BC-1599-E0FB-F02601AE39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12062" y="2277696"/>
            <a:ext cx="2651124" cy="1160462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 marL="180975" indent="0">
              <a:buNone/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077A592-0B0B-C790-C0A1-B0FF92F5AC1D}"/>
              </a:ext>
            </a:extLst>
          </p:cNvPr>
          <p:cNvCxnSpPr>
            <a:cxnSpLocks/>
          </p:cNvCxnSpPr>
          <p:nvPr userDrawn="1"/>
        </p:nvCxnSpPr>
        <p:spPr>
          <a:xfrm>
            <a:off x="4675187" y="1503995"/>
            <a:ext cx="0" cy="193416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2B72B08-7AB2-9175-AB48-6A31922FFAAA}"/>
              </a:ext>
            </a:extLst>
          </p:cNvPr>
          <p:cNvCxnSpPr>
            <a:cxnSpLocks/>
          </p:cNvCxnSpPr>
          <p:nvPr userDrawn="1"/>
        </p:nvCxnSpPr>
        <p:spPr>
          <a:xfrm>
            <a:off x="7516812" y="1503995"/>
            <a:ext cx="0" cy="193416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0ACD08D-7C4D-3D25-92BE-91078AA58555}"/>
              </a:ext>
            </a:extLst>
          </p:cNvPr>
          <p:cNvCxnSpPr>
            <a:cxnSpLocks/>
          </p:cNvCxnSpPr>
          <p:nvPr userDrawn="1"/>
        </p:nvCxnSpPr>
        <p:spPr>
          <a:xfrm>
            <a:off x="4675187" y="3824920"/>
            <a:ext cx="0" cy="193416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DB1DC8E-A942-4EDD-E9A8-BC3BE767B246}"/>
              </a:ext>
            </a:extLst>
          </p:cNvPr>
          <p:cNvCxnSpPr>
            <a:cxnSpLocks/>
          </p:cNvCxnSpPr>
          <p:nvPr userDrawn="1"/>
        </p:nvCxnSpPr>
        <p:spPr>
          <a:xfrm>
            <a:off x="7516812" y="3824920"/>
            <a:ext cx="0" cy="193416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10E7A8DC-1F9E-7743-9638-F84C8715CF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28810" y="3824920"/>
            <a:ext cx="2651126" cy="583200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74A06DC9-B939-F21D-AC44-368A5272C8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28811" y="4598620"/>
            <a:ext cx="2651126" cy="1160462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 marL="180975" indent="0">
              <a:buNone/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 marL="538162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0EAD9C7-FC73-7D30-EC0C-9D16C3E99B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70438" y="3824920"/>
            <a:ext cx="2651124" cy="583200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9CBA2398-4EB5-0517-4B63-FBDDB9FE48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70438" y="4598620"/>
            <a:ext cx="2651124" cy="116046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8F25C56E-F1F9-4113-5575-9DCBD9AA76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12062" y="3824920"/>
            <a:ext cx="2651124" cy="583200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661E0047-D2DC-BB67-6957-F39DC0F1CA8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12062" y="4598620"/>
            <a:ext cx="2651124" cy="116046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 marL="180975" indent="0">
              <a:buNone/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 marL="538162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pic>
        <p:nvPicPr>
          <p:cNvPr id="4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CA46D28C-2117-76E3-E2B6-E8D74848332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871710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 NOT USE - INSTRUCTIONAL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3F73B-5A7E-8BBE-68A8-9BD49B10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47172" y="6356350"/>
            <a:ext cx="9560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1AB5E-0FD8-E0D0-B848-CE488AFA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32733C-E917-A5A6-1594-5B360FC191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3F741-5B4D-49EC-3B06-5F25CE645285}"/>
              </a:ext>
            </a:extLst>
          </p:cNvPr>
          <p:cNvSpPr txBox="1"/>
          <p:nvPr userDrawn="1"/>
        </p:nvSpPr>
        <p:spPr>
          <a:xfrm>
            <a:off x="415596" y="476250"/>
            <a:ext cx="9315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THIS IS AN INSTRUCTIONAL SLIDE </a:t>
            </a:r>
          </a:p>
          <a:p>
            <a:r>
              <a:rPr lang="en-US" sz="4000" b="1">
                <a:solidFill>
                  <a:schemeClr val="bg1"/>
                </a:solidFill>
              </a:rPr>
              <a:t>DO NOT USE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EBCAE-B9C3-7526-64F5-463C81DE63A2}"/>
              </a:ext>
            </a:extLst>
          </p:cNvPr>
          <p:cNvSpPr txBox="1"/>
          <p:nvPr userDrawn="1"/>
        </p:nvSpPr>
        <p:spPr>
          <a:xfrm>
            <a:off x="329870" y="2451408"/>
            <a:ext cx="1059530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>
                <a:solidFill>
                  <a:schemeClr val="bg1"/>
                </a:solidFill>
              </a:rPr>
              <a:t>Ecosystem Slide Options</a:t>
            </a:r>
            <a:endParaRPr lang="en-US" sz="115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141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 / Part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F9279B66-229A-DE36-7A52-2E85D8B91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Headline</a:t>
            </a:r>
          </a:p>
        </p:txBody>
      </p:sp>
      <p:sp>
        <p:nvSpPr>
          <p:cNvPr id="14" name="Text Placeholder 44">
            <a:extLst>
              <a:ext uri="{FF2B5EF4-FFF2-40B4-BE49-F238E27FC236}">
                <a16:creationId xmlns:a16="http://schemas.microsoft.com/office/drawing/2014/main" id="{804CA1DA-964D-8983-B109-F21A80BAE6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sp>
        <p:nvSpPr>
          <p:cNvPr id="3" name="Picture Placeholder 67">
            <a:extLst>
              <a:ext uri="{FF2B5EF4-FFF2-40B4-BE49-F238E27FC236}">
                <a16:creationId xmlns:a16="http://schemas.microsoft.com/office/drawing/2014/main" id="{4E119BF5-A8DA-AF00-51A9-0913668886C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15596" y="1625600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67">
            <a:extLst>
              <a:ext uri="{FF2B5EF4-FFF2-40B4-BE49-F238E27FC236}">
                <a16:creationId xmlns:a16="http://schemas.microsoft.com/office/drawing/2014/main" id="{AB77CB8B-D591-CEAE-4ECE-ED808578CBF6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15596" y="2785121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67">
            <a:extLst>
              <a:ext uri="{FF2B5EF4-FFF2-40B4-BE49-F238E27FC236}">
                <a16:creationId xmlns:a16="http://schemas.microsoft.com/office/drawing/2014/main" id="{230604E8-4F24-95C6-0896-970889CD552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415596" y="3944642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7">
            <a:extLst>
              <a:ext uri="{FF2B5EF4-FFF2-40B4-BE49-F238E27FC236}">
                <a16:creationId xmlns:a16="http://schemas.microsoft.com/office/drawing/2014/main" id="{CD72A846-20CC-17E9-1FB1-6077B4F14A20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15596" y="5104164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67">
            <a:extLst>
              <a:ext uri="{FF2B5EF4-FFF2-40B4-BE49-F238E27FC236}">
                <a16:creationId xmlns:a16="http://schemas.microsoft.com/office/drawing/2014/main" id="{B08E4AEE-154B-C55E-485B-38D7559554FD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2347197" y="1625600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67">
            <a:extLst>
              <a:ext uri="{FF2B5EF4-FFF2-40B4-BE49-F238E27FC236}">
                <a16:creationId xmlns:a16="http://schemas.microsoft.com/office/drawing/2014/main" id="{9C768878-563D-8B90-7F10-5660BC46EE5C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2347197" y="2785121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67">
            <a:extLst>
              <a:ext uri="{FF2B5EF4-FFF2-40B4-BE49-F238E27FC236}">
                <a16:creationId xmlns:a16="http://schemas.microsoft.com/office/drawing/2014/main" id="{F13C67FD-3161-C002-6612-43404D9662AE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2347197" y="3944642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67">
            <a:extLst>
              <a:ext uri="{FF2B5EF4-FFF2-40B4-BE49-F238E27FC236}">
                <a16:creationId xmlns:a16="http://schemas.microsoft.com/office/drawing/2014/main" id="{47A4BBD6-B611-CC74-8405-1F89BBEBCF3A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2347197" y="5104164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67">
            <a:extLst>
              <a:ext uri="{FF2B5EF4-FFF2-40B4-BE49-F238E27FC236}">
                <a16:creationId xmlns:a16="http://schemas.microsoft.com/office/drawing/2014/main" id="{CC6B9239-BFD5-4E59-F8C0-B912C93AE0A0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4278798" y="1625600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67">
            <a:extLst>
              <a:ext uri="{FF2B5EF4-FFF2-40B4-BE49-F238E27FC236}">
                <a16:creationId xmlns:a16="http://schemas.microsoft.com/office/drawing/2014/main" id="{4B806A0C-6D75-006D-7570-B39467D20829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4278798" y="2785121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67">
            <a:extLst>
              <a:ext uri="{FF2B5EF4-FFF2-40B4-BE49-F238E27FC236}">
                <a16:creationId xmlns:a16="http://schemas.microsoft.com/office/drawing/2014/main" id="{5E24D5F8-7F9D-EE79-9F8D-28C68A536333}"/>
              </a:ext>
            </a:extLst>
          </p:cNvPr>
          <p:cNvSpPr>
            <a:spLocks noGrp="1"/>
          </p:cNvSpPr>
          <p:nvPr>
            <p:ph type="pic" sz="quarter" idx="78"/>
          </p:nvPr>
        </p:nvSpPr>
        <p:spPr>
          <a:xfrm>
            <a:off x="4278798" y="3944642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67">
            <a:extLst>
              <a:ext uri="{FF2B5EF4-FFF2-40B4-BE49-F238E27FC236}">
                <a16:creationId xmlns:a16="http://schemas.microsoft.com/office/drawing/2014/main" id="{9F7B4032-737B-BE0A-B6BF-47A840C6AF21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4278798" y="5104164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67">
            <a:extLst>
              <a:ext uri="{FF2B5EF4-FFF2-40B4-BE49-F238E27FC236}">
                <a16:creationId xmlns:a16="http://schemas.microsoft.com/office/drawing/2014/main" id="{31600D81-EDC4-3186-0BB6-460D4CA5CB6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210399" y="1625600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Picture Placeholder 67">
            <a:extLst>
              <a:ext uri="{FF2B5EF4-FFF2-40B4-BE49-F238E27FC236}">
                <a16:creationId xmlns:a16="http://schemas.microsoft.com/office/drawing/2014/main" id="{2486C429-CDC2-12C0-A2B9-69BDD43E36CB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6210399" y="2785121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Picture Placeholder 67">
            <a:extLst>
              <a:ext uri="{FF2B5EF4-FFF2-40B4-BE49-F238E27FC236}">
                <a16:creationId xmlns:a16="http://schemas.microsoft.com/office/drawing/2014/main" id="{64B599D0-FE67-0140-671E-386743F55D68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6210399" y="3944642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67">
            <a:extLst>
              <a:ext uri="{FF2B5EF4-FFF2-40B4-BE49-F238E27FC236}">
                <a16:creationId xmlns:a16="http://schemas.microsoft.com/office/drawing/2014/main" id="{00ED604B-6194-2EA2-7082-0151440C0013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6210399" y="5104164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Picture Placeholder 67">
            <a:extLst>
              <a:ext uri="{FF2B5EF4-FFF2-40B4-BE49-F238E27FC236}">
                <a16:creationId xmlns:a16="http://schemas.microsoft.com/office/drawing/2014/main" id="{798CD59B-C98F-5B44-E1BD-D2BE8C15482D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8142000" y="1625600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Picture Placeholder 67">
            <a:extLst>
              <a:ext uri="{FF2B5EF4-FFF2-40B4-BE49-F238E27FC236}">
                <a16:creationId xmlns:a16="http://schemas.microsoft.com/office/drawing/2014/main" id="{D005B108-35FA-8293-0DCB-8244FE36A145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8142000" y="2785121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2" name="Picture Placeholder 67">
            <a:extLst>
              <a:ext uri="{FF2B5EF4-FFF2-40B4-BE49-F238E27FC236}">
                <a16:creationId xmlns:a16="http://schemas.microsoft.com/office/drawing/2014/main" id="{C6341A90-ADC7-D098-F4CE-A5C6C2799AB2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8142000" y="3944642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67">
            <a:extLst>
              <a:ext uri="{FF2B5EF4-FFF2-40B4-BE49-F238E27FC236}">
                <a16:creationId xmlns:a16="http://schemas.microsoft.com/office/drawing/2014/main" id="{F5AA5FC6-DF93-93A9-044E-C3C26C0CC8DB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>
          <a:xfrm>
            <a:off x="8142000" y="5104164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67">
            <a:extLst>
              <a:ext uri="{FF2B5EF4-FFF2-40B4-BE49-F238E27FC236}">
                <a16:creationId xmlns:a16="http://schemas.microsoft.com/office/drawing/2014/main" id="{B9BC6D1D-3BDD-5E21-7CB7-8F4E3CB5345E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>
          <a:xfrm>
            <a:off x="10073603" y="1625600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67">
            <a:extLst>
              <a:ext uri="{FF2B5EF4-FFF2-40B4-BE49-F238E27FC236}">
                <a16:creationId xmlns:a16="http://schemas.microsoft.com/office/drawing/2014/main" id="{ACF71E60-649C-0C9D-3BBA-C5A2FD203428}"/>
              </a:ext>
            </a:extLst>
          </p:cNvPr>
          <p:cNvSpPr>
            <a:spLocks noGrp="1"/>
          </p:cNvSpPr>
          <p:nvPr>
            <p:ph type="pic" sz="quarter" idx="92"/>
          </p:nvPr>
        </p:nvSpPr>
        <p:spPr>
          <a:xfrm>
            <a:off x="10073603" y="2785121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67">
            <a:extLst>
              <a:ext uri="{FF2B5EF4-FFF2-40B4-BE49-F238E27FC236}">
                <a16:creationId xmlns:a16="http://schemas.microsoft.com/office/drawing/2014/main" id="{850B7DE1-28BD-736F-14E8-FA88F5FDEE5F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>
          <a:xfrm>
            <a:off x="10073603" y="3944642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Picture Placeholder 67">
            <a:extLst>
              <a:ext uri="{FF2B5EF4-FFF2-40B4-BE49-F238E27FC236}">
                <a16:creationId xmlns:a16="http://schemas.microsoft.com/office/drawing/2014/main" id="{7BD960A8-F81F-30B3-0DC0-442EA28F3BDD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>
          <a:xfrm>
            <a:off x="10073603" y="5104164"/>
            <a:ext cx="1702800" cy="97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rgbClr val="3D3F48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033326A9-439E-463E-5D8F-15A41CDCDA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925" y="1246597"/>
            <a:ext cx="11360478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pic>
        <p:nvPicPr>
          <p:cNvPr id="7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A5458A90-3FA0-BBF0-D02E-9519562537C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557864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brella / Ecosys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F9279B66-229A-DE36-7A52-2E85D8B91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1495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Headline</a:t>
            </a:r>
          </a:p>
        </p:txBody>
      </p:sp>
      <p:sp>
        <p:nvSpPr>
          <p:cNvPr id="14" name="Text Placeholder 44">
            <a:extLst>
              <a:ext uri="{FF2B5EF4-FFF2-40B4-BE49-F238E27FC236}">
                <a16:creationId xmlns:a16="http://schemas.microsoft.com/office/drawing/2014/main" id="{804CA1DA-964D-8983-B109-F21A80BAE6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8028652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033326A9-439E-463E-5D8F-15A41CDCDA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925" y="1246597"/>
            <a:ext cx="11360478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5" name="Picture Placeholder 67">
            <a:extLst>
              <a:ext uri="{FF2B5EF4-FFF2-40B4-BE49-F238E27FC236}">
                <a16:creationId xmlns:a16="http://schemas.microsoft.com/office/drawing/2014/main" id="{73AC0712-0191-08C0-185F-A00AD277C17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415596" y="35520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67">
            <a:extLst>
              <a:ext uri="{FF2B5EF4-FFF2-40B4-BE49-F238E27FC236}">
                <a16:creationId xmlns:a16="http://schemas.microsoft.com/office/drawing/2014/main" id="{D86191EA-1471-2D2D-07BE-4825EB1FD5DF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15596" y="44806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67">
            <a:extLst>
              <a:ext uri="{FF2B5EF4-FFF2-40B4-BE49-F238E27FC236}">
                <a16:creationId xmlns:a16="http://schemas.microsoft.com/office/drawing/2014/main" id="{DC0009A7-6111-D760-E21A-7775BD43B923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15596" y="54092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67">
            <a:extLst>
              <a:ext uri="{FF2B5EF4-FFF2-40B4-BE49-F238E27FC236}">
                <a16:creationId xmlns:a16="http://schemas.microsoft.com/office/drawing/2014/main" id="{3850DCA7-915D-5FF8-493F-4D66F974AE3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1379701" y="35520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67">
            <a:extLst>
              <a:ext uri="{FF2B5EF4-FFF2-40B4-BE49-F238E27FC236}">
                <a16:creationId xmlns:a16="http://schemas.microsoft.com/office/drawing/2014/main" id="{0CCB86EF-FB0A-339E-C5C8-BAF9195DD54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1379701" y="44806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67">
            <a:extLst>
              <a:ext uri="{FF2B5EF4-FFF2-40B4-BE49-F238E27FC236}">
                <a16:creationId xmlns:a16="http://schemas.microsoft.com/office/drawing/2014/main" id="{374AED33-E6B9-1B44-A79E-E087AC076AD6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1379701" y="54092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67">
            <a:extLst>
              <a:ext uri="{FF2B5EF4-FFF2-40B4-BE49-F238E27FC236}">
                <a16:creationId xmlns:a16="http://schemas.microsoft.com/office/drawing/2014/main" id="{ECDBCE80-092F-EC72-7000-D7E4E42F732F}"/>
              </a:ext>
            </a:extLst>
          </p:cNvPr>
          <p:cNvSpPr>
            <a:spLocks noGrp="1"/>
          </p:cNvSpPr>
          <p:nvPr>
            <p:ph type="pic" sz="quarter" idx="78"/>
          </p:nvPr>
        </p:nvSpPr>
        <p:spPr>
          <a:xfrm>
            <a:off x="2343806" y="35520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67">
            <a:extLst>
              <a:ext uri="{FF2B5EF4-FFF2-40B4-BE49-F238E27FC236}">
                <a16:creationId xmlns:a16="http://schemas.microsoft.com/office/drawing/2014/main" id="{45684C52-FBF8-A6DE-3FFF-498CB4BE3F4F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2343806" y="44806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67">
            <a:extLst>
              <a:ext uri="{FF2B5EF4-FFF2-40B4-BE49-F238E27FC236}">
                <a16:creationId xmlns:a16="http://schemas.microsoft.com/office/drawing/2014/main" id="{747EC4F9-DB30-10DA-B122-604F9679FEA7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2343806" y="54092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67">
            <a:extLst>
              <a:ext uri="{FF2B5EF4-FFF2-40B4-BE49-F238E27FC236}">
                <a16:creationId xmlns:a16="http://schemas.microsoft.com/office/drawing/2014/main" id="{4A7332AF-4C22-8849-A675-F4DF8E75160B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3307911" y="35520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67">
            <a:extLst>
              <a:ext uri="{FF2B5EF4-FFF2-40B4-BE49-F238E27FC236}">
                <a16:creationId xmlns:a16="http://schemas.microsoft.com/office/drawing/2014/main" id="{E7853AED-3CFF-1D67-04C9-92BBB8AEB24C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3307911" y="44806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67">
            <a:extLst>
              <a:ext uri="{FF2B5EF4-FFF2-40B4-BE49-F238E27FC236}">
                <a16:creationId xmlns:a16="http://schemas.microsoft.com/office/drawing/2014/main" id="{D7CC2C2A-DE84-26AB-FF2C-B5E5861EDD48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3307911" y="54092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67">
            <a:extLst>
              <a:ext uri="{FF2B5EF4-FFF2-40B4-BE49-F238E27FC236}">
                <a16:creationId xmlns:a16="http://schemas.microsoft.com/office/drawing/2014/main" id="{FAC44138-E86C-6A73-12C9-84BD92739C92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4272016" y="35520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67">
            <a:extLst>
              <a:ext uri="{FF2B5EF4-FFF2-40B4-BE49-F238E27FC236}">
                <a16:creationId xmlns:a16="http://schemas.microsoft.com/office/drawing/2014/main" id="{18B6AC3D-4662-4891-4718-85DBE46A2A8F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>
          <a:xfrm>
            <a:off x="4272016" y="44806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67">
            <a:extLst>
              <a:ext uri="{FF2B5EF4-FFF2-40B4-BE49-F238E27FC236}">
                <a16:creationId xmlns:a16="http://schemas.microsoft.com/office/drawing/2014/main" id="{56669C16-F34A-73A0-0083-77ED319C9043}"/>
              </a:ext>
            </a:extLst>
          </p:cNvPr>
          <p:cNvSpPr>
            <a:spLocks noGrp="1"/>
          </p:cNvSpPr>
          <p:nvPr>
            <p:ph type="pic" sz="quarter" idx="90"/>
          </p:nvPr>
        </p:nvSpPr>
        <p:spPr>
          <a:xfrm>
            <a:off x="4272016" y="54092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Picture Placeholder 67">
            <a:extLst>
              <a:ext uri="{FF2B5EF4-FFF2-40B4-BE49-F238E27FC236}">
                <a16:creationId xmlns:a16="http://schemas.microsoft.com/office/drawing/2014/main" id="{3D9CBFC7-1BE4-AB57-4AB9-AD0E9362F632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>
          <a:xfrm>
            <a:off x="5236121" y="35520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Picture Placeholder 67">
            <a:extLst>
              <a:ext uri="{FF2B5EF4-FFF2-40B4-BE49-F238E27FC236}">
                <a16:creationId xmlns:a16="http://schemas.microsoft.com/office/drawing/2014/main" id="{43C23B29-4D08-BB34-F7CF-BBEF9C447E24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>
          <a:xfrm>
            <a:off x="5236121" y="44806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0" name="Picture Placeholder 67">
            <a:extLst>
              <a:ext uri="{FF2B5EF4-FFF2-40B4-BE49-F238E27FC236}">
                <a16:creationId xmlns:a16="http://schemas.microsoft.com/office/drawing/2014/main" id="{B26C9746-51A8-F5A3-7B93-14D39F01136B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>
          <a:xfrm>
            <a:off x="5236121" y="54092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1" name="Picture Placeholder 67">
            <a:extLst>
              <a:ext uri="{FF2B5EF4-FFF2-40B4-BE49-F238E27FC236}">
                <a16:creationId xmlns:a16="http://schemas.microsoft.com/office/drawing/2014/main" id="{12B2C445-7403-497F-3D44-3BBC0C94FAC7}"/>
              </a:ext>
            </a:extLst>
          </p:cNvPr>
          <p:cNvSpPr>
            <a:spLocks noGrp="1"/>
          </p:cNvSpPr>
          <p:nvPr>
            <p:ph type="pic" sz="quarter" idx="98"/>
          </p:nvPr>
        </p:nvSpPr>
        <p:spPr>
          <a:xfrm>
            <a:off x="6200226" y="35520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2" name="Picture Placeholder 67">
            <a:extLst>
              <a:ext uri="{FF2B5EF4-FFF2-40B4-BE49-F238E27FC236}">
                <a16:creationId xmlns:a16="http://schemas.microsoft.com/office/drawing/2014/main" id="{D6604B27-2614-73BE-106F-D4AE9B7449CC}"/>
              </a:ext>
            </a:extLst>
          </p:cNvPr>
          <p:cNvSpPr>
            <a:spLocks noGrp="1"/>
          </p:cNvSpPr>
          <p:nvPr>
            <p:ph type="pic" sz="quarter" idx="99"/>
          </p:nvPr>
        </p:nvSpPr>
        <p:spPr>
          <a:xfrm>
            <a:off x="6200226" y="44806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3" name="Picture Placeholder 67">
            <a:extLst>
              <a:ext uri="{FF2B5EF4-FFF2-40B4-BE49-F238E27FC236}">
                <a16:creationId xmlns:a16="http://schemas.microsoft.com/office/drawing/2014/main" id="{BA6ACDFF-E069-9948-D774-6DC75318EAE5}"/>
              </a:ext>
            </a:extLst>
          </p:cNvPr>
          <p:cNvSpPr>
            <a:spLocks noGrp="1"/>
          </p:cNvSpPr>
          <p:nvPr>
            <p:ph type="pic" sz="quarter" idx="100"/>
          </p:nvPr>
        </p:nvSpPr>
        <p:spPr>
          <a:xfrm>
            <a:off x="6200226" y="54092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4" name="Picture Placeholder 67">
            <a:extLst>
              <a:ext uri="{FF2B5EF4-FFF2-40B4-BE49-F238E27FC236}">
                <a16:creationId xmlns:a16="http://schemas.microsoft.com/office/drawing/2014/main" id="{00C98A3E-9996-0697-065F-9A2A1FD753FF}"/>
              </a:ext>
            </a:extLst>
          </p:cNvPr>
          <p:cNvSpPr>
            <a:spLocks noGrp="1"/>
          </p:cNvSpPr>
          <p:nvPr>
            <p:ph type="pic" sz="quarter" idx="103"/>
          </p:nvPr>
        </p:nvSpPr>
        <p:spPr>
          <a:xfrm>
            <a:off x="7164331" y="35520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5" name="Picture Placeholder 67">
            <a:extLst>
              <a:ext uri="{FF2B5EF4-FFF2-40B4-BE49-F238E27FC236}">
                <a16:creationId xmlns:a16="http://schemas.microsoft.com/office/drawing/2014/main" id="{F9CEE065-4470-15E3-4DAB-97DDA5C81585}"/>
              </a:ext>
            </a:extLst>
          </p:cNvPr>
          <p:cNvSpPr>
            <a:spLocks noGrp="1"/>
          </p:cNvSpPr>
          <p:nvPr>
            <p:ph type="pic" sz="quarter" idx="104"/>
          </p:nvPr>
        </p:nvSpPr>
        <p:spPr>
          <a:xfrm>
            <a:off x="7164331" y="44806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6" name="Picture Placeholder 67">
            <a:extLst>
              <a:ext uri="{FF2B5EF4-FFF2-40B4-BE49-F238E27FC236}">
                <a16:creationId xmlns:a16="http://schemas.microsoft.com/office/drawing/2014/main" id="{4C6A376A-DF32-9461-A149-6B9BCF7884EF}"/>
              </a:ext>
            </a:extLst>
          </p:cNvPr>
          <p:cNvSpPr>
            <a:spLocks noGrp="1"/>
          </p:cNvSpPr>
          <p:nvPr>
            <p:ph type="pic" sz="quarter" idx="105"/>
          </p:nvPr>
        </p:nvSpPr>
        <p:spPr>
          <a:xfrm>
            <a:off x="7164331" y="54092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7" name="Picture Placeholder 67">
            <a:extLst>
              <a:ext uri="{FF2B5EF4-FFF2-40B4-BE49-F238E27FC236}">
                <a16:creationId xmlns:a16="http://schemas.microsoft.com/office/drawing/2014/main" id="{C95A9E90-9552-9D26-7892-32C1F02EFFB2}"/>
              </a:ext>
            </a:extLst>
          </p:cNvPr>
          <p:cNvSpPr>
            <a:spLocks noGrp="1"/>
          </p:cNvSpPr>
          <p:nvPr>
            <p:ph type="pic" sz="quarter" idx="108"/>
          </p:nvPr>
        </p:nvSpPr>
        <p:spPr>
          <a:xfrm>
            <a:off x="8128436" y="35520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8" name="Picture Placeholder 67">
            <a:extLst>
              <a:ext uri="{FF2B5EF4-FFF2-40B4-BE49-F238E27FC236}">
                <a16:creationId xmlns:a16="http://schemas.microsoft.com/office/drawing/2014/main" id="{5AF9FF13-1DC8-CCAC-B4D2-6585F02D8933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8128436" y="44806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9" name="Picture Placeholder 67">
            <a:extLst>
              <a:ext uri="{FF2B5EF4-FFF2-40B4-BE49-F238E27FC236}">
                <a16:creationId xmlns:a16="http://schemas.microsoft.com/office/drawing/2014/main" id="{B42FA0B2-1001-B721-1B06-1FAFB8441747}"/>
              </a:ext>
            </a:extLst>
          </p:cNvPr>
          <p:cNvSpPr>
            <a:spLocks noGrp="1"/>
          </p:cNvSpPr>
          <p:nvPr>
            <p:ph type="pic" sz="quarter" idx="110"/>
          </p:nvPr>
        </p:nvSpPr>
        <p:spPr>
          <a:xfrm>
            <a:off x="8128436" y="54092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0" name="Picture Placeholder 67">
            <a:extLst>
              <a:ext uri="{FF2B5EF4-FFF2-40B4-BE49-F238E27FC236}">
                <a16:creationId xmlns:a16="http://schemas.microsoft.com/office/drawing/2014/main" id="{7B4796A5-A85D-BC12-8F79-50E64B385A8D}"/>
              </a:ext>
            </a:extLst>
          </p:cNvPr>
          <p:cNvSpPr>
            <a:spLocks noGrp="1"/>
          </p:cNvSpPr>
          <p:nvPr>
            <p:ph type="pic" sz="quarter" idx="113"/>
          </p:nvPr>
        </p:nvSpPr>
        <p:spPr>
          <a:xfrm>
            <a:off x="9092541" y="35520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1" name="Picture Placeholder 67">
            <a:extLst>
              <a:ext uri="{FF2B5EF4-FFF2-40B4-BE49-F238E27FC236}">
                <a16:creationId xmlns:a16="http://schemas.microsoft.com/office/drawing/2014/main" id="{DC1F7FB4-C607-A06C-9E17-C6225073354D}"/>
              </a:ext>
            </a:extLst>
          </p:cNvPr>
          <p:cNvSpPr>
            <a:spLocks noGrp="1"/>
          </p:cNvSpPr>
          <p:nvPr>
            <p:ph type="pic" sz="quarter" idx="114"/>
          </p:nvPr>
        </p:nvSpPr>
        <p:spPr>
          <a:xfrm>
            <a:off x="9092541" y="44806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2" name="Picture Placeholder 67">
            <a:extLst>
              <a:ext uri="{FF2B5EF4-FFF2-40B4-BE49-F238E27FC236}">
                <a16:creationId xmlns:a16="http://schemas.microsoft.com/office/drawing/2014/main" id="{C5971D6C-6AEA-C950-0093-7359BCBF24A1}"/>
              </a:ext>
            </a:extLst>
          </p:cNvPr>
          <p:cNvSpPr>
            <a:spLocks noGrp="1"/>
          </p:cNvSpPr>
          <p:nvPr>
            <p:ph type="pic" sz="quarter" idx="115"/>
          </p:nvPr>
        </p:nvSpPr>
        <p:spPr>
          <a:xfrm>
            <a:off x="9092541" y="54092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3" name="Picture Placeholder 67">
            <a:extLst>
              <a:ext uri="{FF2B5EF4-FFF2-40B4-BE49-F238E27FC236}">
                <a16:creationId xmlns:a16="http://schemas.microsoft.com/office/drawing/2014/main" id="{9449598D-591F-2C20-02FB-A09883BE2945}"/>
              </a:ext>
            </a:extLst>
          </p:cNvPr>
          <p:cNvSpPr>
            <a:spLocks noGrp="1"/>
          </p:cNvSpPr>
          <p:nvPr>
            <p:ph type="pic" sz="quarter" idx="118"/>
          </p:nvPr>
        </p:nvSpPr>
        <p:spPr>
          <a:xfrm>
            <a:off x="10056646" y="35520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4" name="Picture Placeholder 67">
            <a:extLst>
              <a:ext uri="{FF2B5EF4-FFF2-40B4-BE49-F238E27FC236}">
                <a16:creationId xmlns:a16="http://schemas.microsoft.com/office/drawing/2014/main" id="{5619F3BE-4E19-CFD9-5A5B-181DEFF9A607}"/>
              </a:ext>
            </a:extLst>
          </p:cNvPr>
          <p:cNvSpPr>
            <a:spLocks noGrp="1"/>
          </p:cNvSpPr>
          <p:nvPr>
            <p:ph type="pic" sz="quarter" idx="119"/>
          </p:nvPr>
        </p:nvSpPr>
        <p:spPr>
          <a:xfrm>
            <a:off x="10056646" y="44806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5" name="Picture Placeholder 67">
            <a:extLst>
              <a:ext uri="{FF2B5EF4-FFF2-40B4-BE49-F238E27FC236}">
                <a16:creationId xmlns:a16="http://schemas.microsoft.com/office/drawing/2014/main" id="{91CBFC92-CE49-9D8C-17C2-95E31AA2C0E1}"/>
              </a:ext>
            </a:extLst>
          </p:cNvPr>
          <p:cNvSpPr>
            <a:spLocks noGrp="1"/>
          </p:cNvSpPr>
          <p:nvPr>
            <p:ph type="pic" sz="quarter" idx="120"/>
          </p:nvPr>
        </p:nvSpPr>
        <p:spPr>
          <a:xfrm>
            <a:off x="10056646" y="54092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6" name="Picture Placeholder 67">
            <a:extLst>
              <a:ext uri="{FF2B5EF4-FFF2-40B4-BE49-F238E27FC236}">
                <a16:creationId xmlns:a16="http://schemas.microsoft.com/office/drawing/2014/main" id="{CC4E36AE-B056-A831-76B8-AA81BC7F5891}"/>
              </a:ext>
            </a:extLst>
          </p:cNvPr>
          <p:cNvSpPr>
            <a:spLocks noGrp="1"/>
          </p:cNvSpPr>
          <p:nvPr>
            <p:ph type="pic" sz="quarter" idx="123"/>
          </p:nvPr>
        </p:nvSpPr>
        <p:spPr>
          <a:xfrm>
            <a:off x="11020753" y="35520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7" name="Picture Placeholder 67">
            <a:extLst>
              <a:ext uri="{FF2B5EF4-FFF2-40B4-BE49-F238E27FC236}">
                <a16:creationId xmlns:a16="http://schemas.microsoft.com/office/drawing/2014/main" id="{3EADA64C-FA7E-B4C9-3749-FD9A979A46F3}"/>
              </a:ext>
            </a:extLst>
          </p:cNvPr>
          <p:cNvSpPr>
            <a:spLocks noGrp="1"/>
          </p:cNvSpPr>
          <p:nvPr>
            <p:ph type="pic" sz="quarter" idx="124"/>
          </p:nvPr>
        </p:nvSpPr>
        <p:spPr>
          <a:xfrm>
            <a:off x="11020753" y="44806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8" name="Picture Placeholder 67">
            <a:extLst>
              <a:ext uri="{FF2B5EF4-FFF2-40B4-BE49-F238E27FC236}">
                <a16:creationId xmlns:a16="http://schemas.microsoft.com/office/drawing/2014/main" id="{CAC597D4-5892-8DE0-0913-769AF76126F0}"/>
              </a:ext>
            </a:extLst>
          </p:cNvPr>
          <p:cNvSpPr>
            <a:spLocks noGrp="1"/>
          </p:cNvSpPr>
          <p:nvPr>
            <p:ph type="pic" sz="quarter" idx="125"/>
          </p:nvPr>
        </p:nvSpPr>
        <p:spPr>
          <a:xfrm>
            <a:off x="11020753" y="5409209"/>
            <a:ext cx="755650" cy="756000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Text Placeholder 6">
            <a:extLst>
              <a:ext uri="{FF2B5EF4-FFF2-40B4-BE49-F238E27FC236}">
                <a16:creationId xmlns:a16="http://schemas.microsoft.com/office/drawing/2014/main" id="{67508CA1-15D9-3403-E18A-84B5B6CDC819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415596" y="1694809"/>
            <a:ext cx="2651125" cy="276999"/>
          </a:xfrm>
        </p:spPr>
        <p:txBody>
          <a:bodyPr>
            <a:noAutofit/>
          </a:bodyPr>
          <a:lstStyle>
            <a:lvl1pPr>
              <a:defRPr sz="14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654CEFA6-877D-D261-D4FA-6633EBC2C453}"/>
              </a:ext>
            </a:extLst>
          </p:cNvPr>
          <p:cNvSpPr>
            <a:spLocks noGrp="1"/>
          </p:cNvSpPr>
          <p:nvPr>
            <p:ph type="body" sz="quarter" idx="127"/>
          </p:nvPr>
        </p:nvSpPr>
        <p:spPr>
          <a:xfrm>
            <a:off x="415596" y="2157209"/>
            <a:ext cx="2651125" cy="104644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7ACA641-1F03-46CD-67A5-9B0612031EE2}"/>
              </a:ext>
            </a:extLst>
          </p:cNvPr>
          <p:cNvCxnSpPr>
            <a:cxnSpLocks/>
          </p:cNvCxnSpPr>
          <p:nvPr userDrawn="1"/>
        </p:nvCxnSpPr>
        <p:spPr>
          <a:xfrm>
            <a:off x="415596" y="3381209"/>
            <a:ext cx="26511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ECA8063-0A1B-B9CB-6217-5407C922F816}"/>
              </a:ext>
            </a:extLst>
          </p:cNvPr>
          <p:cNvCxnSpPr>
            <a:cxnSpLocks/>
          </p:cNvCxnSpPr>
          <p:nvPr userDrawn="1"/>
        </p:nvCxnSpPr>
        <p:spPr>
          <a:xfrm>
            <a:off x="3318823" y="3381209"/>
            <a:ext cx="26511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 Placeholder 6">
            <a:extLst>
              <a:ext uri="{FF2B5EF4-FFF2-40B4-BE49-F238E27FC236}">
                <a16:creationId xmlns:a16="http://schemas.microsoft.com/office/drawing/2014/main" id="{27CC99A3-A3E0-7C4E-ECE4-F33CCCC413DF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18823" y="1694809"/>
            <a:ext cx="2651125" cy="276999"/>
          </a:xfrm>
        </p:spPr>
        <p:txBody>
          <a:bodyPr>
            <a:noAutofit/>
          </a:bodyPr>
          <a:lstStyle>
            <a:lvl1pPr>
              <a:defRPr sz="14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674F83CD-9EE0-F52E-746E-7A78EEE06F31}"/>
              </a:ext>
            </a:extLst>
          </p:cNvPr>
          <p:cNvSpPr>
            <a:spLocks noGrp="1"/>
          </p:cNvSpPr>
          <p:nvPr>
            <p:ph type="body" sz="quarter" idx="129"/>
          </p:nvPr>
        </p:nvSpPr>
        <p:spPr>
          <a:xfrm>
            <a:off x="3318823" y="2157209"/>
            <a:ext cx="2651125" cy="104644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679D604-811D-131F-FB70-E1654D6BBA92}"/>
              </a:ext>
            </a:extLst>
          </p:cNvPr>
          <p:cNvCxnSpPr>
            <a:cxnSpLocks/>
          </p:cNvCxnSpPr>
          <p:nvPr userDrawn="1"/>
        </p:nvCxnSpPr>
        <p:spPr>
          <a:xfrm>
            <a:off x="6222050" y="3381209"/>
            <a:ext cx="26511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 Placeholder 6">
            <a:extLst>
              <a:ext uri="{FF2B5EF4-FFF2-40B4-BE49-F238E27FC236}">
                <a16:creationId xmlns:a16="http://schemas.microsoft.com/office/drawing/2014/main" id="{9352A9AE-0E4F-0568-9690-37F03F64D74D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6222050" y="1694809"/>
            <a:ext cx="2651125" cy="276999"/>
          </a:xfrm>
        </p:spPr>
        <p:txBody>
          <a:bodyPr>
            <a:noAutofit/>
          </a:bodyPr>
          <a:lstStyle>
            <a:lvl1pPr>
              <a:defRPr sz="14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7" name="Text Placeholder 8">
            <a:extLst>
              <a:ext uri="{FF2B5EF4-FFF2-40B4-BE49-F238E27FC236}">
                <a16:creationId xmlns:a16="http://schemas.microsoft.com/office/drawing/2014/main" id="{0697CC59-65A5-9238-6E7D-C2D9239A6BB9}"/>
              </a:ext>
            </a:extLst>
          </p:cNvPr>
          <p:cNvSpPr>
            <a:spLocks noGrp="1"/>
          </p:cNvSpPr>
          <p:nvPr>
            <p:ph type="body" sz="quarter" idx="131"/>
          </p:nvPr>
        </p:nvSpPr>
        <p:spPr>
          <a:xfrm>
            <a:off x="6222050" y="2157209"/>
            <a:ext cx="2651125" cy="104644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0AB1576-9DC3-363B-82B2-FF974A0250CD}"/>
              </a:ext>
            </a:extLst>
          </p:cNvPr>
          <p:cNvCxnSpPr>
            <a:cxnSpLocks/>
          </p:cNvCxnSpPr>
          <p:nvPr userDrawn="1"/>
        </p:nvCxnSpPr>
        <p:spPr>
          <a:xfrm>
            <a:off x="9125278" y="3381209"/>
            <a:ext cx="26511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 Placeholder 6">
            <a:extLst>
              <a:ext uri="{FF2B5EF4-FFF2-40B4-BE49-F238E27FC236}">
                <a16:creationId xmlns:a16="http://schemas.microsoft.com/office/drawing/2014/main" id="{E7E57963-EA0F-FD1D-56E7-41CF93D89561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9125278" y="1694809"/>
            <a:ext cx="2651125" cy="276999"/>
          </a:xfrm>
        </p:spPr>
        <p:txBody>
          <a:bodyPr>
            <a:noAutofit/>
          </a:bodyPr>
          <a:lstStyle>
            <a:lvl1pPr>
              <a:defRPr sz="14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0" name="Text Placeholder 8">
            <a:extLst>
              <a:ext uri="{FF2B5EF4-FFF2-40B4-BE49-F238E27FC236}">
                <a16:creationId xmlns:a16="http://schemas.microsoft.com/office/drawing/2014/main" id="{26F49B72-DF2F-A6A6-B149-F023B2668F44}"/>
              </a:ext>
            </a:extLst>
          </p:cNvPr>
          <p:cNvSpPr>
            <a:spLocks noGrp="1"/>
          </p:cNvSpPr>
          <p:nvPr>
            <p:ph type="body" sz="quarter" idx="133"/>
          </p:nvPr>
        </p:nvSpPr>
        <p:spPr>
          <a:xfrm>
            <a:off x="9125278" y="2157209"/>
            <a:ext cx="2651125" cy="104644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Google Shape;959;g28b48f0dcfc_0_664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447E4632-E4B5-6E4A-9BC1-4816CB52EA9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7900"/>
          <a:stretch/>
        </p:blipFill>
        <p:spPr>
          <a:xfrm>
            <a:off x="0" y="-19341"/>
            <a:ext cx="12191999" cy="144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846403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 NOT USE - INSTRUCTIONAL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3F73B-5A7E-8BBE-68A8-9BD49B10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47172" y="6356350"/>
            <a:ext cx="9560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1AB5E-0FD8-E0D0-B848-CE488AFA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32733C-E917-A5A6-1594-5B360FC191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3F741-5B4D-49EC-3B06-5F25CE645285}"/>
              </a:ext>
            </a:extLst>
          </p:cNvPr>
          <p:cNvSpPr txBox="1"/>
          <p:nvPr userDrawn="1"/>
        </p:nvSpPr>
        <p:spPr>
          <a:xfrm>
            <a:off x="415596" y="476250"/>
            <a:ext cx="9315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THIS IS AN INSTRUCTIONAL SLIDE </a:t>
            </a:r>
          </a:p>
          <a:p>
            <a:r>
              <a:rPr lang="en-US" sz="4000" b="1">
                <a:solidFill>
                  <a:schemeClr val="bg1"/>
                </a:solidFill>
              </a:rPr>
              <a:t>DO NOT USE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EBCAE-B9C3-7526-64F5-463C81DE63A2}"/>
              </a:ext>
            </a:extLst>
          </p:cNvPr>
          <p:cNvSpPr txBox="1"/>
          <p:nvPr userDrawn="1"/>
        </p:nvSpPr>
        <p:spPr>
          <a:xfrm>
            <a:off x="329870" y="2451408"/>
            <a:ext cx="1059530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>
                <a:solidFill>
                  <a:schemeClr val="bg1"/>
                </a:solidFill>
              </a:rPr>
              <a:t>Closing Slide Options</a:t>
            </a:r>
            <a:endParaRPr lang="en-US" sz="115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68882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oin the Convers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red light&#10;&#10;Description automatically generated">
            <a:extLst>
              <a:ext uri="{FF2B5EF4-FFF2-40B4-BE49-F238E27FC236}">
                <a16:creationId xmlns:a16="http://schemas.microsoft.com/office/drawing/2014/main" id="{499618C7-A91E-9E34-27FD-CC7E4CC770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81" t="596" r="596" b="68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96B41A-F0DE-3C7D-894A-F5BF2BDEFFA5}"/>
              </a:ext>
            </a:extLst>
          </p:cNvPr>
          <p:cNvSpPr txBox="1"/>
          <p:nvPr userDrawn="1"/>
        </p:nvSpPr>
        <p:spPr>
          <a:xfrm>
            <a:off x="831850" y="1320350"/>
            <a:ext cx="7103460" cy="1795363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Tx/>
              <a:buFont typeface="Arial"/>
              <a:buNone/>
              <a:tabLst/>
              <a:defRPr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Arial"/>
                <a:sym typeface="Arial"/>
              </a:rPr>
              <a:t>Join The Conversation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CA609E-C6E1-35B1-B935-9D19FA78FD00}"/>
              </a:ext>
            </a:extLst>
          </p:cNvPr>
          <p:cNvSpPr txBox="1">
            <a:spLocks/>
          </p:cNvSpPr>
          <p:nvPr userDrawn="1"/>
        </p:nvSpPr>
        <p:spPr>
          <a:xfrm>
            <a:off x="831852" y="3342601"/>
            <a:ext cx="4321175" cy="43088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B2E44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0E5F5"/>
                </a:solidFill>
                <a:effectLst/>
                <a:uLnTx/>
                <a:uFillTx/>
                <a:latin typeface="+mn-lt"/>
                <a:cs typeface="Arial"/>
                <a:sym typeface="Arial"/>
              </a:rPr>
              <a:t>For questions, comments or more information, email us at 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0E5F5"/>
                </a:solidFill>
                <a:effectLst/>
                <a:uLnTx/>
                <a:uFillTx/>
                <a:latin typeface="+mn-lt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webinarinfo@commvault.com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0E5F5"/>
                </a:solidFill>
                <a:effectLst/>
                <a:uLnTx/>
                <a:uFillTx/>
                <a:latin typeface="+mn-lt"/>
                <a:cs typeface="Arial"/>
                <a:sym typeface="Arial"/>
              </a:rPr>
              <a:t>.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120B0AA-EA26-50D1-7893-A69FF3F312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7502" y="4916650"/>
            <a:ext cx="3789363" cy="246221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social link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BE71EA3-601E-D065-8694-7760DD59A7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87502" y="5580000"/>
            <a:ext cx="3789363" cy="246221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social link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F9CA403E-89FB-B15F-4066-1F7689FBB2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87502" y="4253301"/>
            <a:ext cx="3789363" cy="246221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social link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762D4AC8-B218-282D-ED9D-91AF85BB3B2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31850" y="4140000"/>
            <a:ext cx="442800" cy="442046"/>
          </a:xfr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00EDA48C-F28D-5E25-CE4A-AF1D72B4233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1850" y="4803349"/>
            <a:ext cx="442800" cy="442046"/>
          </a:xfr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62FF89CA-0FA2-2852-D020-F35D6C5F895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31850" y="5466699"/>
            <a:ext cx="442800" cy="442046"/>
          </a:xfr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6AAFDE6-9E2A-0B31-D1A7-9D905FF20B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" y="6364123"/>
            <a:ext cx="1484309" cy="28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71637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red light&#10;&#10;Description automatically generated">
            <a:extLst>
              <a:ext uri="{FF2B5EF4-FFF2-40B4-BE49-F238E27FC236}">
                <a16:creationId xmlns:a16="http://schemas.microsoft.com/office/drawing/2014/main" id="{667DAF60-0BAA-1D92-4E23-243F5CC678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81" t="596" r="596" b="68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96B41A-F0DE-3C7D-894A-F5BF2BDEFFA5}"/>
              </a:ext>
            </a:extLst>
          </p:cNvPr>
          <p:cNvSpPr txBox="1"/>
          <p:nvPr userDrawn="1"/>
        </p:nvSpPr>
        <p:spPr>
          <a:xfrm>
            <a:off x="831850" y="2885437"/>
            <a:ext cx="5492752" cy="17953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Tx/>
              <a:buFont typeface="Arial"/>
              <a:buNone/>
              <a:tabLst/>
              <a:defRPr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Arial"/>
                <a:sym typeface="Arial"/>
              </a:rPr>
              <a:t>Q&amp;A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A72A7CC-9228-56F0-AAD4-0DE629FC7C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850" y="6364123"/>
            <a:ext cx="1484309" cy="28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42373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with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59;g28b48f0dcfc_0_664">
            <a:extLst>
              <a:ext uri="{FF2B5EF4-FFF2-40B4-BE49-F238E27FC236}">
                <a16:creationId xmlns:a16="http://schemas.microsoft.com/office/drawing/2014/main" id="{47475FE3-CD1A-8798-A541-F3051D3707D8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-1755"/>
            <a:ext cx="12192000" cy="686077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96B41A-F0DE-3C7D-894A-F5BF2BDEFFA5}"/>
              </a:ext>
            </a:extLst>
          </p:cNvPr>
          <p:cNvSpPr txBox="1"/>
          <p:nvPr userDrawn="1"/>
        </p:nvSpPr>
        <p:spPr>
          <a:xfrm>
            <a:off x="952313" y="2820860"/>
            <a:ext cx="5492752" cy="17953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Tx/>
              <a:buFont typeface="Arial"/>
              <a:buNone/>
              <a:tabLst/>
              <a:defRPr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Arial"/>
                <a:sym typeface="Arial"/>
              </a:rPr>
              <a:t>Thank You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DC62011-B278-C099-FC18-AA2806A167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07965" y="4954750"/>
            <a:ext cx="3789363" cy="246221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social link or delete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EAC2407-6C7B-C5D9-A97E-8EAD255816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7965" y="5618100"/>
            <a:ext cx="3789363" cy="246221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social link or delete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18E875C-7E3B-E1F0-450F-7D59EC4845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7965" y="4291401"/>
            <a:ext cx="3789363" cy="246221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Email address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8E964943-6AA1-3261-8C83-8FFA83CC933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952313" y="4841449"/>
            <a:ext cx="442800" cy="442046"/>
          </a:xfr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416EECD8-7AAB-06E6-E846-CE511FB983D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52313" y="5504799"/>
            <a:ext cx="442800" cy="442046"/>
          </a:xfrm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B6B4A45-9B2F-5F51-1DA8-25AF04F7E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596" y="280043"/>
            <a:ext cx="2419870" cy="461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AEC584-6510-5734-1488-E07D6F6384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6238" y="4258222"/>
            <a:ext cx="234950" cy="2794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6C24A-6553-B9C7-64A8-EA25B4C12233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</p:spTree>
    <p:extLst>
      <p:ext uri="{BB962C8B-B14F-4D97-AF65-F5344CB8AC3E}">
        <p14:creationId xmlns:p14="http://schemas.microsoft.com/office/powerpoint/2010/main" val="277385751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59;g28b48f0dcfc_0_664">
            <a:extLst>
              <a:ext uri="{FF2B5EF4-FFF2-40B4-BE49-F238E27FC236}">
                <a16:creationId xmlns:a16="http://schemas.microsoft.com/office/drawing/2014/main" id="{D1751842-501E-372B-09B0-B7AB3DBC93C8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-1755"/>
            <a:ext cx="12192000" cy="686077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96B41A-F0DE-3C7D-894A-F5BF2BDEFFA5}"/>
              </a:ext>
            </a:extLst>
          </p:cNvPr>
          <p:cNvSpPr txBox="1"/>
          <p:nvPr userDrawn="1"/>
        </p:nvSpPr>
        <p:spPr>
          <a:xfrm>
            <a:off x="952313" y="2820860"/>
            <a:ext cx="5492752" cy="17953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Tx/>
              <a:buFont typeface="Arial"/>
              <a:buNone/>
              <a:tabLst/>
              <a:defRPr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Arial"/>
                <a:sym typeface="Arial"/>
              </a:rPr>
              <a:t>Thank You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6C73396-0358-47DA-9E11-8A898BC05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596" y="280043"/>
            <a:ext cx="2419870" cy="46197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1C430-5EC7-0291-6185-BA2AD382CE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</p:spTree>
    <p:extLst>
      <p:ext uri="{BB962C8B-B14F-4D97-AF65-F5344CB8AC3E}">
        <p14:creationId xmlns:p14="http://schemas.microsoft.com/office/powerpoint/2010/main" val="24914842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 NOT USE - INSTRUCTIONAL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3F73B-5A7E-8BBE-68A8-9BD49B10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47172" y="6356350"/>
            <a:ext cx="9560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Commvault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1AB5E-0FD8-E0D0-B848-CE488AFA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32733C-E917-A5A6-1594-5B360FC191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3F741-5B4D-49EC-3B06-5F25CE645285}"/>
              </a:ext>
            </a:extLst>
          </p:cNvPr>
          <p:cNvSpPr txBox="1"/>
          <p:nvPr userDrawn="1"/>
        </p:nvSpPr>
        <p:spPr>
          <a:xfrm>
            <a:off x="415596" y="476250"/>
            <a:ext cx="9315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THIS IS AN INSTRUCTIONAL SLIDE </a:t>
            </a:r>
          </a:p>
          <a:p>
            <a:r>
              <a:rPr lang="en-US" sz="4000" b="1">
                <a:solidFill>
                  <a:schemeClr val="bg1"/>
                </a:solidFill>
              </a:rPr>
              <a:t>DO NOT USE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EBCAE-B9C3-7526-64F5-463C81DE63A2}"/>
              </a:ext>
            </a:extLst>
          </p:cNvPr>
          <p:cNvSpPr txBox="1"/>
          <p:nvPr userDrawn="1"/>
        </p:nvSpPr>
        <p:spPr>
          <a:xfrm>
            <a:off x="329870" y="2451408"/>
            <a:ext cx="1059530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</a:pPr>
            <a:r>
              <a:rPr lang="en-US" sz="6600">
                <a:solidFill>
                  <a:schemeClr val="bg1"/>
                </a:solidFill>
              </a:rPr>
              <a:t>Any slides appearing after this slide are rogue and should NOT be used.</a:t>
            </a:r>
          </a:p>
          <a:p>
            <a:pPr>
              <a:buClrTx/>
              <a:buFontTx/>
            </a:pPr>
            <a:r>
              <a:rPr lang="en-US" sz="6600">
                <a:solidFill>
                  <a:schemeClr val="bg1"/>
                </a:solidFill>
              </a:rPr>
              <a:t>Delete from the master.</a:t>
            </a:r>
          </a:p>
        </p:txBody>
      </p:sp>
      <p:sp>
        <p:nvSpPr>
          <p:cNvPr id="2" name="DO NOT DELETE (BRANDIN)">
            <a:extLst>
              <a:ext uri="{FF2B5EF4-FFF2-40B4-BE49-F238E27FC236}">
                <a16:creationId xmlns:a16="http://schemas.microsoft.com/office/drawing/2014/main" id="{B980F31F-EDBE-46D5-5B53-D339A9E4E50A}"/>
              </a:ext>
            </a:extLst>
          </p:cNvPr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custData r:id="rId1"/>
    </p:custDataLst>
    <p:extLst>
      <p:ext uri="{BB962C8B-B14F-4D97-AF65-F5344CB8AC3E}">
        <p14:creationId xmlns:p14="http://schemas.microsoft.com/office/powerpoint/2010/main" val="418669291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-B-C Comparison with Icons">
  <p:cSld name="A-B-C Comparison with Icons"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00"/>
          <p:cNvSpPr txBox="1">
            <a:spLocks noGrp="1"/>
          </p:cNvSpPr>
          <p:nvPr>
            <p:ph type="ftr" idx="11"/>
          </p:nvPr>
        </p:nvSpPr>
        <p:spPr>
          <a:xfrm>
            <a:off x="10172700" y="6364123"/>
            <a:ext cx="1124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2" name="Google Shape;1102;p100"/>
          <p:cNvSpPr txBox="1">
            <a:spLocks noGrp="1"/>
          </p:cNvSpPr>
          <p:nvPr>
            <p:ph type="sldNum" idx="12"/>
          </p:nvPr>
        </p:nvSpPr>
        <p:spPr>
          <a:xfrm>
            <a:off x="11403176" y="6377920"/>
            <a:ext cx="373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D3F4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D3F4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D3F4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D3F4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D3F4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D3F4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D3F4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D3F4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D3F4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3" name="Google Shape;1103;p100"/>
          <p:cNvSpPr txBox="1">
            <a:spLocks noGrp="1"/>
          </p:cNvSpPr>
          <p:nvPr>
            <p:ph type="title"/>
          </p:nvPr>
        </p:nvSpPr>
        <p:spPr>
          <a:xfrm>
            <a:off x="415596" y="462505"/>
            <a:ext cx="113607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04" name="Google Shape;1104;p100"/>
          <p:cNvSpPr txBox="1">
            <a:spLocks noGrp="1"/>
          </p:cNvSpPr>
          <p:nvPr>
            <p:ph type="body" idx="1"/>
          </p:nvPr>
        </p:nvSpPr>
        <p:spPr>
          <a:xfrm>
            <a:off x="415596" y="2731905"/>
            <a:ext cx="3633000" cy="3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5" name="Google Shape;1105;p100"/>
          <p:cNvSpPr txBox="1">
            <a:spLocks noGrp="1"/>
          </p:cNvSpPr>
          <p:nvPr>
            <p:ph type="body" idx="2"/>
          </p:nvPr>
        </p:nvSpPr>
        <p:spPr>
          <a:xfrm>
            <a:off x="415925" y="2238963"/>
            <a:ext cx="36330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cap="none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6" name="Google Shape;1106;p100"/>
          <p:cNvSpPr>
            <a:spLocks noGrp="1"/>
          </p:cNvSpPr>
          <p:nvPr>
            <p:ph type="pic" idx="3"/>
          </p:nvPr>
        </p:nvSpPr>
        <p:spPr>
          <a:xfrm>
            <a:off x="415596" y="1296134"/>
            <a:ext cx="755700" cy="72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07" name="Google Shape;1107;p100"/>
          <p:cNvSpPr txBox="1">
            <a:spLocks noGrp="1"/>
          </p:cNvSpPr>
          <p:nvPr>
            <p:ph type="body" idx="4"/>
          </p:nvPr>
        </p:nvSpPr>
        <p:spPr>
          <a:xfrm>
            <a:off x="4277258" y="2731905"/>
            <a:ext cx="3633000" cy="3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8" name="Google Shape;1108;p100"/>
          <p:cNvSpPr txBox="1">
            <a:spLocks noGrp="1"/>
          </p:cNvSpPr>
          <p:nvPr>
            <p:ph type="body" idx="5"/>
          </p:nvPr>
        </p:nvSpPr>
        <p:spPr>
          <a:xfrm>
            <a:off x="4277587" y="2238963"/>
            <a:ext cx="36330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cap="none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9" name="Google Shape;1109;p100"/>
          <p:cNvSpPr>
            <a:spLocks noGrp="1"/>
          </p:cNvSpPr>
          <p:nvPr>
            <p:ph type="pic" idx="6"/>
          </p:nvPr>
        </p:nvSpPr>
        <p:spPr>
          <a:xfrm>
            <a:off x="4277258" y="1296134"/>
            <a:ext cx="755700" cy="72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0" name="Google Shape;1110;p100"/>
          <p:cNvSpPr txBox="1">
            <a:spLocks noGrp="1"/>
          </p:cNvSpPr>
          <p:nvPr>
            <p:ph type="body" idx="7"/>
          </p:nvPr>
        </p:nvSpPr>
        <p:spPr>
          <a:xfrm>
            <a:off x="8138564" y="2731905"/>
            <a:ext cx="3633000" cy="3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11" name="Google Shape;1111;p100"/>
          <p:cNvSpPr txBox="1">
            <a:spLocks noGrp="1"/>
          </p:cNvSpPr>
          <p:nvPr>
            <p:ph type="body" idx="8"/>
          </p:nvPr>
        </p:nvSpPr>
        <p:spPr>
          <a:xfrm>
            <a:off x="8138893" y="2238963"/>
            <a:ext cx="36330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cap="none">
                <a:solidFill>
                  <a:schemeClr val="dk1"/>
                </a:solidFill>
              </a:defRPr>
            </a:lvl1pPr>
            <a:lvl2pPr marL="914400" lvl="1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12" name="Google Shape;1112;p100"/>
          <p:cNvSpPr>
            <a:spLocks noGrp="1"/>
          </p:cNvSpPr>
          <p:nvPr>
            <p:ph type="pic" idx="9"/>
          </p:nvPr>
        </p:nvSpPr>
        <p:spPr>
          <a:xfrm>
            <a:off x="8138564" y="1296134"/>
            <a:ext cx="755700" cy="72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3" name="Google Shape;1113;p100"/>
          <p:cNvSpPr txBox="1">
            <a:spLocks noGrp="1"/>
          </p:cNvSpPr>
          <p:nvPr>
            <p:ph type="body" idx="13"/>
          </p:nvPr>
        </p:nvSpPr>
        <p:spPr>
          <a:xfrm>
            <a:off x="2037522" y="6364123"/>
            <a:ext cx="80286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F48"/>
              </a:buClr>
              <a:buSzPts val="800"/>
              <a:buNone/>
              <a:defRPr sz="800" b="0">
                <a:solidFill>
                  <a:srgbClr val="3D3F48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703510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uote Slide - Dark">
    <p:bg>
      <p:bgPr>
        <a:solidFill>
          <a:srgbClr val="000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24DCB0D-2DAE-7E7A-818D-C5E54214F7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8210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4DCB0D-2DAE-7E7A-818D-C5E54214F7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23">
            <a:extLst>
              <a:ext uri="{FF2B5EF4-FFF2-40B4-BE49-F238E27FC236}">
                <a16:creationId xmlns:a16="http://schemas.microsoft.com/office/drawing/2014/main" id="{48092917-607D-F366-39BD-E7217C79509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137400" y="3175"/>
            <a:ext cx="5054600" cy="6854825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place image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44">
            <a:extLst>
              <a:ext uri="{FF2B5EF4-FFF2-40B4-BE49-F238E27FC236}">
                <a16:creationId xmlns:a16="http://schemas.microsoft.com/office/drawing/2014/main" id="{4635D0E6-F508-09B4-B04E-88D4169C0E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7522" y="6364123"/>
            <a:ext cx="4653658" cy="283368"/>
          </a:xfr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800" b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Add footnotes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2923484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0BCC-559C-C2AA-DB32-F2A59E57E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88A2A-6090-0A21-5FB1-40EE02A09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9D629-BC9C-A700-7128-8CE83AE89F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BE382-AEED-7957-CD1E-67E81A834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Commvault 2025</a:t>
            </a:r>
          </a:p>
        </p:txBody>
      </p:sp>
    </p:spTree>
    <p:extLst>
      <p:ext uri="{BB962C8B-B14F-4D97-AF65-F5344CB8AC3E}">
        <p14:creationId xmlns:p14="http://schemas.microsoft.com/office/powerpoint/2010/main" val="673365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bg>
      <p:bgPr>
        <a:solidFill>
          <a:srgbClr val="000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8D377B-C257-48DC-280F-91373B92C0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676EBD-8486-AA4B-82C3-0598DF1E43F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85B05A-F2DB-9274-0D9B-50737F05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Commvault 2025</a:t>
            </a:r>
          </a:p>
        </p:txBody>
      </p:sp>
      <p:sp>
        <p:nvSpPr>
          <p:cNvPr id="2" name="Title 25">
            <a:extLst>
              <a:ext uri="{FF2B5EF4-FFF2-40B4-BE49-F238E27FC236}">
                <a16:creationId xmlns:a16="http://schemas.microsoft.com/office/drawing/2014/main" id="{0C68AFD6-3242-E071-F6E8-E4F902C09D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292100"/>
            <a:ext cx="11176000" cy="492443"/>
          </a:xfrm>
        </p:spPr>
        <p:txBody>
          <a:bodyPr vert="horz" anchor="t"/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Headline</a:t>
            </a:r>
          </a:p>
        </p:txBody>
      </p:sp>
      <p:pic>
        <p:nvPicPr>
          <p:cNvPr id="5" name="Google Shape;1530;p158" descr="A blurry image of a colorful background&#10;&#10;Description automatically generated">
            <a:extLst>
              <a:ext uri="{FF2B5EF4-FFF2-40B4-BE49-F238E27FC236}">
                <a16:creationId xmlns:a16="http://schemas.microsoft.com/office/drawing/2014/main" id="{16731981-E074-ACC6-AF9F-73442E4C6A36}"/>
              </a:ext>
            </a:extLst>
          </p:cNvPr>
          <p:cNvPicPr preferRelativeResize="0"/>
          <p:nvPr userDrawn="1">
            <p:custDataLst>
              <p:tags r:id="rId1"/>
            </p:custDataLst>
          </p:nvPr>
        </p:nvPicPr>
        <p:blipFill rotWithShape="1">
          <a:blip r:embed="rId3">
            <a:alphaModFix/>
          </a:blip>
          <a:srcRect b="97900"/>
          <a:stretch/>
        </p:blipFill>
        <p:spPr>
          <a:xfrm>
            <a:off x="0" y="-19341"/>
            <a:ext cx="12192000" cy="144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136925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Blank Dark Midn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and person looking at a tablet&#10;&#10;Description automatically generated">
            <a:extLst>
              <a:ext uri="{FF2B5EF4-FFF2-40B4-BE49-F238E27FC236}">
                <a16:creationId xmlns:a16="http://schemas.microsoft.com/office/drawing/2014/main" id="{9296CFBD-7739-2F7D-5D80-4E906D3F31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9581" r="36894"/>
          <a:stretch/>
        </p:blipFill>
        <p:spPr>
          <a:xfrm>
            <a:off x="0" y="0"/>
            <a:ext cx="5771301" cy="68580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26AD23E-01FE-91C7-651D-520289EF5B1F}"/>
              </a:ext>
            </a:extLst>
          </p:cNvPr>
          <p:cNvSpPr/>
          <p:nvPr userDrawn="1"/>
        </p:nvSpPr>
        <p:spPr>
          <a:xfrm>
            <a:off x="5523234" y="1229745"/>
            <a:ext cx="504000" cy="504000"/>
          </a:xfrm>
          <a:prstGeom prst="ellipse">
            <a:avLst/>
          </a:prstGeom>
          <a:gradFill flip="none" rotWithShape="1">
            <a:gsLst>
              <a:gs pos="47000">
                <a:srgbClr val="460A5B">
                  <a:alpha val="68000"/>
                </a:srgbClr>
              </a:gs>
              <a:gs pos="100000">
                <a:srgbClr val="C40D60">
                  <a:alpha val="7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4DF92F3-3A27-C895-D4E8-88A37B15EA86}"/>
              </a:ext>
            </a:extLst>
          </p:cNvPr>
          <p:cNvSpPr/>
          <p:nvPr userDrawn="1"/>
        </p:nvSpPr>
        <p:spPr>
          <a:xfrm>
            <a:off x="5523234" y="3112027"/>
            <a:ext cx="504000" cy="504000"/>
          </a:xfrm>
          <a:prstGeom prst="ellipse">
            <a:avLst/>
          </a:prstGeom>
          <a:gradFill flip="none" rotWithShape="1">
            <a:gsLst>
              <a:gs pos="47000">
                <a:srgbClr val="460A5B">
                  <a:alpha val="68000"/>
                </a:srgbClr>
              </a:gs>
              <a:gs pos="100000">
                <a:srgbClr val="C40D60">
                  <a:alpha val="7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D1F7901-DCA0-3F68-3366-32081BD6B9E6}"/>
              </a:ext>
            </a:extLst>
          </p:cNvPr>
          <p:cNvSpPr/>
          <p:nvPr userDrawn="1"/>
        </p:nvSpPr>
        <p:spPr>
          <a:xfrm>
            <a:off x="5523234" y="4994309"/>
            <a:ext cx="504000" cy="504000"/>
          </a:xfrm>
          <a:prstGeom prst="ellipse">
            <a:avLst/>
          </a:prstGeom>
          <a:gradFill flip="none" rotWithShape="1">
            <a:gsLst>
              <a:gs pos="47000">
                <a:srgbClr val="460A5B">
                  <a:alpha val="68000"/>
                </a:srgbClr>
              </a:gs>
              <a:gs pos="100000">
                <a:srgbClr val="C40D60">
                  <a:alpha val="7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19D4C1-CFAA-A39C-8CD3-49B906328112}"/>
              </a:ext>
            </a:extLst>
          </p:cNvPr>
          <p:cNvSpPr/>
          <p:nvPr userDrawn="1"/>
        </p:nvSpPr>
        <p:spPr>
          <a:xfrm>
            <a:off x="1" y="989350"/>
            <a:ext cx="359764" cy="4751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1">
            <a:extLst>
              <a:ext uri="{FF2B5EF4-FFF2-40B4-BE49-F238E27FC236}">
                <a16:creationId xmlns:a16="http://schemas.microsoft.com/office/drawing/2014/main" id="{DBA4E7F4-3416-C5FE-6605-0BDF72CF9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809" y="2591752"/>
            <a:ext cx="2530178" cy="1661993"/>
          </a:xfrm>
        </p:spPr>
        <p:txBody>
          <a:bodyPr wrap="square" anchor="t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Headline</a:t>
            </a:r>
          </a:p>
        </p:txBody>
      </p:sp>
      <p:pic>
        <p:nvPicPr>
          <p:cNvPr id="8" name="Picture 7" descr="A logo with white squares and black background&#10;&#10;Description automatically generated">
            <a:extLst>
              <a:ext uri="{FF2B5EF4-FFF2-40B4-BE49-F238E27FC236}">
                <a16:creationId xmlns:a16="http://schemas.microsoft.com/office/drawing/2014/main" id="{D6EB4FD9-EDBC-C975-F50C-E6B10EDCD9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65483" y="5935832"/>
            <a:ext cx="1977808" cy="11135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3F0D7A-A37E-13D9-1CAE-6BE9B5C64FD0}"/>
              </a:ext>
            </a:extLst>
          </p:cNvPr>
          <p:cNvSpPr txBox="1"/>
          <p:nvPr userDrawn="1"/>
        </p:nvSpPr>
        <p:spPr>
          <a:xfrm>
            <a:off x="5330420" y="6549134"/>
            <a:ext cx="6787497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Commvault Proprietary and Confidential Information. Internal and Partner Under NDA Use Only. Do Not Distribute. 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7FB9673-9774-0E7E-19E6-955044BF0B87}"/>
              </a:ext>
            </a:extLst>
          </p:cNvPr>
          <p:cNvSpPr txBox="1">
            <a:spLocks/>
          </p:cNvSpPr>
          <p:nvPr userDrawn="1"/>
        </p:nvSpPr>
        <p:spPr>
          <a:xfrm>
            <a:off x="10963686" y="6313551"/>
            <a:ext cx="1009533" cy="2557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© Commvault 2025</a:t>
            </a:r>
          </a:p>
        </p:txBody>
      </p:sp>
    </p:spTree>
    <p:extLst>
      <p:ext uri="{BB962C8B-B14F-4D97-AF65-F5344CB8AC3E}">
        <p14:creationId xmlns:p14="http://schemas.microsoft.com/office/powerpoint/2010/main" val="3332891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591DA6-85B1-E2C9-CE6E-26477A97DB54}"/>
              </a:ext>
            </a:extLst>
          </p:cNvPr>
          <p:cNvSpPr/>
          <p:nvPr userDrawn="1"/>
        </p:nvSpPr>
        <p:spPr bwMode="ltGray">
          <a:xfrm>
            <a:off x="-1" y="5053915"/>
            <a:ext cx="12192001" cy="1804086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87000">
                <a:schemeClr val="tx1">
                  <a:alpha val="0"/>
                </a:schemeClr>
              </a:gs>
            </a:gsLst>
            <a:lin ang="16200000" scaled="1"/>
            <a:tileRect/>
          </a:gra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287B217-2E30-4712-99AE-652EEDB044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75850" y="6335127"/>
            <a:ext cx="68434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defTabSz="1088421">
              <a:defRPr/>
            </a:pPr>
            <a:fld id="{104FC826-72BB-4AF1-BA01-A94F7396A7DC}" type="slidenum">
              <a:rPr lang="en-US" smtClean="0"/>
              <a:pPr defTabSz="1088421">
                <a:defRPr/>
              </a:pPr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CDFE06-DC7E-CB0D-AD9D-CA83584F3981}"/>
              </a:ext>
            </a:extLst>
          </p:cNvPr>
          <p:cNvGrpSpPr/>
          <p:nvPr userDrawn="1"/>
        </p:nvGrpSpPr>
        <p:grpSpPr>
          <a:xfrm>
            <a:off x="319790" y="6335127"/>
            <a:ext cx="1134814" cy="217794"/>
            <a:chOff x="1729244" y="6246467"/>
            <a:chExt cx="1134814" cy="217794"/>
          </a:xfrm>
        </p:grpSpPr>
        <p:grpSp>
          <p:nvGrpSpPr>
            <p:cNvPr id="35" name="Picture 12">
              <a:extLst>
                <a:ext uri="{FF2B5EF4-FFF2-40B4-BE49-F238E27FC236}">
                  <a16:creationId xmlns:a16="http://schemas.microsoft.com/office/drawing/2014/main" id="{2B183FD2-9AFA-76E9-0783-95042B0D6BBD}"/>
                </a:ext>
              </a:extLst>
            </p:cNvPr>
            <p:cNvGrpSpPr/>
            <p:nvPr/>
          </p:nvGrpSpPr>
          <p:grpSpPr>
            <a:xfrm>
              <a:off x="1729244" y="6246467"/>
              <a:ext cx="193055" cy="217794"/>
              <a:chOff x="1729244" y="6246467"/>
              <a:chExt cx="193055" cy="217794"/>
            </a:xfrm>
            <a:solidFill>
              <a:srgbClr val="844997"/>
            </a:solidFill>
          </p:grpSpPr>
          <p:sp>
            <p:nvSpPr>
              <p:cNvPr id="70" name="Freeform 50">
                <a:extLst>
                  <a:ext uri="{FF2B5EF4-FFF2-40B4-BE49-F238E27FC236}">
                    <a16:creationId xmlns:a16="http://schemas.microsoft.com/office/drawing/2014/main" id="{04D4C73D-E339-89A7-57ED-81780B253DE9}"/>
                  </a:ext>
                </a:extLst>
              </p:cNvPr>
              <p:cNvSpPr/>
              <p:nvPr/>
            </p:nvSpPr>
            <p:spPr>
              <a:xfrm>
                <a:off x="1729244" y="6246467"/>
                <a:ext cx="193055" cy="217794"/>
              </a:xfrm>
              <a:custGeom>
                <a:avLst/>
                <a:gdLst>
                  <a:gd name="connsiteX0" fmla="*/ 96528 w 193055"/>
                  <a:gd name="connsiteY0" fmla="*/ 0 h 217794"/>
                  <a:gd name="connsiteX1" fmla="*/ 0 w 193055"/>
                  <a:gd name="connsiteY1" fmla="*/ 55446 h 217794"/>
                  <a:gd name="connsiteX2" fmla="*/ 0 w 193055"/>
                  <a:gd name="connsiteY2" fmla="*/ 162246 h 217794"/>
                  <a:gd name="connsiteX3" fmla="*/ 96528 w 193055"/>
                  <a:gd name="connsiteY3" fmla="*/ 217795 h 217794"/>
                  <a:gd name="connsiteX4" fmla="*/ 193055 w 193055"/>
                  <a:gd name="connsiteY4" fmla="*/ 162246 h 217794"/>
                  <a:gd name="connsiteX5" fmla="*/ 193055 w 193055"/>
                  <a:gd name="connsiteY5" fmla="*/ 55446 h 217794"/>
                  <a:gd name="connsiteX6" fmla="*/ 96528 w 193055"/>
                  <a:gd name="connsiteY6" fmla="*/ 0 h 217794"/>
                  <a:gd name="connsiteX7" fmla="*/ 176317 w 193055"/>
                  <a:gd name="connsiteY7" fmla="*/ 152630 h 217794"/>
                  <a:gd name="connsiteX8" fmla="*/ 96528 w 193055"/>
                  <a:gd name="connsiteY8" fmla="*/ 198562 h 217794"/>
                  <a:gd name="connsiteX9" fmla="*/ 16738 w 193055"/>
                  <a:gd name="connsiteY9" fmla="*/ 152630 h 217794"/>
                  <a:gd name="connsiteX10" fmla="*/ 16738 w 193055"/>
                  <a:gd name="connsiteY10" fmla="*/ 65062 h 217794"/>
                  <a:gd name="connsiteX11" fmla="*/ 96528 w 193055"/>
                  <a:gd name="connsiteY11" fmla="*/ 19232 h 217794"/>
                  <a:gd name="connsiteX12" fmla="*/ 176317 w 193055"/>
                  <a:gd name="connsiteY12" fmla="*/ 65165 h 217794"/>
                  <a:gd name="connsiteX13" fmla="*/ 176317 w 193055"/>
                  <a:gd name="connsiteY13" fmla="*/ 152630 h 217794"/>
                  <a:gd name="connsiteX14" fmla="*/ 176317 w 193055"/>
                  <a:gd name="connsiteY14" fmla="*/ 152630 h 217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93055" h="217794">
                    <a:moveTo>
                      <a:pt x="96528" y="0"/>
                    </a:moveTo>
                    <a:lnTo>
                      <a:pt x="0" y="55446"/>
                    </a:lnTo>
                    <a:lnTo>
                      <a:pt x="0" y="162246"/>
                    </a:lnTo>
                    <a:lnTo>
                      <a:pt x="96528" y="217795"/>
                    </a:lnTo>
                    <a:lnTo>
                      <a:pt x="193055" y="162246"/>
                    </a:lnTo>
                    <a:lnTo>
                      <a:pt x="193055" y="55446"/>
                    </a:lnTo>
                    <a:lnTo>
                      <a:pt x="96528" y="0"/>
                    </a:lnTo>
                    <a:close/>
                    <a:moveTo>
                      <a:pt x="176317" y="152630"/>
                    </a:moveTo>
                    <a:lnTo>
                      <a:pt x="96528" y="198562"/>
                    </a:lnTo>
                    <a:lnTo>
                      <a:pt x="16738" y="152630"/>
                    </a:lnTo>
                    <a:lnTo>
                      <a:pt x="16738" y="65062"/>
                    </a:lnTo>
                    <a:lnTo>
                      <a:pt x="96528" y="19232"/>
                    </a:lnTo>
                    <a:lnTo>
                      <a:pt x="176317" y="65165"/>
                    </a:lnTo>
                    <a:lnTo>
                      <a:pt x="176317" y="152630"/>
                    </a:lnTo>
                    <a:lnTo>
                      <a:pt x="176317" y="152630"/>
                    </a:lnTo>
                    <a:close/>
                  </a:path>
                </a:pathLst>
              </a:custGeom>
              <a:solidFill>
                <a:srgbClr val="844997"/>
              </a:solidFill>
              <a:ln w="10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1" name="Freeform 51">
                <a:extLst>
                  <a:ext uri="{FF2B5EF4-FFF2-40B4-BE49-F238E27FC236}">
                    <a16:creationId xmlns:a16="http://schemas.microsoft.com/office/drawing/2014/main" id="{20ACC5E8-E770-6B94-D44B-FD442396C37F}"/>
                  </a:ext>
                </a:extLst>
              </p:cNvPr>
              <p:cNvSpPr/>
              <p:nvPr/>
            </p:nvSpPr>
            <p:spPr>
              <a:xfrm>
                <a:off x="1760769" y="6324418"/>
                <a:ext cx="59456" cy="100355"/>
              </a:xfrm>
              <a:custGeom>
                <a:avLst/>
                <a:gdLst>
                  <a:gd name="connsiteX0" fmla="*/ 59457 w 59456"/>
                  <a:gd name="connsiteY0" fmla="*/ 34168 h 100355"/>
                  <a:gd name="connsiteX1" fmla="*/ 0 w 59456"/>
                  <a:gd name="connsiteY1" fmla="*/ 0 h 100355"/>
                  <a:gd name="connsiteX2" fmla="*/ 0 w 59456"/>
                  <a:gd name="connsiteY2" fmla="*/ 66187 h 100355"/>
                  <a:gd name="connsiteX3" fmla="*/ 59354 w 59456"/>
                  <a:gd name="connsiteY3" fmla="*/ 100355 h 100355"/>
                  <a:gd name="connsiteX4" fmla="*/ 59354 w 59456"/>
                  <a:gd name="connsiteY4" fmla="*/ 34168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456" h="100355">
                    <a:moveTo>
                      <a:pt x="59457" y="34168"/>
                    </a:moveTo>
                    <a:lnTo>
                      <a:pt x="0" y="0"/>
                    </a:lnTo>
                    <a:lnTo>
                      <a:pt x="0" y="66187"/>
                    </a:lnTo>
                    <a:lnTo>
                      <a:pt x="59354" y="100355"/>
                    </a:lnTo>
                    <a:lnTo>
                      <a:pt x="59354" y="34168"/>
                    </a:lnTo>
                    <a:close/>
                  </a:path>
                </a:pathLst>
              </a:custGeom>
              <a:solidFill>
                <a:srgbClr val="844997"/>
              </a:solidFill>
              <a:ln w="10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2" name="Freeform 52">
                <a:extLst>
                  <a:ext uri="{FF2B5EF4-FFF2-40B4-BE49-F238E27FC236}">
                    <a16:creationId xmlns:a16="http://schemas.microsoft.com/office/drawing/2014/main" id="{4F96001D-6D33-CED5-4D48-5E21FA03E2AA}"/>
                  </a:ext>
                </a:extLst>
              </p:cNvPr>
              <p:cNvSpPr/>
              <p:nvPr/>
            </p:nvSpPr>
            <p:spPr>
              <a:xfrm>
                <a:off x="1831419" y="6364929"/>
                <a:ext cx="51960" cy="59742"/>
              </a:xfrm>
              <a:custGeom>
                <a:avLst/>
                <a:gdLst>
                  <a:gd name="connsiteX0" fmla="*/ 51961 w 51960"/>
                  <a:gd name="connsiteY0" fmla="*/ 29871 h 59742"/>
                  <a:gd name="connsiteX1" fmla="*/ 0 w 51960"/>
                  <a:gd name="connsiteY1" fmla="*/ 0 h 59742"/>
                  <a:gd name="connsiteX2" fmla="*/ 0 w 51960"/>
                  <a:gd name="connsiteY2" fmla="*/ 59743 h 59742"/>
                  <a:gd name="connsiteX3" fmla="*/ 51961 w 51960"/>
                  <a:gd name="connsiteY3" fmla="*/ 29871 h 59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960" h="59742">
                    <a:moveTo>
                      <a:pt x="51961" y="29871"/>
                    </a:moveTo>
                    <a:lnTo>
                      <a:pt x="0" y="0"/>
                    </a:lnTo>
                    <a:lnTo>
                      <a:pt x="0" y="59743"/>
                    </a:lnTo>
                    <a:lnTo>
                      <a:pt x="51961" y="29871"/>
                    </a:lnTo>
                    <a:close/>
                  </a:path>
                </a:pathLst>
              </a:custGeom>
              <a:solidFill>
                <a:srgbClr val="844997"/>
              </a:solidFill>
              <a:ln w="10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3" name="Freeform 53">
                <a:extLst>
                  <a:ext uri="{FF2B5EF4-FFF2-40B4-BE49-F238E27FC236}">
                    <a16:creationId xmlns:a16="http://schemas.microsoft.com/office/drawing/2014/main" id="{17820257-9AC2-F3F2-9D5B-BA3D6D4A5151}"/>
                  </a:ext>
                </a:extLst>
              </p:cNvPr>
              <p:cNvSpPr/>
              <p:nvPr/>
            </p:nvSpPr>
            <p:spPr>
              <a:xfrm>
                <a:off x="1768265" y="6282783"/>
                <a:ext cx="115114" cy="66187"/>
              </a:xfrm>
              <a:custGeom>
                <a:avLst/>
                <a:gdLst>
                  <a:gd name="connsiteX0" fmla="*/ 115114 w 115114"/>
                  <a:gd name="connsiteY0" fmla="*/ 33043 h 66187"/>
                  <a:gd name="connsiteX1" fmla="*/ 57506 w 115114"/>
                  <a:gd name="connsiteY1" fmla="*/ 0 h 66187"/>
                  <a:gd name="connsiteX2" fmla="*/ 0 w 115114"/>
                  <a:gd name="connsiteY2" fmla="*/ 33043 h 66187"/>
                  <a:gd name="connsiteX3" fmla="*/ 57506 w 115114"/>
                  <a:gd name="connsiteY3" fmla="*/ 66187 h 66187"/>
                  <a:gd name="connsiteX4" fmla="*/ 115114 w 115114"/>
                  <a:gd name="connsiteY4" fmla="*/ 33043 h 66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114" h="66187">
                    <a:moveTo>
                      <a:pt x="115114" y="33043"/>
                    </a:moveTo>
                    <a:lnTo>
                      <a:pt x="57506" y="0"/>
                    </a:lnTo>
                    <a:lnTo>
                      <a:pt x="0" y="33043"/>
                    </a:lnTo>
                    <a:lnTo>
                      <a:pt x="57506" y="66187"/>
                    </a:lnTo>
                    <a:lnTo>
                      <a:pt x="115114" y="33043"/>
                    </a:lnTo>
                    <a:close/>
                  </a:path>
                </a:pathLst>
              </a:custGeom>
              <a:solidFill>
                <a:srgbClr val="844997"/>
              </a:solidFill>
              <a:ln w="10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12B52564-E362-B44E-F607-23E3DDA79722}"/>
                </a:ext>
              </a:extLst>
            </p:cNvPr>
            <p:cNvGrpSpPr/>
            <p:nvPr/>
          </p:nvGrpSpPr>
          <p:grpSpPr>
            <a:xfrm>
              <a:off x="1972251" y="6291887"/>
              <a:ext cx="891807" cy="121838"/>
              <a:chOff x="1972251" y="6291887"/>
              <a:chExt cx="891807" cy="121838"/>
            </a:xfrm>
          </p:grpSpPr>
          <p:sp>
            <p:nvSpPr>
              <p:cNvPr id="58" name="Freeform 38">
                <a:extLst>
                  <a:ext uri="{FF2B5EF4-FFF2-40B4-BE49-F238E27FC236}">
                    <a16:creationId xmlns:a16="http://schemas.microsoft.com/office/drawing/2014/main" id="{1B22CE1C-96AD-3B62-B05F-E6F41D954DCA}"/>
                  </a:ext>
                </a:extLst>
              </p:cNvPr>
              <p:cNvSpPr/>
              <p:nvPr/>
            </p:nvSpPr>
            <p:spPr>
              <a:xfrm>
                <a:off x="2465831" y="6330147"/>
                <a:ext cx="88312" cy="81225"/>
              </a:xfrm>
              <a:custGeom>
                <a:avLst/>
                <a:gdLst>
                  <a:gd name="connsiteX0" fmla="*/ 53090 w 88312"/>
                  <a:gd name="connsiteY0" fmla="*/ 81225 h 81225"/>
                  <a:gd name="connsiteX1" fmla="*/ 34914 w 88312"/>
                  <a:gd name="connsiteY1" fmla="*/ 81225 h 81225"/>
                  <a:gd name="connsiteX2" fmla="*/ 0 w 88312"/>
                  <a:gd name="connsiteY2" fmla="*/ 0 h 81225"/>
                  <a:gd name="connsiteX3" fmla="*/ 18587 w 88312"/>
                  <a:gd name="connsiteY3" fmla="*/ 0 h 81225"/>
                  <a:gd name="connsiteX4" fmla="*/ 44156 w 88312"/>
                  <a:gd name="connsiteY4" fmla="*/ 60970 h 81225"/>
                  <a:gd name="connsiteX5" fmla="*/ 69726 w 88312"/>
                  <a:gd name="connsiteY5" fmla="*/ 0 h 81225"/>
                  <a:gd name="connsiteX6" fmla="*/ 88313 w 88312"/>
                  <a:gd name="connsiteY6" fmla="*/ 0 h 81225"/>
                  <a:gd name="connsiteX7" fmla="*/ 53090 w 88312"/>
                  <a:gd name="connsiteY7" fmla="*/ 81225 h 81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312" h="81225">
                    <a:moveTo>
                      <a:pt x="53090" y="81225"/>
                    </a:moveTo>
                    <a:lnTo>
                      <a:pt x="34914" y="81225"/>
                    </a:lnTo>
                    <a:lnTo>
                      <a:pt x="0" y="0"/>
                    </a:lnTo>
                    <a:lnTo>
                      <a:pt x="18587" y="0"/>
                    </a:lnTo>
                    <a:lnTo>
                      <a:pt x="44156" y="60970"/>
                    </a:lnTo>
                    <a:lnTo>
                      <a:pt x="69726" y="0"/>
                    </a:lnTo>
                    <a:lnTo>
                      <a:pt x="88313" y="0"/>
                    </a:lnTo>
                    <a:lnTo>
                      <a:pt x="53090" y="81225"/>
                    </a:lnTo>
                    <a:close/>
                  </a:path>
                </a:pathLst>
              </a:custGeom>
              <a:solidFill>
                <a:schemeClr val="bg1"/>
              </a:solidFill>
              <a:ln w="10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Arial" panose="020B0604020202020204" pitchFamily="34" charset="0"/>
                </a:endParaRPr>
              </a:p>
            </p:txBody>
          </p:sp>
          <p:grpSp>
            <p:nvGrpSpPr>
              <p:cNvPr id="59" name="Picture 12">
                <a:extLst>
                  <a:ext uri="{FF2B5EF4-FFF2-40B4-BE49-F238E27FC236}">
                    <a16:creationId xmlns:a16="http://schemas.microsoft.com/office/drawing/2014/main" id="{FC733A7F-C70A-A786-7941-8C98631DFEDD}"/>
                  </a:ext>
                </a:extLst>
              </p:cNvPr>
              <p:cNvGrpSpPr/>
              <p:nvPr/>
            </p:nvGrpSpPr>
            <p:grpSpPr>
              <a:xfrm>
                <a:off x="1972251" y="6291887"/>
                <a:ext cx="891807" cy="121838"/>
                <a:chOff x="1972251" y="6291887"/>
                <a:chExt cx="891807" cy="121838"/>
              </a:xfrm>
              <a:solidFill>
                <a:schemeClr val="bg1"/>
              </a:solidFill>
            </p:grpSpPr>
            <p:grpSp>
              <p:nvGrpSpPr>
                <p:cNvPr id="60" name="Picture 12">
                  <a:extLst>
                    <a:ext uri="{FF2B5EF4-FFF2-40B4-BE49-F238E27FC236}">
                      <a16:creationId xmlns:a16="http://schemas.microsoft.com/office/drawing/2014/main" id="{28A82A39-566F-FD21-0C69-7FD9F6B8ED47}"/>
                    </a:ext>
                  </a:extLst>
                </p:cNvPr>
                <p:cNvGrpSpPr/>
                <p:nvPr/>
              </p:nvGrpSpPr>
              <p:grpSpPr>
                <a:xfrm>
                  <a:off x="1972251" y="6292399"/>
                  <a:ext cx="878458" cy="121327"/>
                  <a:chOff x="1972251" y="6292399"/>
                  <a:chExt cx="878458" cy="121327"/>
                </a:xfrm>
                <a:grpFill/>
              </p:grpSpPr>
              <p:sp>
                <p:nvSpPr>
                  <p:cNvPr id="62" name="Freeform 42">
                    <a:extLst>
                      <a:ext uri="{FF2B5EF4-FFF2-40B4-BE49-F238E27FC236}">
                        <a16:creationId xmlns:a16="http://schemas.microsoft.com/office/drawing/2014/main" id="{B3D02A06-C2EC-8A81-D099-5DC4E77BB3BC}"/>
                      </a:ext>
                    </a:extLst>
                  </p:cNvPr>
                  <p:cNvSpPr/>
                  <p:nvPr/>
                </p:nvSpPr>
                <p:spPr>
                  <a:xfrm>
                    <a:off x="1972251" y="6299708"/>
                    <a:ext cx="103978" cy="114017"/>
                  </a:xfrm>
                  <a:custGeom>
                    <a:avLst/>
                    <a:gdLst>
                      <a:gd name="connsiteX0" fmla="*/ 57255 w 103978"/>
                      <a:gd name="connsiteY0" fmla="*/ 97547 h 114017"/>
                      <a:gd name="connsiteX1" fmla="*/ 17720 w 103978"/>
                      <a:gd name="connsiteY1" fmla="*/ 57037 h 114017"/>
                      <a:gd name="connsiteX2" fmla="*/ 57255 w 103978"/>
                      <a:gd name="connsiteY2" fmla="*/ 16527 h 114017"/>
                      <a:gd name="connsiteX3" fmla="*/ 90115 w 103978"/>
                      <a:gd name="connsiteY3" fmla="*/ 35247 h 114017"/>
                      <a:gd name="connsiteX4" fmla="*/ 103670 w 103978"/>
                      <a:gd name="connsiteY4" fmla="*/ 23483 h 114017"/>
                      <a:gd name="connsiteX5" fmla="*/ 70810 w 103978"/>
                      <a:gd name="connsiteY5" fmla="*/ 1386 h 114017"/>
                      <a:gd name="connsiteX6" fmla="*/ 365 w 103978"/>
                      <a:gd name="connsiteY6" fmla="*/ 63686 h 114017"/>
                      <a:gd name="connsiteX7" fmla="*/ 57255 w 103978"/>
                      <a:gd name="connsiteY7" fmla="*/ 114018 h 114017"/>
                      <a:gd name="connsiteX8" fmla="*/ 103978 w 103978"/>
                      <a:gd name="connsiteY8" fmla="*/ 89670 h 114017"/>
                      <a:gd name="connsiteX9" fmla="*/ 90218 w 103978"/>
                      <a:gd name="connsiteY9" fmla="*/ 78418 h 114017"/>
                      <a:gd name="connsiteX10" fmla="*/ 57255 w 103978"/>
                      <a:gd name="connsiteY10" fmla="*/ 97547 h 1140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03978" h="114017">
                        <a:moveTo>
                          <a:pt x="57255" y="97547"/>
                        </a:moveTo>
                        <a:cubicBezTo>
                          <a:pt x="35074" y="97547"/>
                          <a:pt x="17720" y="80054"/>
                          <a:pt x="17720" y="57037"/>
                        </a:cubicBezTo>
                        <a:cubicBezTo>
                          <a:pt x="17720" y="34020"/>
                          <a:pt x="35074" y="16527"/>
                          <a:pt x="57255" y="16527"/>
                        </a:cubicBezTo>
                        <a:cubicBezTo>
                          <a:pt x="71426" y="16527"/>
                          <a:pt x="83543" y="22767"/>
                          <a:pt x="90115" y="35247"/>
                        </a:cubicBezTo>
                        <a:lnTo>
                          <a:pt x="103670" y="23483"/>
                        </a:lnTo>
                        <a:cubicBezTo>
                          <a:pt x="96277" y="12128"/>
                          <a:pt x="84673" y="4353"/>
                          <a:pt x="70810" y="1386"/>
                        </a:cubicBezTo>
                        <a:cubicBezTo>
                          <a:pt x="32301" y="-7104"/>
                          <a:pt x="-4051" y="24608"/>
                          <a:pt x="365" y="63686"/>
                        </a:cubicBezTo>
                        <a:cubicBezTo>
                          <a:pt x="3651" y="92432"/>
                          <a:pt x="27578" y="114018"/>
                          <a:pt x="57255" y="114018"/>
                        </a:cubicBezTo>
                        <a:cubicBezTo>
                          <a:pt x="77074" y="114018"/>
                          <a:pt x="94223" y="105322"/>
                          <a:pt x="103978" y="89670"/>
                        </a:cubicBezTo>
                        <a:lnTo>
                          <a:pt x="90218" y="78418"/>
                        </a:lnTo>
                        <a:cubicBezTo>
                          <a:pt x="83749" y="91205"/>
                          <a:pt x="71529" y="97547"/>
                          <a:pt x="57255" y="97547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3" name="Freeform 43">
                    <a:extLst>
                      <a:ext uri="{FF2B5EF4-FFF2-40B4-BE49-F238E27FC236}">
                        <a16:creationId xmlns:a16="http://schemas.microsoft.com/office/drawing/2014/main" id="{377F1956-48E2-0422-47F4-479FA03B03EF}"/>
                      </a:ext>
                    </a:extLst>
                  </p:cNvPr>
                  <p:cNvSpPr/>
                  <p:nvPr/>
                </p:nvSpPr>
                <p:spPr>
                  <a:xfrm>
                    <a:off x="2083931" y="6328510"/>
                    <a:ext cx="87285" cy="84805"/>
                  </a:xfrm>
                  <a:custGeom>
                    <a:avLst/>
                    <a:gdLst>
                      <a:gd name="connsiteX0" fmla="*/ 43848 w 87285"/>
                      <a:gd name="connsiteY0" fmla="*/ 0 h 84805"/>
                      <a:gd name="connsiteX1" fmla="*/ 0 w 87285"/>
                      <a:gd name="connsiteY1" fmla="*/ 42352 h 84805"/>
                      <a:gd name="connsiteX2" fmla="*/ 43848 w 87285"/>
                      <a:gd name="connsiteY2" fmla="*/ 84806 h 84805"/>
                      <a:gd name="connsiteX3" fmla="*/ 87286 w 87285"/>
                      <a:gd name="connsiteY3" fmla="*/ 42352 h 84805"/>
                      <a:gd name="connsiteX4" fmla="*/ 43848 w 87285"/>
                      <a:gd name="connsiteY4" fmla="*/ 0 h 84805"/>
                      <a:gd name="connsiteX5" fmla="*/ 43848 w 87285"/>
                      <a:gd name="connsiteY5" fmla="*/ 70177 h 84805"/>
                      <a:gd name="connsiteX6" fmla="*/ 16738 w 87285"/>
                      <a:gd name="connsiteY6" fmla="*/ 42352 h 84805"/>
                      <a:gd name="connsiteX7" fmla="*/ 43848 w 87285"/>
                      <a:gd name="connsiteY7" fmla="*/ 14526 h 84805"/>
                      <a:gd name="connsiteX8" fmla="*/ 70753 w 87285"/>
                      <a:gd name="connsiteY8" fmla="*/ 42352 h 84805"/>
                      <a:gd name="connsiteX9" fmla="*/ 43848 w 87285"/>
                      <a:gd name="connsiteY9" fmla="*/ 70177 h 848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7285" h="84805">
                        <a:moveTo>
                          <a:pt x="43848" y="0"/>
                        </a:moveTo>
                        <a:cubicBezTo>
                          <a:pt x="19716" y="0"/>
                          <a:pt x="0" y="17186"/>
                          <a:pt x="0" y="42352"/>
                        </a:cubicBezTo>
                        <a:cubicBezTo>
                          <a:pt x="0" y="67517"/>
                          <a:pt x="19716" y="84806"/>
                          <a:pt x="43848" y="84806"/>
                        </a:cubicBezTo>
                        <a:cubicBezTo>
                          <a:pt x="67775" y="84806"/>
                          <a:pt x="87286" y="67517"/>
                          <a:pt x="87286" y="42352"/>
                        </a:cubicBezTo>
                        <a:cubicBezTo>
                          <a:pt x="87286" y="17186"/>
                          <a:pt x="67775" y="0"/>
                          <a:pt x="43848" y="0"/>
                        </a:cubicBezTo>
                        <a:close/>
                        <a:moveTo>
                          <a:pt x="43848" y="70177"/>
                        </a:moveTo>
                        <a:cubicBezTo>
                          <a:pt x="29574" y="70177"/>
                          <a:pt x="16738" y="59231"/>
                          <a:pt x="16738" y="42352"/>
                        </a:cubicBezTo>
                        <a:cubicBezTo>
                          <a:pt x="16738" y="25472"/>
                          <a:pt x="29574" y="14526"/>
                          <a:pt x="43848" y="14526"/>
                        </a:cubicBezTo>
                        <a:cubicBezTo>
                          <a:pt x="57814" y="14526"/>
                          <a:pt x="70753" y="25472"/>
                          <a:pt x="70753" y="42352"/>
                        </a:cubicBezTo>
                        <a:cubicBezTo>
                          <a:pt x="70753" y="59231"/>
                          <a:pt x="57814" y="70177"/>
                          <a:pt x="43848" y="70177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4" name="Freeform 44">
                    <a:extLst>
                      <a:ext uri="{FF2B5EF4-FFF2-40B4-BE49-F238E27FC236}">
                        <a16:creationId xmlns:a16="http://schemas.microsoft.com/office/drawing/2014/main" id="{B111278E-54CA-4374-F68F-081B78E5882D}"/>
                      </a:ext>
                    </a:extLst>
                  </p:cNvPr>
                  <p:cNvSpPr/>
                  <p:nvPr/>
                </p:nvSpPr>
                <p:spPr>
                  <a:xfrm>
                    <a:off x="2183231" y="6328101"/>
                    <a:ext cx="131134" cy="83373"/>
                  </a:xfrm>
                  <a:custGeom>
                    <a:avLst/>
                    <a:gdLst>
                      <a:gd name="connsiteX0" fmla="*/ 100430 w 131134"/>
                      <a:gd name="connsiteY0" fmla="*/ 0 h 83373"/>
                      <a:gd name="connsiteX1" fmla="*/ 70239 w 131134"/>
                      <a:gd name="connsiteY1" fmla="*/ 14731 h 83373"/>
                      <a:gd name="connsiteX2" fmla="*/ 70034 w 131134"/>
                      <a:gd name="connsiteY2" fmla="*/ 14731 h 83373"/>
                      <a:gd name="connsiteX3" fmla="*/ 43027 w 131134"/>
                      <a:gd name="connsiteY3" fmla="*/ 0 h 83373"/>
                      <a:gd name="connsiteX4" fmla="*/ 17149 w 131134"/>
                      <a:gd name="connsiteY4" fmla="*/ 11151 h 83373"/>
                      <a:gd name="connsiteX5" fmla="*/ 16944 w 131134"/>
                      <a:gd name="connsiteY5" fmla="*/ 11048 h 83373"/>
                      <a:gd name="connsiteX6" fmla="*/ 16944 w 131134"/>
                      <a:gd name="connsiteY6" fmla="*/ 2455 h 83373"/>
                      <a:gd name="connsiteX7" fmla="*/ 16841 w 131134"/>
                      <a:gd name="connsiteY7" fmla="*/ 2353 h 83373"/>
                      <a:gd name="connsiteX8" fmla="*/ 103 w 131134"/>
                      <a:gd name="connsiteY8" fmla="*/ 2353 h 83373"/>
                      <a:gd name="connsiteX9" fmla="*/ 0 w 131134"/>
                      <a:gd name="connsiteY9" fmla="*/ 2455 h 83373"/>
                      <a:gd name="connsiteX10" fmla="*/ 0 w 131134"/>
                      <a:gd name="connsiteY10" fmla="*/ 83271 h 83373"/>
                      <a:gd name="connsiteX11" fmla="*/ 103 w 131134"/>
                      <a:gd name="connsiteY11" fmla="*/ 83374 h 83373"/>
                      <a:gd name="connsiteX12" fmla="*/ 16841 w 131134"/>
                      <a:gd name="connsiteY12" fmla="*/ 83374 h 83373"/>
                      <a:gd name="connsiteX13" fmla="*/ 16944 w 131134"/>
                      <a:gd name="connsiteY13" fmla="*/ 83271 h 83373"/>
                      <a:gd name="connsiteX14" fmla="*/ 16944 w 131134"/>
                      <a:gd name="connsiteY14" fmla="*/ 43170 h 83373"/>
                      <a:gd name="connsiteX15" fmla="*/ 38611 w 131134"/>
                      <a:gd name="connsiteY15" fmla="*/ 15754 h 83373"/>
                      <a:gd name="connsiteX16" fmla="*/ 56992 w 131134"/>
                      <a:gd name="connsiteY16" fmla="*/ 35191 h 83373"/>
                      <a:gd name="connsiteX17" fmla="*/ 56992 w 131134"/>
                      <a:gd name="connsiteY17" fmla="*/ 83271 h 83373"/>
                      <a:gd name="connsiteX18" fmla="*/ 57095 w 131134"/>
                      <a:gd name="connsiteY18" fmla="*/ 83374 h 83373"/>
                      <a:gd name="connsiteX19" fmla="*/ 73833 w 131134"/>
                      <a:gd name="connsiteY19" fmla="*/ 83374 h 83373"/>
                      <a:gd name="connsiteX20" fmla="*/ 73936 w 131134"/>
                      <a:gd name="connsiteY20" fmla="*/ 83271 h 83373"/>
                      <a:gd name="connsiteX21" fmla="*/ 73936 w 131134"/>
                      <a:gd name="connsiteY21" fmla="*/ 43170 h 83373"/>
                      <a:gd name="connsiteX22" fmla="*/ 95911 w 131134"/>
                      <a:gd name="connsiteY22" fmla="*/ 15754 h 83373"/>
                      <a:gd name="connsiteX23" fmla="*/ 114293 w 131134"/>
                      <a:gd name="connsiteY23" fmla="*/ 35191 h 83373"/>
                      <a:gd name="connsiteX24" fmla="*/ 114293 w 131134"/>
                      <a:gd name="connsiteY24" fmla="*/ 83271 h 83373"/>
                      <a:gd name="connsiteX25" fmla="*/ 114395 w 131134"/>
                      <a:gd name="connsiteY25" fmla="*/ 83374 h 83373"/>
                      <a:gd name="connsiteX26" fmla="*/ 131031 w 131134"/>
                      <a:gd name="connsiteY26" fmla="*/ 83374 h 83373"/>
                      <a:gd name="connsiteX27" fmla="*/ 131134 w 131134"/>
                      <a:gd name="connsiteY27" fmla="*/ 83271 h 83373"/>
                      <a:gd name="connsiteX28" fmla="*/ 131134 w 131134"/>
                      <a:gd name="connsiteY28" fmla="*/ 31815 h 83373"/>
                      <a:gd name="connsiteX29" fmla="*/ 100430 w 131134"/>
                      <a:gd name="connsiteY29" fmla="*/ 0 h 833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131134" h="83373">
                        <a:moveTo>
                          <a:pt x="100430" y="0"/>
                        </a:moveTo>
                        <a:cubicBezTo>
                          <a:pt x="87080" y="0"/>
                          <a:pt x="76811" y="5626"/>
                          <a:pt x="70239" y="14731"/>
                        </a:cubicBezTo>
                        <a:cubicBezTo>
                          <a:pt x="70137" y="14833"/>
                          <a:pt x="70034" y="14833"/>
                          <a:pt x="70034" y="14731"/>
                        </a:cubicBezTo>
                        <a:cubicBezTo>
                          <a:pt x="64797" y="5422"/>
                          <a:pt x="54631" y="0"/>
                          <a:pt x="43027" y="0"/>
                        </a:cubicBezTo>
                        <a:cubicBezTo>
                          <a:pt x="31525" y="0"/>
                          <a:pt x="23105" y="4092"/>
                          <a:pt x="17149" y="11151"/>
                        </a:cubicBezTo>
                        <a:cubicBezTo>
                          <a:pt x="17046" y="11253"/>
                          <a:pt x="16944" y="11151"/>
                          <a:pt x="16944" y="11048"/>
                        </a:cubicBezTo>
                        <a:lnTo>
                          <a:pt x="16944" y="2455"/>
                        </a:lnTo>
                        <a:cubicBezTo>
                          <a:pt x="16944" y="2353"/>
                          <a:pt x="16841" y="2353"/>
                          <a:pt x="16841" y="2353"/>
                        </a:cubicBezTo>
                        <a:lnTo>
                          <a:pt x="103" y="2353"/>
                        </a:lnTo>
                        <a:cubicBezTo>
                          <a:pt x="0" y="2353"/>
                          <a:pt x="0" y="2455"/>
                          <a:pt x="0" y="2455"/>
                        </a:cubicBezTo>
                        <a:lnTo>
                          <a:pt x="0" y="83271"/>
                        </a:lnTo>
                        <a:cubicBezTo>
                          <a:pt x="0" y="83374"/>
                          <a:pt x="103" y="83374"/>
                          <a:pt x="103" y="83374"/>
                        </a:cubicBezTo>
                        <a:lnTo>
                          <a:pt x="16841" y="83374"/>
                        </a:lnTo>
                        <a:cubicBezTo>
                          <a:pt x="16944" y="83374"/>
                          <a:pt x="16944" y="83271"/>
                          <a:pt x="16944" y="83271"/>
                        </a:cubicBezTo>
                        <a:lnTo>
                          <a:pt x="16944" y="43170"/>
                        </a:lnTo>
                        <a:cubicBezTo>
                          <a:pt x="16944" y="25063"/>
                          <a:pt x="25467" y="15754"/>
                          <a:pt x="38611" y="15754"/>
                        </a:cubicBezTo>
                        <a:cubicBezTo>
                          <a:pt x="49085" y="15754"/>
                          <a:pt x="56992" y="23222"/>
                          <a:pt x="56992" y="35191"/>
                        </a:cubicBezTo>
                        <a:lnTo>
                          <a:pt x="56992" y="83271"/>
                        </a:lnTo>
                        <a:cubicBezTo>
                          <a:pt x="56992" y="83374"/>
                          <a:pt x="57095" y="83374"/>
                          <a:pt x="57095" y="83374"/>
                        </a:cubicBezTo>
                        <a:lnTo>
                          <a:pt x="73833" y="83374"/>
                        </a:lnTo>
                        <a:cubicBezTo>
                          <a:pt x="73936" y="83374"/>
                          <a:pt x="73936" y="83271"/>
                          <a:pt x="73936" y="83271"/>
                        </a:cubicBezTo>
                        <a:lnTo>
                          <a:pt x="73936" y="43170"/>
                        </a:lnTo>
                        <a:cubicBezTo>
                          <a:pt x="73936" y="25063"/>
                          <a:pt x="82665" y="15754"/>
                          <a:pt x="95911" y="15754"/>
                        </a:cubicBezTo>
                        <a:cubicBezTo>
                          <a:pt x="106386" y="15754"/>
                          <a:pt x="114293" y="23222"/>
                          <a:pt x="114293" y="35191"/>
                        </a:cubicBezTo>
                        <a:lnTo>
                          <a:pt x="114293" y="83271"/>
                        </a:lnTo>
                        <a:cubicBezTo>
                          <a:pt x="114293" y="83374"/>
                          <a:pt x="114395" y="83374"/>
                          <a:pt x="114395" y="83374"/>
                        </a:cubicBezTo>
                        <a:lnTo>
                          <a:pt x="131031" y="83374"/>
                        </a:lnTo>
                        <a:cubicBezTo>
                          <a:pt x="131134" y="83374"/>
                          <a:pt x="131134" y="83271"/>
                          <a:pt x="131134" y="83271"/>
                        </a:cubicBezTo>
                        <a:lnTo>
                          <a:pt x="131134" y="31815"/>
                        </a:lnTo>
                        <a:cubicBezTo>
                          <a:pt x="131237" y="12583"/>
                          <a:pt x="117271" y="0"/>
                          <a:pt x="100430" y="0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5" name="Freeform 45">
                    <a:extLst>
                      <a:ext uri="{FF2B5EF4-FFF2-40B4-BE49-F238E27FC236}">
                        <a16:creationId xmlns:a16="http://schemas.microsoft.com/office/drawing/2014/main" id="{AD1D476B-A41E-E7BD-E254-271AB1A4CC3E}"/>
                      </a:ext>
                    </a:extLst>
                  </p:cNvPr>
                  <p:cNvSpPr/>
                  <p:nvPr/>
                </p:nvSpPr>
                <p:spPr>
                  <a:xfrm>
                    <a:off x="2331206" y="6328101"/>
                    <a:ext cx="131134" cy="83373"/>
                  </a:xfrm>
                  <a:custGeom>
                    <a:avLst/>
                    <a:gdLst>
                      <a:gd name="connsiteX0" fmla="*/ 100430 w 131134"/>
                      <a:gd name="connsiteY0" fmla="*/ 0 h 83373"/>
                      <a:gd name="connsiteX1" fmla="*/ 70239 w 131134"/>
                      <a:gd name="connsiteY1" fmla="*/ 14731 h 83373"/>
                      <a:gd name="connsiteX2" fmla="*/ 70034 w 131134"/>
                      <a:gd name="connsiteY2" fmla="*/ 14731 h 83373"/>
                      <a:gd name="connsiteX3" fmla="*/ 43027 w 131134"/>
                      <a:gd name="connsiteY3" fmla="*/ 0 h 83373"/>
                      <a:gd name="connsiteX4" fmla="*/ 17149 w 131134"/>
                      <a:gd name="connsiteY4" fmla="*/ 11151 h 83373"/>
                      <a:gd name="connsiteX5" fmla="*/ 16944 w 131134"/>
                      <a:gd name="connsiteY5" fmla="*/ 11048 h 83373"/>
                      <a:gd name="connsiteX6" fmla="*/ 16944 w 131134"/>
                      <a:gd name="connsiteY6" fmla="*/ 2455 h 83373"/>
                      <a:gd name="connsiteX7" fmla="*/ 16841 w 131134"/>
                      <a:gd name="connsiteY7" fmla="*/ 2353 h 83373"/>
                      <a:gd name="connsiteX8" fmla="*/ 103 w 131134"/>
                      <a:gd name="connsiteY8" fmla="*/ 2353 h 83373"/>
                      <a:gd name="connsiteX9" fmla="*/ 0 w 131134"/>
                      <a:gd name="connsiteY9" fmla="*/ 2455 h 83373"/>
                      <a:gd name="connsiteX10" fmla="*/ 0 w 131134"/>
                      <a:gd name="connsiteY10" fmla="*/ 83271 h 83373"/>
                      <a:gd name="connsiteX11" fmla="*/ 103 w 131134"/>
                      <a:gd name="connsiteY11" fmla="*/ 83374 h 83373"/>
                      <a:gd name="connsiteX12" fmla="*/ 16841 w 131134"/>
                      <a:gd name="connsiteY12" fmla="*/ 83374 h 83373"/>
                      <a:gd name="connsiteX13" fmla="*/ 16944 w 131134"/>
                      <a:gd name="connsiteY13" fmla="*/ 83271 h 83373"/>
                      <a:gd name="connsiteX14" fmla="*/ 16944 w 131134"/>
                      <a:gd name="connsiteY14" fmla="*/ 43170 h 83373"/>
                      <a:gd name="connsiteX15" fmla="*/ 38611 w 131134"/>
                      <a:gd name="connsiteY15" fmla="*/ 15754 h 83373"/>
                      <a:gd name="connsiteX16" fmla="*/ 56992 w 131134"/>
                      <a:gd name="connsiteY16" fmla="*/ 35191 h 83373"/>
                      <a:gd name="connsiteX17" fmla="*/ 56992 w 131134"/>
                      <a:gd name="connsiteY17" fmla="*/ 83271 h 83373"/>
                      <a:gd name="connsiteX18" fmla="*/ 57095 w 131134"/>
                      <a:gd name="connsiteY18" fmla="*/ 83374 h 83373"/>
                      <a:gd name="connsiteX19" fmla="*/ 73833 w 131134"/>
                      <a:gd name="connsiteY19" fmla="*/ 83374 h 83373"/>
                      <a:gd name="connsiteX20" fmla="*/ 73936 w 131134"/>
                      <a:gd name="connsiteY20" fmla="*/ 83271 h 83373"/>
                      <a:gd name="connsiteX21" fmla="*/ 73936 w 131134"/>
                      <a:gd name="connsiteY21" fmla="*/ 43170 h 83373"/>
                      <a:gd name="connsiteX22" fmla="*/ 95911 w 131134"/>
                      <a:gd name="connsiteY22" fmla="*/ 15754 h 83373"/>
                      <a:gd name="connsiteX23" fmla="*/ 114293 w 131134"/>
                      <a:gd name="connsiteY23" fmla="*/ 35191 h 83373"/>
                      <a:gd name="connsiteX24" fmla="*/ 114293 w 131134"/>
                      <a:gd name="connsiteY24" fmla="*/ 83271 h 83373"/>
                      <a:gd name="connsiteX25" fmla="*/ 114395 w 131134"/>
                      <a:gd name="connsiteY25" fmla="*/ 83374 h 83373"/>
                      <a:gd name="connsiteX26" fmla="*/ 131031 w 131134"/>
                      <a:gd name="connsiteY26" fmla="*/ 83374 h 83373"/>
                      <a:gd name="connsiteX27" fmla="*/ 131134 w 131134"/>
                      <a:gd name="connsiteY27" fmla="*/ 83271 h 83373"/>
                      <a:gd name="connsiteX28" fmla="*/ 131134 w 131134"/>
                      <a:gd name="connsiteY28" fmla="*/ 31815 h 83373"/>
                      <a:gd name="connsiteX29" fmla="*/ 100430 w 131134"/>
                      <a:gd name="connsiteY29" fmla="*/ 0 h 833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131134" h="83373">
                        <a:moveTo>
                          <a:pt x="100430" y="0"/>
                        </a:moveTo>
                        <a:cubicBezTo>
                          <a:pt x="87080" y="0"/>
                          <a:pt x="76811" y="5626"/>
                          <a:pt x="70239" y="14731"/>
                        </a:cubicBezTo>
                        <a:cubicBezTo>
                          <a:pt x="70137" y="14833"/>
                          <a:pt x="70034" y="14833"/>
                          <a:pt x="70034" y="14731"/>
                        </a:cubicBezTo>
                        <a:cubicBezTo>
                          <a:pt x="64797" y="5422"/>
                          <a:pt x="54631" y="0"/>
                          <a:pt x="43027" y="0"/>
                        </a:cubicBezTo>
                        <a:cubicBezTo>
                          <a:pt x="31526" y="0"/>
                          <a:pt x="23105" y="4092"/>
                          <a:pt x="17149" y="11151"/>
                        </a:cubicBezTo>
                        <a:cubicBezTo>
                          <a:pt x="17046" y="11253"/>
                          <a:pt x="16944" y="11151"/>
                          <a:pt x="16944" y="11048"/>
                        </a:cubicBezTo>
                        <a:lnTo>
                          <a:pt x="16944" y="2455"/>
                        </a:lnTo>
                        <a:cubicBezTo>
                          <a:pt x="16944" y="2353"/>
                          <a:pt x="16841" y="2353"/>
                          <a:pt x="16841" y="2353"/>
                        </a:cubicBezTo>
                        <a:lnTo>
                          <a:pt x="103" y="2353"/>
                        </a:lnTo>
                        <a:cubicBezTo>
                          <a:pt x="0" y="2353"/>
                          <a:pt x="0" y="2455"/>
                          <a:pt x="0" y="2455"/>
                        </a:cubicBezTo>
                        <a:lnTo>
                          <a:pt x="0" y="83271"/>
                        </a:lnTo>
                        <a:cubicBezTo>
                          <a:pt x="0" y="83374"/>
                          <a:pt x="103" y="83374"/>
                          <a:pt x="103" y="83374"/>
                        </a:cubicBezTo>
                        <a:lnTo>
                          <a:pt x="16841" y="83374"/>
                        </a:lnTo>
                        <a:cubicBezTo>
                          <a:pt x="16944" y="83374"/>
                          <a:pt x="16944" y="83271"/>
                          <a:pt x="16944" y="83271"/>
                        </a:cubicBezTo>
                        <a:lnTo>
                          <a:pt x="16944" y="43170"/>
                        </a:lnTo>
                        <a:cubicBezTo>
                          <a:pt x="16944" y="25063"/>
                          <a:pt x="25467" y="15754"/>
                          <a:pt x="38611" y="15754"/>
                        </a:cubicBezTo>
                        <a:cubicBezTo>
                          <a:pt x="49085" y="15754"/>
                          <a:pt x="56992" y="23222"/>
                          <a:pt x="56992" y="35191"/>
                        </a:cubicBezTo>
                        <a:lnTo>
                          <a:pt x="56992" y="83271"/>
                        </a:lnTo>
                        <a:cubicBezTo>
                          <a:pt x="56992" y="83374"/>
                          <a:pt x="57095" y="83374"/>
                          <a:pt x="57095" y="83374"/>
                        </a:cubicBezTo>
                        <a:lnTo>
                          <a:pt x="73833" y="83374"/>
                        </a:lnTo>
                        <a:cubicBezTo>
                          <a:pt x="73936" y="83374"/>
                          <a:pt x="73936" y="83271"/>
                          <a:pt x="73936" y="83271"/>
                        </a:cubicBezTo>
                        <a:lnTo>
                          <a:pt x="73936" y="43170"/>
                        </a:lnTo>
                        <a:cubicBezTo>
                          <a:pt x="73936" y="25063"/>
                          <a:pt x="82665" y="15754"/>
                          <a:pt x="95911" y="15754"/>
                        </a:cubicBezTo>
                        <a:cubicBezTo>
                          <a:pt x="106386" y="15754"/>
                          <a:pt x="114293" y="23222"/>
                          <a:pt x="114293" y="35191"/>
                        </a:cubicBezTo>
                        <a:lnTo>
                          <a:pt x="114293" y="83271"/>
                        </a:lnTo>
                        <a:cubicBezTo>
                          <a:pt x="114293" y="83374"/>
                          <a:pt x="114395" y="83374"/>
                          <a:pt x="114395" y="83374"/>
                        </a:cubicBezTo>
                        <a:lnTo>
                          <a:pt x="131031" y="83374"/>
                        </a:lnTo>
                        <a:cubicBezTo>
                          <a:pt x="131134" y="83374"/>
                          <a:pt x="131134" y="83271"/>
                          <a:pt x="131134" y="83271"/>
                        </a:cubicBezTo>
                        <a:lnTo>
                          <a:pt x="131134" y="31815"/>
                        </a:lnTo>
                        <a:cubicBezTo>
                          <a:pt x="131236" y="12583"/>
                          <a:pt x="117373" y="0"/>
                          <a:pt x="100430" y="0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6" name="Freeform 46">
                    <a:extLst>
                      <a:ext uri="{FF2B5EF4-FFF2-40B4-BE49-F238E27FC236}">
                        <a16:creationId xmlns:a16="http://schemas.microsoft.com/office/drawing/2014/main" id="{EF97527D-C3DB-7A93-855D-AF87F0150699}"/>
                      </a:ext>
                    </a:extLst>
                  </p:cNvPr>
                  <p:cNvSpPr/>
                  <p:nvPr/>
                </p:nvSpPr>
                <p:spPr>
                  <a:xfrm>
                    <a:off x="2552296" y="6327999"/>
                    <a:ext cx="86772" cy="85726"/>
                  </a:xfrm>
                  <a:custGeom>
                    <a:avLst/>
                    <a:gdLst>
                      <a:gd name="connsiteX0" fmla="*/ 86670 w 86772"/>
                      <a:gd name="connsiteY0" fmla="*/ 2353 h 85726"/>
                      <a:gd name="connsiteX1" fmla="*/ 69931 w 86772"/>
                      <a:gd name="connsiteY1" fmla="*/ 2353 h 85726"/>
                      <a:gd name="connsiteX2" fmla="*/ 69828 w 86772"/>
                      <a:gd name="connsiteY2" fmla="*/ 2455 h 85726"/>
                      <a:gd name="connsiteX3" fmla="*/ 69828 w 86772"/>
                      <a:gd name="connsiteY3" fmla="*/ 11253 h 85726"/>
                      <a:gd name="connsiteX4" fmla="*/ 69623 w 86772"/>
                      <a:gd name="connsiteY4" fmla="*/ 11355 h 85726"/>
                      <a:gd name="connsiteX5" fmla="*/ 40357 w 86772"/>
                      <a:gd name="connsiteY5" fmla="*/ 0 h 85726"/>
                      <a:gd name="connsiteX6" fmla="*/ 0 w 86772"/>
                      <a:gd name="connsiteY6" fmla="*/ 42863 h 85726"/>
                      <a:gd name="connsiteX7" fmla="*/ 40357 w 86772"/>
                      <a:gd name="connsiteY7" fmla="*/ 85727 h 85726"/>
                      <a:gd name="connsiteX8" fmla="*/ 69623 w 86772"/>
                      <a:gd name="connsiteY8" fmla="*/ 74371 h 85726"/>
                      <a:gd name="connsiteX9" fmla="*/ 69828 w 86772"/>
                      <a:gd name="connsiteY9" fmla="*/ 74474 h 85726"/>
                      <a:gd name="connsiteX10" fmla="*/ 69828 w 86772"/>
                      <a:gd name="connsiteY10" fmla="*/ 83271 h 85726"/>
                      <a:gd name="connsiteX11" fmla="*/ 69931 w 86772"/>
                      <a:gd name="connsiteY11" fmla="*/ 83374 h 85726"/>
                      <a:gd name="connsiteX12" fmla="*/ 86670 w 86772"/>
                      <a:gd name="connsiteY12" fmla="*/ 83374 h 85726"/>
                      <a:gd name="connsiteX13" fmla="*/ 86772 w 86772"/>
                      <a:gd name="connsiteY13" fmla="*/ 83271 h 85726"/>
                      <a:gd name="connsiteX14" fmla="*/ 86772 w 86772"/>
                      <a:gd name="connsiteY14" fmla="*/ 2455 h 85726"/>
                      <a:gd name="connsiteX15" fmla="*/ 86670 w 86772"/>
                      <a:gd name="connsiteY15" fmla="*/ 2353 h 85726"/>
                      <a:gd name="connsiteX16" fmla="*/ 43027 w 86772"/>
                      <a:gd name="connsiteY16" fmla="*/ 70689 h 85726"/>
                      <a:gd name="connsiteX17" fmla="*/ 16430 w 86772"/>
                      <a:gd name="connsiteY17" fmla="*/ 42863 h 85726"/>
                      <a:gd name="connsiteX18" fmla="*/ 43027 w 86772"/>
                      <a:gd name="connsiteY18" fmla="*/ 15038 h 85726"/>
                      <a:gd name="connsiteX19" fmla="*/ 69726 w 86772"/>
                      <a:gd name="connsiteY19" fmla="*/ 42863 h 85726"/>
                      <a:gd name="connsiteX20" fmla="*/ 43027 w 86772"/>
                      <a:gd name="connsiteY20" fmla="*/ 70689 h 857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86772" h="85726">
                        <a:moveTo>
                          <a:pt x="86670" y="2353"/>
                        </a:moveTo>
                        <a:lnTo>
                          <a:pt x="69931" y="2353"/>
                        </a:lnTo>
                        <a:cubicBezTo>
                          <a:pt x="69828" y="2353"/>
                          <a:pt x="69828" y="2455"/>
                          <a:pt x="69828" y="2455"/>
                        </a:cubicBezTo>
                        <a:lnTo>
                          <a:pt x="69828" y="11253"/>
                        </a:lnTo>
                        <a:cubicBezTo>
                          <a:pt x="69828" y="11355"/>
                          <a:pt x="69726" y="11458"/>
                          <a:pt x="69623" y="11355"/>
                        </a:cubicBezTo>
                        <a:cubicBezTo>
                          <a:pt x="62538" y="4194"/>
                          <a:pt x="52474" y="0"/>
                          <a:pt x="40357" y="0"/>
                        </a:cubicBezTo>
                        <a:cubicBezTo>
                          <a:pt x="18997" y="0"/>
                          <a:pt x="0" y="17289"/>
                          <a:pt x="0" y="42863"/>
                        </a:cubicBezTo>
                        <a:cubicBezTo>
                          <a:pt x="0" y="68540"/>
                          <a:pt x="18997" y="85727"/>
                          <a:pt x="40357" y="85727"/>
                        </a:cubicBezTo>
                        <a:cubicBezTo>
                          <a:pt x="52474" y="85727"/>
                          <a:pt x="62640" y="81532"/>
                          <a:pt x="69623" y="74371"/>
                        </a:cubicBezTo>
                        <a:cubicBezTo>
                          <a:pt x="69726" y="74269"/>
                          <a:pt x="69828" y="74371"/>
                          <a:pt x="69828" y="74474"/>
                        </a:cubicBezTo>
                        <a:lnTo>
                          <a:pt x="69828" y="83271"/>
                        </a:lnTo>
                        <a:cubicBezTo>
                          <a:pt x="69828" y="83374"/>
                          <a:pt x="69931" y="83374"/>
                          <a:pt x="69931" y="83374"/>
                        </a:cubicBezTo>
                        <a:lnTo>
                          <a:pt x="86670" y="83374"/>
                        </a:lnTo>
                        <a:cubicBezTo>
                          <a:pt x="86772" y="83374"/>
                          <a:pt x="86772" y="83271"/>
                          <a:pt x="86772" y="83271"/>
                        </a:cubicBezTo>
                        <a:lnTo>
                          <a:pt x="86772" y="2455"/>
                        </a:lnTo>
                        <a:cubicBezTo>
                          <a:pt x="86772" y="2455"/>
                          <a:pt x="86772" y="2353"/>
                          <a:pt x="86670" y="2353"/>
                        </a:cubicBezTo>
                        <a:close/>
                        <a:moveTo>
                          <a:pt x="43027" y="70689"/>
                        </a:moveTo>
                        <a:cubicBezTo>
                          <a:pt x="28137" y="70689"/>
                          <a:pt x="16430" y="60050"/>
                          <a:pt x="16430" y="42863"/>
                        </a:cubicBezTo>
                        <a:cubicBezTo>
                          <a:pt x="16430" y="25882"/>
                          <a:pt x="28034" y="15038"/>
                          <a:pt x="43027" y="15038"/>
                        </a:cubicBezTo>
                        <a:cubicBezTo>
                          <a:pt x="56479" y="15038"/>
                          <a:pt x="69726" y="25779"/>
                          <a:pt x="69726" y="42863"/>
                        </a:cubicBezTo>
                        <a:cubicBezTo>
                          <a:pt x="69726" y="60050"/>
                          <a:pt x="56479" y="70689"/>
                          <a:pt x="43027" y="70689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7" name="Freeform 47">
                    <a:extLst>
                      <a:ext uri="{FF2B5EF4-FFF2-40B4-BE49-F238E27FC236}">
                        <a16:creationId xmlns:a16="http://schemas.microsoft.com/office/drawing/2014/main" id="{5E1037F2-6498-CDAC-AF02-4D8F6A984D7B}"/>
                      </a:ext>
                    </a:extLst>
                  </p:cNvPr>
                  <p:cNvSpPr/>
                  <p:nvPr/>
                </p:nvSpPr>
                <p:spPr>
                  <a:xfrm>
                    <a:off x="2655395" y="6330352"/>
                    <a:ext cx="77675" cy="83271"/>
                  </a:xfrm>
                  <a:custGeom>
                    <a:avLst/>
                    <a:gdLst>
                      <a:gd name="connsiteX0" fmla="*/ 77530 w 77675"/>
                      <a:gd name="connsiteY0" fmla="*/ 0 h 83271"/>
                      <a:gd name="connsiteX1" fmla="*/ 60792 w 77675"/>
                      <a:gd name="connsiteY1" fmla="*/ 0 h 83271"/>
                      <a:gd name="connsiteX2" fmla="*/ 60689 w 77675"/>
                      <a:gd name="connsiteY2" fmla="*/ 102 h 83271"/>
                      <a:gd name="connsiteX3" fmla="*/ 60689 w 77675"/>
                      <a:gd name="connsiteY3" fmla="*/ 37339 h 83271"/>
                      <a:gd name="connsiteX4" fmla="*/ 36557 w 77675"/>
                      <a:gd name="connsiteY4" fmla="*/ 67620 h 83271"/>
                      <a:gd name="connsiteX5" fmla="*/ 17046 w 77675"/>
                      <a:gd name="connsiteY5" fmla="*/ 45421 h 83271"/>
                      <a:gd name="connsiteX6" fmla="*/ 17046 w 77675"/>
                      <a:gd name="connsiteY6" fmla="*/ 102 h 83271"/>
                      <a:gd name="connsiteX7" fmla="*/ 16944 w 77675"/>
                      <a:gd name="connsiteY7" fmla="*/ 0 h 83271"/>
                      <a:gd name="connsiteX8" fmla="*/ 103 w 77675"/>
                      <a:gd name="connsiteY8" fmla="*/ 0 h 83271"/>
                      <a:gd name="connsiteX9" fmla="*/ 0 w 77675"/>
                      <a:gd name="connsiteY9" fmla="*/ 102 h 83271"/>
                      <a:gd name="connsiteX10" fmla="*/ 0 w 77675"/>
                      <a:gd name="connsiteY10" fmla="*/ 48797 h 83271"/>
                      <a:gd name="connsiteX11" fmla="*/ 32655 w 77675"/>
                      <a:gd name="connsiteY11" fmla="*/ 83271 h 83271"/>
                      <a:gd name="connsiteX12" fmla="*/ 60484 w 77675"/>
                      <a:gd name="connsiteY12" fmla="*/ 71302 h 83271"/>
                      <a:gd name="connsiteX13" fmla="*/ 60689 w 77675"/>
                      <a:gd name="connsiteY13" fmla="*/ 71405 h 83271"/>
                      <a:gd name="connsiteX14" fmla="*/ 60689 w 77675"/>
                      <a:gd name="connsiteY14" fmla="*/ 80816 h 83271"/>
                      <a:gd name="connsiteX15" fmla="*/ 60792 w 77675"/>
                      <a:gd name="connsiteY15" fmla="*/ 80919 h 83271"/>
                      <a:gd name="connsiteX16" fmla="*/ 77530 w 77675"/>
                      <a:gd name="connsiteY16" fmla="*/ 80919 h 83271"/>
                      <a:gd name="connsiteX17" fmla="*/ 77633 w 77675"/>
                      <a:gd name="connsiteY17" fmla="*/ 80816 h 83271"/>
                      <a:gd name="connsiteX18" fmla="*/ 77633 w 77675"/>
                      <a:gd name="connsiteY18" fmla="*/ 0 h 83271"/>
                      <a:gd name="connsiteX19" fmla="*/ 77530 w 77675"/>
                      <a:gd name="connsiteY19" fmla="*/ 0 h 832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77675" h="83271">
                        <a:moveTo>
                          <a:pt x="77530" y="0"/>
                        </a:moveTo>
                        <a:lnTo>
                          <a:pt x="60792" y="0"/>
                        </a:lnTo>
                        <a:cubicBezTo>
                          <a:pt x="60689" y="0"/>
                          <a:pt x="60689" y="102"/>
                          <a:pt x="60689" y="102"/>
                        </a:cubicBezTo>
                        <a:lnTo>
                          <a:pt x="60689" y="37339"/>
                        </a:lnTo>
                        <a:cubicBezTo>
                          <a:pt x="60689" y="57799"/>
                          <a:pt x="51139" y="67620"/>
                          <a:pt x="36557" y="67620"/>
                        </a:cubicBezTo>
                        <a:cubicBezTo>
                          <a:pt x="24748" y="67620"/>
                          <a:pt x="17046" y="58617"/>
                          <a:pt x="17046" y="45421"/>
                        </a:cubicBezTo>
                        <a:lnTo>
                          <a:pt x="17046" y="102"/>
                        </a:lnTo>
                        <a:cubicBezTo>
                          <a:pt x="17046" y="0"/>
                          <a:pt x="16944" y="0"/>
                          <a:pt x="16944" y="0"/>
                        </a:cubicBezTo>
                        <a:lnTo>
                          <a:pt x="103" y="0"/>
                        </a:lnTo>
                        <a:cubicBezTo>
                          <a:pt x="0" y="0"/>
                          <a:pt x="0" y="102"/>
                          <a:pt x="0" y="102"/>
                        </a:cubicBezTo>
                        <a:lnTo>
                          <a:pt x="0" y="48797"/>
                        </a:lnTo>
                        <a:cubicBezTo>
                          <a:pt x="0" y="69256"/>
                          <a:pt x="12939" y="83271"/>
                          <a:pt x="32655" y="83271"/>
                        </a:cubicBezTo>
                        <a:cubicBezTo>
                          <a:pt x="44464" y="83271"/>
                          <a:pt x="53912" y="78975"/>
                          <a:pt x="60484" y="71302"/>
                        </a:cubicBezTo>
                        <a:cubicBezTo>
                          <a:pt x="60586" y="71200"/>
                          <a:pt x="60689" y="71302"/>
                          <a:pt x="60689" y="71405"/>
                        </a:cubicBezTo>
                        <a:lnTo>
                          <a:pt x="60689" y="80816"/>
                        </a:lnTo>
                        <a:cubicBezTo>
                          <a:pt x="60689" y="80919"/>
                          <a:pt x="60792" y="80919"/>
                          <a:pt x="60792" y="80919"/>
                        </a:cubicBezTo>
                        <a:lnTo>
                          <a:pt x="77530" y="80919"/>
                        </a:lnTo>
                        <a:cubicBezTo>
                          <a:pt x="77633" y="80919"/>
                          <a:pt x="77633" y="80816"/>
                          <a:pt x="77633" y="80816"/>
                        </a:cubicBezTo>
                        <a:lnTo>
                          <a:pt x="77633" y="0"/>
                        </a:lnTo>
                        <a:cubicBezTo>
                          <a:pt x="77735" y="102"/>
                          <a:pt x="77633" y="0"/>
                          <a:pt x="77530" y="0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8" name="Freeform 48">
                    <a:extLst>
                      <a:ext uri="{FF2B5EF4-FFF2-40B4-BE49-F238E27FC236}">
                        <a16:creationId xmlns:a16="http://schemas.microsoft.com/office/drawing/2014/main" id="{75FE1AD8-8FE8-A9CA-307B-8FF7EF242D47}"/>
                      </a:ext>
                    </a:extLst>
                  </p:cNvPr>
                  <p:cNvSpPr/>
                  <p:nvPr/>
                </p:nvSpPr>
                <p:spPr>
                  <a:xfrm>
                    <a:off x="2750896" y="6292399"/>
                    <a:ext cx="40664" cy="121327"/>
                  </a:xfrm>
                  <a:custGeom>
                    <a:avLst/>
                    <a:gdLst>
                      <a:gd name="connsiteX0" fmla="*/ 37173 w 40664"/>
                      <a:gd name="connsiteY0" fmla="*/ 102913 h 121327"/>
                      <a:gd name="connsiteX1" fmla="*/ 27521 w 40664"/>
                      <a:gd name="connsiteY1" fmla="*/ 105266 h 121327"/>
                      <a:gd name="connsiteX2" fmla="*/ 17046 w 40664"/>
                      <a:gd name="connsiteY2" fmla="*/ 95752 h 121327"/>
                      <a:gd name="connsiteX3" fmla="*/ 17046 w 40664"/>
                      <a:gd name="connsiteY3" fmla="*/ 102 h 121327"/>
                      <a:gd name="connsiteX4" fmla="*/ 16944 w 40664"/>
                      <a:gd name="connsiteY4" fmla="*/ 0 h 121327"/>
                      <a:gd name="connsiteX5" fmla="*/ 103 w 40664"/>
                      <a:gd name="connsiteY5" fmla="*/ 0 h 121327"/>
                      <a:gd name="connsiteX6" fmla="*/ 0 w 40664"/>
                      <a:gd name="connsiteY6" fmla="*/ 102 h 121327"/>
                      <a:gd name="connsiteX7" fmla="*/ 0 w 40664"/>
                      <a:gd name="connsiteY7" fmla="*/ 96468 h 121327"/>
                      <a:gd name="connsiteX8" fmla="*/ 24953 w 40664"/>
                      <a:gd name="connsiteY8" fmla="*/ 121327 h 121327"/>
                      <a:gd name="connsiteX9" fmla="*/ 40562 w 40664"/>
                      <a:gd name="connsiteY9" fmla="*/ 117132 h 121327"/>
                      <a:gd name="connsiteX10" fmla="*/ 40665 w 40664"/>
                      <a:gd name="connsiteY10" fmla="*/ 116928 h 121327"/>
                      <a:gd name="connsiteX11" fmla="*/ 37481 w 40664"/>
                      <a:gd name="connsiteY11" fmla="*/ 103015 h 121327"/>
                      <a:gd name="connsiteX12" fmla="*/ 37173 w 40664"/>
                      <a:gd name="connsiteY12" fmla="*/ 102913 h 1213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0664" h="121327">
                        <a:moveTo>
                          <a:pt x="37173" y="102913"/>
                        </a:moveTo>
                        <a:cubicBezTo>
                          <a:pt x="33887" y="104345"/>
                          <a:pt x="30191" y="105266"/>
                          <a:pt x="27521" y="105266"/>
                        </a:cubicBezTo>
                        <a:cubicBezTo>
                          <a:pt x="21257" y="105266"/>
                          <a:pt x="17046" y="101378"/>
                          <a:pt x="17046" y="95752"/>
                        </a:cubicBezTo>
                        <a:lnTo>
                          <a:pt x="17046" y="102"/>
                        </a:lnTo>
                        <a:cubicBezTo>
                          <a:pt x="17046" y="0"/>
                          <a:pt x="16944" y="0"/>
                          <a:pt x="16944" y="0"/>
                        </a:cubicBezTo>
                        <a:lnTo>
                          <a:pt x="103" y="0"/>
                        </a:lnTo>
                        <a:cubicBezTo>
                          <a:pt x="0" y="0"/>
                          <a:pt x="0" y="102"/>
                          <a:pt x="0" y="102"/>
                        </a:cubicBezTo>
                        <a:lnTo>
                          <a:pt x="0" y="96468"/>
                        </a:lnTo>
                        <a:cubicBezTo>
                          <a:pt x="0" y="110176"/>
                          <a:pt x="11193" y="121429"/>
                          <a:pt x="24953" y="121327"/>
                        </a:cubicBezTo>
                        <a:cubicBezTo>
                          <a:pt x="32039" y="121224"/>
                          <a:pt x="36352" y="119383"/>
                          <a:pt x="40562" y="117132"/>
                        </a:cubicBezTo>
                        <a:cubicBezTo>
                          <a:pt x="40665" y="117132"/>
                          <a:pt x="40665" y="117030"/>
                          <a:pt x="40665" y="116928"/>
                        </a:cubicBezTo>
                        <a:lnTo>
                          <a:pt x="37481" y="103015"/>
                        </a:lnTo>
                        <a:cubicBezTo>
                          <a:pt x="37379" y="102913"/>
                          <a:pt x="37276" y="102913"/>
                          <a:pt x="37173" y="102913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9" name="Freeform 49">
                    <a:extLst>
                      <a:ext uri="{FF2B5EF4-FFF2-40B4-BE49-F238E27FC236}">
                        <a16:creationId xmlns:a16="http://schemas.microsoft.com/office/drawing/2014/main" id="{ABFE3887-32C0-C0BA-2479-42F87DFC2D9D}"/>
                      </a:ext>
                    </a:extLst>
                  </p:cNvPr>
                  <p:cNvSpPr/>
                  <p:nvPr/>
                </p:nvSpPr>
                <p:spPr>
                  <a:xfrm>
                    <a:off x="2783756" y="6305186"/>
                    <a:ext cx="66953" cy="108334"/>
                  </a:xfrm>
                  <a:custGeom>
                    <a:avLst/>
                    <a:gdLst>
                      <a:gd name="connsiteX0" fmla="*/ 61716 w 66953"/>
                      <a:gd name="connsiteY0" fmla="*/ 88284 h 108334"/>
                      <a:gd name="connsiteX1" fmla="*/ 61511 w 66953"/>
                      <a:gd name="connsiteY1" fmla="*/ 88182 h 108334"/>
                      <a:gd name="connsiteX2" fmla="*/ 47853 w 66953"/>
                      <a:gd name="connsiteY2" fmla="*/ 92478 h 108334"/>
                      <a:gd name="connsiteX3" fmla="*/ 34401 w 66953"/>
                      <a:gd name="connsiteY3" fmla="*/ 77440 h 108334"/>
                      <a:gd name="connsiteX4" fmla="*/ 34401 w 66953"/>
                      <a:gd name="connsiteY4" fmla="*/ 39385 h 108334"/>
                      <a:gd name="connsiteX5" fmla="*/ 34503 w 66953"/>
                      <a:gd name="connsiteY5" fmla="*/ 39283 h 108334"/>
                      <a:gd name="connsiteX6" fmla="*/ 62127 w 66953"/>
                      <a:gd name="connsiteY6" fmla="*/ 39283 h 108334"/>
                      <a:gd name="connsiteX7" fmla="*/ 62229 w 66953"/>
                      <a:gd name="connsiteY7" fmla="*/ 39181 h 108334"/>
                      <a:gd name="connsiteX8" fmla="*/ 62229 w 66953"/>
                      <a:gd name="connsiteY8" fmla="*/ 25268 h 108334"/>
                      <a:gd name="connsiteX9" fmla="*/ 62127 w 66953"/>
                      <a:gd name="connsiteY9" fmla="*/ 25166 h 108334"/>
                      <a:gd name="connsiteX10" fmla="*/ 34503 w 66953"/>
                      <a:gd name="connsiteY10" fmla="*/ 25166 h 108334"/>
                      <a:gd name="connsiteX11" fmla="*/ 34401 w 66953"/>
                      <a:gd name="connsiteY11" fmla="*/ 25063 h 108334"/>
                      <a:gd name="connsiteX12" fmla="*/ 34401 w 66953"/>
                      <a:gd name="connsiteY12" fmla="*/ 102 h 108334"/>
                      <a:gd name="connsiteX13" fmla="*/ 34298 w 66953"/>
                      <a:gd name="connsiteY13" fmla="*/ 0 h 108334"/>
                      <a:gd name="connsiteX14" fmla="*/ 17560 w 66953"/>
                      <a:gd name="connsiteY14" fmla="*/ 0 h 108334"/>
                      <a:gd name="connsiteX15" fmla="*/ 17457 w 66953"/>
                      <a:gd name="connsiteY15" fmla="*/ 102 h 108334"/>
                      <a:gd name="connsiteX16" fmla="*/ 17457 w 66953"/>
                      <a:gd name="connsiteY16" fmla="*/ 24961 h 108334"/>
                      <a:gd name="connsiteX17" fmla="*/ 17354 w 66953"/>
                      <a:gd name="connsiteY17" fmla="*/ 25063 h 108334"/>
                      <a:gd name="connsiteX18" fmla="*/ 103 w 66953"/>
                      <a:gd name="connsiteY18" fmla="*/ 25063 h 108334"/>
                      <a:gd name="connsiteX19" fmla="*/ 0 w 66953"/>
                      <a:gd name="connsiteY19" fmla="*/ 25166 h 108334"/>
                      <a:gd name="connsiteX20" fmla="*/ 0 w 66953"/>
                      <a:gd name="connsiteY20" fmla="*/ 38976 h 108334"/>
                      <a:gd name="connsiteX21" fmla="*/ 103 w 66953"/>
                      <a:gd name="connsiteY21" fmla="*/ 39078 h 108334"/>
                      <a:gd name="connsiteX22" fmla="*/ 17354 w 66953"/>
                      <a:gd name="connsiteY22" fmla="*/ 39078 h 108334"/>
                      <a:gd name="connsiteX23" fmla="*/ 17457 w 66953"/>
                      <a:gd name="connsiteY23" fmla="*/ 39181 h 108334"/>
                      <a:gd name="connsiteX24" fmla="*/ 17457 w 66953"/>
                      <a:gd name="connsiteY24" fmla="*/ 78463 h 108334"/>
                      <a:gd name="connsiteX25" fmla="*/ 46826 w 66953"/>
                      <a:gd name="connsiteY25" fmla="*/ 108335 h 108334"/>
                      <a:gd name="connsiteX26" fmla="*/ 66850 w 66953"/>
                      <a:gd name="connsiteY26" fmla="*/ 102197 h 108334"/>
                      <a:gd name="connsiteX27" fmla="*/ 66953 w 66953"/>
                      <a:gd name="connsiteY27" fmla="*/ 101992 h 108334"/>
                      <a:gd name="connsiteX28" fmla="*/ 61716 w 66953"/>
                      <a:gd name="connsiteY28" fmla="*/ 88284 h 1083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66953" h="108334">
                        <a:moveTo>
                          <a:pt x="61716" y="88284"/>
                        </a:moveTo>
                        <a:cubicBezTo>
                          <a:pt x="61716" y="88182"/>
                          <a:pt x="61613" y="88182"/>
                          <a:pt x="61511" y="88182"/>
                        </a:cubicBezTo>
                        <a:cubicBezTo>
                          <a:pt x="57300" y="90944"/>
                          <a:pt x="52063" y="92478"/>
                          <a:pt x="47853" y="92478"/>
                        </a:cubicBezTo>
                        <a:cubicBezTo>
                          <a:pt x="39843" y="92478"/>
                          <a:pt x="34401" y="87568"/>
                          <a:pt x="34401" y="77440"/>
                        </a:cubicBezTo>
                        <a:lnTo>
                          <a:pt x="34401" y="39385"/>
                        </a:lnTo>
                        <a:cubicBezTo>
                          <a:pt x="34401" y="39283"/>
                          <a:pt x="34503" y="39283"/>
                          <a:pt x="34503" y="39283"/>
                        </a:cubicBezTo>
                        <a:lnTo>
                          <a:pt x="62127" y="39283"/>
                        </a:lnTo>
                        <a:cubicBezTo>
                          <a:pt x="62229" y="39283"/>
                          <a:pt x="62229" y="39181"/>
                          <a:pt x="62229" y="39181"/>
                        </a:cubicBezTo>
                        <a:lnTo>
                          <a:pt x="62229" y="25268"/>
                        </a:lnTo>
                        <a:cubicBezTo>
                          <a:pt x="62229" y="25166"/>
                          <a:pt x="62127" y="25166"/>
                          <a:pt x="62127" y="25166"/>
                        </a:cubicBezTo>
                        <a:lnTo>
                          <a:pt x="34503" y="25166"/>
                        </a:lnTo>
                        <a:cubicBezTo>
                          <a:pt x="34401" y="25166"/>
                          <a:pt x="34401" y="25063"/>
                          <a:pt x="34401" y="25063"/>
                        </a:cubicBezTo>
                        <a:lnTo>
                          <a:pt x="34401" y="102"/>
                        </a:lnTo>
                        <a:cubicBezTo>
                          <a:pt x="34401" y="0"/>
                          <a:pt x="34298" y="0"/>
                          <a:pt x="34298" y="0"/>
                        </a:cubicBezTo>
                        <a:lnTo>
                          <a:pt x="17560" y="0"/>
                        </a:lnTo>
                        <a:cubicBezTo>
                          <a:pt x="17457" y="0"/>
                          <a:pt x="17457" y="102"/>
                          <a:pt x="17457" y="102"/>
                        </a:cubicBezTo>
                        <a:lnTo>
                          <a:pt x="17457" y="24961"/>
                        </a:lnTo>
                        <a:cubicBezTo>
                          <a:pt x="17457" y="25063"/>
                          <a:pt x="17354" y="25063"/>
                          <a:pt x="17354" y="25063"/>
                        </a:cubicBezTo>
                        <a:lnTo>
                          <a:pt x="103" y="25063"/>
                        </a:lnTo>
                        <a:cubicBezTo>
                          <a:pt x="0" y="25063"/>
                          <a:pt x="0" y="25166"/>
                          <a:pt x="0" y="25166"/>
                        </a:cubicBezTo>
                        <a:lnTo>
                          <a:pt x="0" y="38976"/>
                        </a:lnTo>
                        <a:cubicBezTo>
                          <a:pt x="0" y="39078"/>
                          <a:pt x="103" y="39078"/>
                          <a:pt x="103" y="39078"/>
                        </a:cubicBezTo>
                        <a:lnTo>
                          <a:pt x="17354" y="39078"/>
                        </a:lnTo>
                        <a:cubicBezTo>
                          <a:pt x="17457" y="39078"/>
                          <a:pt x="17457" y="39181"/>
                          <a:pt x="17457" y="39181"/>
                        </a:cubicBezTo>
                        <a:lnTo>
                          <a:pt x="17457" y="78463"/>
                        </a:lnTo>
                        <a:cubicBezTo>
                          <a:pt x="17457" y="98616"/>
                          <a:pt x="29266" y="108335"/>
                          <a:pt x="46826" y="108335"/>
                        </a:cubicBezTo>
                        <a:cubicBezTo>
                          <a:pt x="53706" y="108335"/>
                          <a:pt x="59251" y="106698"/>
                          <a:pt x="66850" y="102197"/>
                        </a:cubicBezTo>
                        <a:cubicBezTo>
                          <a:pt x="66953" y="102197"/>
                          <a:pt x="66953" y="102094"/>
                          <a:pt x="66953" y="101992"/>
                        </a:cubicBezTo>
                        <a:lnTo>
                          <a:pt x="61716" y="88284"/>
                        </a:ln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61" name="Freeform 41">
                  <a:extLst>
                    <a:ext uri="{FF2B5EF4-FFF2-40B4-BE49-F238E27FC236}">
                      <a16:creationId xmlns:a16="http://schemas.microsoft.com/office/drawing/2014/main" id="{54F9803A-14A0-DAE5-6FAF-72D502E2005B}"/>
                    </a:ext>
                  </a:extLst>
                </p:cNvPr>
                <p:cNvSpPr/>
                <p:nvPr/>
              </p:nvSpPr>
              <p:spPr>
                <a:xfrm>
                  <a:off x="2840954" y="6291887"/>
                  <a:ext cx="23105" cy="22608"/>
                </a:xfrm>
                <a:custGeom>
                  <a:avLst/>
                  <a:gdLst>
                    <a:gd name="connsiteX0" fmla="*/ 23105 w 23105"/>
                    <a:gd name="connsiteY0" fmla="*/ 11253 h 22608"/>
                    <a:gd name="connsiteX1" fmla="*/ 11604 w 23105"/>
                    <a:gd name="connsiteY1" fmla="*/ 22608 h 22608"/>
                    <a:gd name="connsiteX2" fmla="*/ 0 w 23105"/>
                    <a:gd name="connsiteY2" fmla="*/ 11253 h 22608"/>
                    <a:gd name="connsiteX3" fmla="*/ 11604 w 23105"/>
                    <a:gd name="connsiteY3" fmla="*/ 0 h 22608"/>
                    <a:gd name="connsiteX4" fmla="*/ 23105 w 23105"/>
                    <a:gd name="connsiteY4" fmla="*/ 11253 h 22608"/>
                    <a:gd name="connsiteX5" fmla="*/ 2875 w 23105"/>
                    <a:gd name="connsiteY5" fmla="*/ 11253 h 22608"/>
                    <a:gd name="connsiteX6" fmla="*/ 11707 w 23105"/>
                    <a:gd name="connsiteY6" fmla="*/ 20255 h 22608"/>
                    <a:gd name="connsiteX7" fmla="*/ 20230 w 23105"/>
                    <a:gd name="connsiteY7" fmla="*/ 11355 h 22608"/>
                    <a:gd name="connsiteX8" fmla="*/ 11604 w 23105"/>
                    <a:gd name="connsiteY8" fmla="*/ 2353 h 22608"/>
                    <a:gd name="connsiteX9" fmla="*/ 2875 w 23105"/>
                    <a:gd name="connsiteY9" fmla="*/ 11253 h 22608"/>
                    <a:gd name="connsiteX10" fmla="*/ 9755 w 23105"/>
                    <a:gd name="connsiteY10" fmla="*/ 17084 h 22608"/>
                    <a:gd name="connsiteX11" fmla="*/ 7188 w 23105"/>
                    <a:gd name="connsiteY11" fmla="*/ 17084 h 22608"/>
                    <a:gd name="connsiteX12" fmla="*/ 7188 w 23105"/>
                    <a:gd name="connsiteY12" fmla="*/ 5831 h 22608"/>
                    <a:gd name="connsiteX13" fmla="*/ 11501 w 23105"/>
                    <a:gd name="connsiteY13" fmla="*/ 5524 h 22608"/>
                    <a:gd name="connsiteX14" fmla="*/ 15403 w 23105"/>
                    <a:gd name="connsiteY14" fmla="*/ 6343 h 22608"/>
                    <a:gd name="connsiteX15" fmla="*/ 16533 w 23105"/>
                    <a:gd name="connsiteY15" fmla="*/ 8798 h 22608"/>
                    <a:gd name="connsiteX16" fmla="*/ 14171 w 23105"/>
                    <a:gd name="connsiteY16" fmla="*/ 11355 h 22608"/>
                    <a:gd name="connsiteX17" fmla="*/ 14171 w 23105"/>
                    <a:gd name="connsiteY17" fmla="*/ 11457 h 22608"/>
                    <a:gd name="connsiteX18" fmla="*/ 16225 w 23105"/>
                    <a:gd name="connsiteY18" fmla="*/ 14220 h 22608"/>
                    <a:gd name="connsiteX19" fmla="*/ 17046 w 23105"/>
                    <a:gd name="connsiteY19" fmla="*/ 16982 h 22608"/>
                    <a:gd name="connsiteX20" fmla="*/ 14274 w 23105"/>
                    <a:gd name="connsiteY20" fmla="*/ 16982 h 22608"/>
                    <a:gd name="connsiteX21" fmla="*/ 13350 w 23105"/>
                    <a:gd name="connsiteY21" fmla="*/ 14220 h 22608"/>
                    <a:gd name="connsiteX22" fmla="*/ 10988 w 23105"/>
                    <a:gd name="connsiteY22" fmla="*/ 12480 h 22608"/>
                    <a:gd name="connsiteX23" fmla="*/ 9755 w 23105"/>
                    <a:gd name="connsiteY23" fmla="*/ 12480 h 22608"/>
                    <a:gd name="connsiteX24" fmla="*/ 9755 w 23105"/>
                    <a:gd name="connsiteY24" fmla="*/ 17084 h 22608"/>
                    <a:gd name="connsiteX25" fmla="*/ 9858 w 23105"/>
                    <a:gd name="connsiteY25" fmla="*/ 10741 h 22608"/>
                    <a:gd name="connsiteX26" fmla="*/ 11090 w 23105"/>
                    <a:gd name="connsiteY26" fmla="*/ 10741 h 22608"/>
                    <a:gd name="connsiteX27" fmla="*/ 13658 w 23105"/>
                    <a:gd name="connsiteY27" fmla="*/ 9105 h 22608"/>
                    <a:gd name="connsiteX28" fmla="*/ 11296 w 23105"/>
                    <a:gd name="connsiteY28" fmla="*/ 7366 h 22608"/>
                    <a:gd name="connsiteX29" fmla="*/ 9858 w 23105"/>
                    <a:gd name="connsiteY29" fmla="*/ 7468 h 22608"/>
                    <a:gd name="connsiteX30" fmla="*/ 9858 w 23105"/>
                    <a:gd name="connsiteY30" fmla="*/ 10741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3105" h="22608">
                      <a:moveTo>
                        <a:pt x="23105" y="11253"/>
                      </a:moveTo>
                      <a:cubicBezTo>
                        <a:pt x="23105" y="17595"/>
                        <a:pt x="18073" y="22608"/>
                        <a:pt x="11604" y="22608"/>
                      </a:cubicBezTo>
                      <a:cubicBezTo>
                        <a:pt x="5134" y="22608"/>
                        <a:pt x="0" y="17595"/>
                        <a:pt x="0" y="11253"/>
                      </a:cubicBezTo>
                      <a:cubicBezTo>
                        <a:pt x="0" y="5013"/>
                        <a:pt x="5134" y="0"/>
                        <a:pt x="11604" y="0"/>
                      </a:cubicBezTo>
                      <a:cubicBezTo>
                        <a:pt x="18073" y="0"/>
                        <a:pt x="23105" y="5013"/>
                        <a:pt x="23105" y="11253"/>
                      </a:cubicBezTo>
                      <a:close/>
                      <a:moveTo>
                        <a:pt x="2875" y="11253"/>
                      </a:moveTo>
                      <a:cubicBezTo>
                        <a:pt x="2875" y="16266"/>
                        <a:pt x="6572" y="20255"/>
                        <a:pt x="11707" y="20255"/>
                      </a:cubicBezTo>
                      <a:cubicBezTo>
                        <a:pt x="16636" y="20255"/>
                        <a:pt x="20230" y="16266"/>
                        <a:pt x="20230" y="11355"/>
                      </a:cubicBezTo>
                      <a:cubicBezTo>
                        <a:pt x="20230" y="6343"/>
                        <a:pt x="16636" y="2353"/>
                        <a:pt x="11604" y="2353"/>
                      </a:cubicBezTo>
                      <a:cubicBezTo>
                        <a:pt x="6572" y="2251"/>
                        <a:pt x="2875" y="6343"/>
                        <a:pt x="2875" y="11253"/>
                      </a:cubicBezTo>
                      <a:close/>
                      <a:moveTo>
                        <a:pt x="9755" y="17084"/>
                      </a:moveTo>
                      <a:lnTo>
                        <a:pt x="7188" y="17084"/>
                      </a:lnTo>
                      <a:lnTo>
                        <a:pt x="7188" y="5831"/>
                      </a:lnTo>
                      <a:cubicBezTo>
                        <a:pt x="8215" y="5626"/>
                        <a:pt x="9653" y="5524"/>
                        <a:pt x="11501" y="5524"/>
                      </a:cubicBezTo>
                      <a:cubicBezTo>
                        <a:pt x="13658" y="5524"/>
                        <a:pt x="14582" y="5831"/>
                        <a:pt x="15403" y="6343"/>
                      </a:cubicBezTo>
                      <a:cubicBezTo>
                        <a:pt x="16019" y="6854"/>
                        <a:pt x="16533" y="7672"/>
                        <a:pt x="16533" y="8798"/>
                      </a:cubicBezTo>
                      <a:cubicBezTo>
                        <a:pt x="16533" y="10025"/>
                        <a:pt x="15609" y="10946"/>
                        <a:pt x="14171" y="11355"/>
                      </a:cubicBezTo>
                      <a:lnTo>
                        <a:pt x="14171" y="11457"/>
                      </a:lnTo>
                      <a:cubicBezTo>
                        <a:pt x="15301" y="11867"/>
                        <a:pt x="15917" y="12685"/>
                        <a:pt x="16225" y="14220"/>
                      </a:cubicBezTo>
                      <a:cubicBezTo>
                        <a:pt x="16533" y="15959"/>
                        <a:pt x="16738" y="16572"/>
                        <a:pt x="17046" y="16982"/>
                      </a:cubicBezTo>
                      <a:lnTo>
                        <a:pt x="14274" y="16982"/>
                      </a:lnTo>
                      <a:cubicBezTo>
                        <a:pt x="13966" y="16572"/>
                        <a:pt x="13760" y="15549"/>
                        <a:pt x="13350" y="14220"/>
                      </a:cubicBezTo>
                      <a:cubicBezTo>
                        <a:pt x="13144" y="12992"/>
                        <a:pt x="12425" y="12480"/>
                        <a:pt x="10988" y="12480"/>
                      </a:cubicBezTo>
                      <a:lnTo>
                        <a:pt x="9755" y="12480"/>
                      </a:lnTo>
                      <a:lnTo>
                        <a:pt x="9755" y="17084"/>
                      </a:lnTo>
                      <a:close/>
                      <a:moveTo>
                        <a:pt x="9858" y="10741"/>
                      </a:moveTo>
                      <a:lnTo>
                        <a:pt x="11090" y="10741"/>
                      </a:lnTo>
                      <a:cubicBezTo>
                        <a:pt x="12528" y="10741"/>
                        <a:pt x="13658" y="10230"/>
                        <a:pt x="13658" y="9105"/>
                      </a:cubicBezTo>
                      <a:cubicBezTo>
                        <a:pt x="13658" y="8082"/>
                        <a:pt x="12939" y="7366"/>
                        <a:pt x="11296" y="7366"/>
                      </a:cubicBezTo>
                      <a:cubicBezTo>
                        <a:pt x="10577" y="7366"/>
                        <a:pt x="10166" y="7468"/>
                        <a:pt x="9858" y="7468"/>
                      </a:cubicBezTo>
                      <a:lnTo>
                        <a:pt x="9858" y="10741"/>
                      </a:lnTo>
                      <a:close/>
                    </a:path>
                  </a:pathLst>
                </a:custGeom>
                <a:grpFill/>
                <a:ln w="10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Arial" panose="020B06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12861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AE54251-B0D2-4947-83BB-BD7F95F3A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287B217-2E30-4712-99AE-652EEDB044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75850" y="6335127"/>
            <a:ext cx="68434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defTabSz="1088421">
              <a:defRPr/>
            </a:pPr>
            <a:fld id="{104FC826-72BB-4AF1-BA01-A94F7396A7DC}" type="slidenum">
              <a:rPr lang="en-US" smtClean="0"/>
              <a:pPr defTabSz="1088421">
                <a:defRPr/>
              </a:pPr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65140D3-1768-D51C-D2DF-91FC4C37690D}"/>
              </a:ext>
            </a:extLst>
          </p:cNvPr>
          <p:cNvGrpSpPr/>
          <p:nvPr userDrawn="1"/>
        </p:nvGrpSpPr>
        <p:grpSpPr>
          <a:xfrm>
            <a:off x="319790" y="6335127"/>
            <a:ext cx="1134814" cy="217794"/>
            <a:chOff x="1729244" y="6246467"/>
            <a:chExt cx="1134814" cy="217794"/>
          </a:xfrm>
        </p:grpSpPr>
        <p:grpSp>
          <p:nvGrpSpPr>
            <p:cNvPr id="57" name="Picture 12">
              <a:extLst>
                <a:ext uri="{FF2B5EF4-FFF2-40B4-BE49-F238E27FC236}">
                  <a16:creationId xmlns:a16="http://schemas.microsoft.com/office/drawing/2014/main" id="{7BFEA7BD-C14B-9444-58E1-CAEF5A55C73D}"/>
                </a:ext>
              </a:extLst>
            </p:cNvPr>
            <p:cNvGrpSpPr/>
            <p:nvPr/>
          </p:nvGrpSpPr>
          <p:grpSpPr>
            <a:xfrm>
              <a:off x="1729244" y="6246467"/>
              <a:ext cx="193055" cy="217794"/>
              <a:chOff x="1729244" y="6246467"/>
              <a:chExt cx="193055" cy="217794"/>
            </a:xfrm>
            <a:solidFill>
              <a:srgbClr val="844997"/>
            </a:solidFill>
          </p:grpSpPr>
          <p:sp>
            <p:nvSpPr>
              <p:cNvPr id="71" name="Freeform 50">
                <a:extLst>
                  <a:ext uri="{FF2B5EF4-FFF2-40B4-BE49-F238E27FC236}">
                    <a16:creationId xmlns:a16="http://schemas.microsoft.com/office/drawing/2014/main" id="{0EFF0195-2917-275E-8018-552B7225968E}"/>
                  </a:ext>
                </a:extLst>
              </p:cNvPr>
              <p:cNvSpPr/>
              <p:nvPr/>
            </p:nvSpPr>
            <p:spPr>
              <a:xfrm>
                <a:off x="1729244" y="6246467"/>
                <a:ext cx="193055" cy="217794"/>
              </a:xfrm>
              <a:custGeom>
                <a:avLst/>
                <a:gdLst>
                  <a:gd name="connsiteX0" fmla="*/ 96528 w 193055"/>
                  <a:gd name="connsiteY0" fmla="*/ 0 h 217794"/>
                  <a:gd name="connsiteX1" fmla="*/ 0 w 193055"/>
                  <a:gd name="connsiteY1" fmla="*/ 55446 h 217794"/>
                  <a:gd name="connsiteX2" fmla="*/ 0 w 193055"/>
                  <a:gd name="connsiteY2" fmla="*/ 162246 h 217794"/>
                  <a:gd name="connsiteX3" fmla="*/ 96528 w 193055"/>
                  <a:gd name="connsiteY3" fmla="*/ 217795 h 217794"/>
                  <a:gd name="connsiteX4" fmla="*/ 193055 w 193055"/>
                  <a:gd name="connsiteY4" fmla="*/ 162246 h 217794"/>
                  <a:gd name="connsiteX5" fmla="*/ 193055 w 193055"/>
                  <a:gd name="connsiteY5" fmla="*/ 55446 h 217794"/>
                  <a:gd name="connsiteX6" fmla="*/ 96528 w 193055"/>
                  <a:gd name="connsiteY6" fmla="*/ 0 h 217794"/>
                  <a:gd name="connsiteX7" fmla="*/ 176317 w 193055"/>
                  <a:gd name="connsiteY7" fmla="*/ 152630 h 217794"/>
                  <a:gd name="connsiteX8" fmla="*/ 96528 w 193055"/>
                  <a:gd name="connsiteY8" fmla="*/ 198562 h 217794"/>
                  <a:gd name="connsiteX9" fmla="*/ 16738 w 193055"/>
                  <a:gd name="connsiteY9" fmla="*/ 152630 h 217794"/>
                  <a:gd name="connsiteX10" fmla="*/ 16738 w 193055"/>
                  <a:gd name="connsiteY10" fmla="*/ 65062 h 217794"/>
                  <a:gd name="connsiteX11" fmla="*/ 96528 w 193055"/>
                  <a:gd name="connsiteY11" fmla="*/ 19232 h 217794"/>
                  <a:gd name="connsiteX12" fmla="*/ 176317 w 193055"/>
                  <a:gd name="connsiteY12" fmla="*/ 65165 h 217794"/>
                  <a:gd name="connsiteX13" fmla="*/ 176317 w 193055"/>
                  <a:gd name="connsiteY13" fmla="*/ 152630 h 217794"/>
                  <a:gd name="connsiteX14" fmla="*/ 176317 w 193055"/>
                  <a:gd name="connsiteY14" fmla="*/ 152630 h 217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93055" h="217794">
                    <a:moveTo>
                      <a:pt x="96528" y="0"/>
                    </a:moveTo>
                    <a:lnTo>
                      <a:pt x="0" y="55446"/>
                    </a:lnTo>
                    <a:lnTo>
                      <a:pt x="0" y="162246"/>
                    </a:lnTo>
                    <a:lnTo>
                      <a:pt x="96528" y="217795"/>
                    </a:lnTo>
                    <a:lnTo>
                      <a:pt x="193055" y="162246"/>
                    </a:lnTo>
                    <a:lnTo>
                      <a:pt x="193055" y="55446"/>
                    </a:lnTo>
                    <a:lnTo>
                      <a:pt x="96528" y="0"/>
                    </a:lnTo>
                    <a:close/>
                    <a:moveTo>
                      <a:pt x="176317" y="152630"/>
                    </a:moveTo>
                    <a:lnTo>
                      <a:pt x="96528" y="198562"/>
                    </a:lnTo>
                    <a:lnTo>
                      <a:pt x="16738" y="152630"/>
                    </a:lnTo>
                    <a:lnTo>
                      <a:pt x="16738" y="65062"/>
                    </a:lnTo>
                    <a:lnTo>
                      <a:pt x="96528" y="19232"/>
                    </a:lnTo>
                    <a:lnTo>
                      <a:pt x="176317" y="65165"/>
                    </a:lnTo>
                    <a:lnTo>
                      <a:pt x="176317" y="152630"/>
                    </a:lnTo>
                    <a:lnTo>
                      <a:pt x="176317" y="152630"/>
                    </a:lnTo>
                    <a:close/>
                  </a:path>
                </a:pathLst>
              </a:custGeom>
              <a:solidFill>
                <a:srgbClr val="844997"/>
              </a:solidFill>
              <a:ln w="10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2" name="Freeform 51">
                <a:extLst>
                  <a:ext uri="{FF2B5EF4-FFF2-40B4-BE49-F238E27FC236}">
                    <a16:creationId xmlns:a16="http://schemas.microsoft.com/office/drawing/2014/main" id="{83E9F8CA-8CB6-6019-9A08-7F02950AE747}"/>
                  </a:ext>
                </a:extLst>
              </p:cNvPr>
              <p:cNvSpPr/>
              <p:nvPr/>
            </p:nvSpPr>
            <p:spPr>
              <a:xfrm>
                <a:off x="1760769" y="6324418"/>
                <a:ext cx="59456" cy="100355"/>
              </a:xfrm>
              <a:custGeom>
                <a:avLst/>
                <a:gdLst>
                  <a:gd name="connsiteX0" fmla="*/ 59457 w 59456"/>
                  <a:gd name="connsiteY0" fmla="*/ 34168 h 100355"/>
                  <a:gd name="connsiteX1" fmla="*/ 0 w 59456"/>
                  <a:gd name="connsiteY1" fmla="*/ 0 h 100355"/>
                  <a:gd name="connsiteX2" fmla="*/ 0 w 59456"/>
                  <a:gd name="connsiteY2" fmla="*/ 66187 h 100355"/>
                  <a:gd name="connsiteX3" fmla="*/ 59354 w 59456"/>
                  <a:gd name="connsiteY3" fmla="*/ 100355 h 100355"/>
                  <a:gd name="connsiteX4" fmla="*/ 59354 w 59456"/>
                  <a:gd name="connsiteY4" fmla="*/ 34168 h 10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456" h="100355">
                    <a:moveTo>
                      <a:pt x="59457" y="34168"/>
                    </a:moveTo>
                    <a:lnTo>
                      <a:pt x="0" y="0"/>
                    </a:lnTo>
                    <a:lnTo>
                      <a:pt x="0" y="66187"/>
                    </a:lnTo>
                    <a:lnTo>
                      <a:pt x="59354" y="100355"/>
                    </a:lnTo>
                    <a:lnTo>
                      <a:pt x="59354" y="34168"/>
                    </a:lnTo>
                    <a:close/>
                  </a:path>
                </a:pathLst>
              </a:custGeom>
              <a:solidFill>
                <a:srgbClr val="844997"/>
              </a:solidFill>
              <a:ln w="10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3" name="Freeform 52">
                <a:extLst>
                  <a:ext uri="{FF2B5EF4-FFF2-40B4-BE49-F238E27FC236}">
                    <a16:creationId xmlns:a16="http://schemas.microsoft.com/office/drawing/2014/main" id="{972488DA-7B61-49C5-9BC7-17787DDC951E}"/>
                  </a:ext>
                </a:extLst>
              </p:cNvPr>
              <p:cNvSpPr/>
              <p:nvPr/>
            </p:nvSpPr>
            <p:spPr>
              <a:xfrm>
                <a:off x="1831419" y="6364929"/>
                <a:ext cx="51960" cy="59742"/>
              </a:xfrm>
              <a:custGeom>
                <a:avLst/>
                <a:gdLst>
                  <a:gd name="connsiteX0" fmla="*/ 51961 w 51960"/>
                  <a:gd name="connsiteY0" fmla="*/ 29871 h 59742"/>
                  <a:gd name="connsiteX1" fmla="*/ 0 w 51960"/>
                  <a:gd name="connsiteY1" fmla="*/ 0 h 59742"/>
                  <a:gd name="connsiteX2" fmla="*/ 0 w 51960"/>
                  <a:gd name="connsiteY2" fmla="*/ 59743 h 59742"/>
                  <a:gd name="connsiteX3" fmla="*/ 51961 w 51960"/>
                  <a:gd name="connsiteY3" fmla="*/ 29871 h 59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960" h="59742">
                    <a:moveTo>
                      <a:pt x="51961" y="29871"/>
                    </a:moveTo>
                    <a:lnTo>
                      <a:pt x="0" y="0"/>
                    </a:lnTo>
                    <a:lnTo>
                      <a:pt x="0" y="59743"/>
                    </a:lnTo>
                    <a:lnTo>
                      <a:pt x="51961" y="29871"/>
                    </a:lnTo>
                    <a:close/>
                  </a:path>
                </a:pathLst>
              </a:custGeom>
              <a:solidFill>
                <a:srgbClr val="844997"/>
              </a:solidFill>
              <a:ln w="10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4" name="Freeform 53">
                <a:extLst>
                  <a:ext uri="{FF2B5EF4-FFF2-40B4-BE49-F238E27FC236}">
                    <a16:creationId xmlns:a16="http://schemas.microsoft.com/office/drawing/2014/main" id="{0B0809ED-F775-1D6E-4FFA-E19BD4863F52}"/>
                  </a:ext>
                </a:extLst>
              </p:cNvPr>
              <p:cNvSpPr/>
              <p:nvPr/>
            </p:nvSpPr>
            <p:spPr>
              <a:xfrm>
                <a:off x="1768265" y="6282783"/>
                <a:ext cx="115114" cy="66187"/>
              </a:xfrm>
              <a:custGeom>
                <a:avLst/>
                <a:gdLst>
                  <a:gd name="connsiteX0" fmla="*/ 115114 w 115114"/>
                  <a:gd name="connsiteY0" fmla="*/ 33043 h 66187"/>
                  <a:gd name="connsiteX1" fmla="*/ 57506 w 115114"/>
                  <a:gd name="connsiteY1" fmla="*/ 0 h 66187"/>
                  <a:gd name="connsiteX2" fmla="*/ 0 w 115114"/>
                  <a:gd name="connsiteY2" fmla="*/ 33043 h 66187"/>
                  <a:gd name="connsiteX3" fmla="*/ 57506 w 115114"/>
                  <a:gd name="connsiteY3" fmla="*/ 66187 h 66187"/>
                  <a:gd name="connsiteX4" fmla="*/ 115114 w 115114"/>
                  <a:gd name="connsiteY4" fmla="*/ 33043 h 66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114" h="66187">
                    <a:moveTo>
                      <a:pt x="115114" y="33043"/>
                    </a:moveTo>
                    <a:lnTo>
                      <a:pt x="57506" y="0"/>
                    </a:lnTo>
                    <a:lnTo>
                      <a:pt x="0" y="33043"/>
                    </a:lnTo>
                    <a:lnTo>
                      <a:pt x="57506" y="66187"/>
                    </a:lnTo>
                    <a:lnTo>
                      <a:pt x="115114" y="33043"/>
                    </a:lnTo>
                    <a:close/>
                  </a:path>
                </a:pathLst>
              </a:custGeom>
              <a:solidFill>
                <a:srgbClr val="844997"/>
              </a:solidFill>
              <a:ln w="10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95F7777-1795-A041-F373-0C5EB6B202AE}"/>
                </a:ext>
              </a:extLst>
            </p:cNvPr>
            <p:cNvGrpSpPr/>
            <p:nvPr/>
          </p:nvGrpSpPr>
          <p:grpSpPr>
            <a:xfrm>
              <a:off x="1972251" y="6291887"/>
              <a:ext cx="891807" cy="121838"/>
              <a:chOff x="1972251" y="6291887"/>
              <a:chExt cx="891807" cy="121838"/>
            </a:xfrm>
          </p:grpSpPr>
          <p:sp>
            <p:nvSpPr>
              <p:cNvPr id="59" name="Freeform 38">
                <a:extLst>
                  <a:ext uri="{FF2B5EF4-FFF2-40B4-BE49-F238E27FC236}">
                    <a16:creationId xmlns:a16="http://schemas.microsoft.com/office/drawing/2014/main" id="{A742A773-B626-6E46-B9D8-0C065F00ECE2}"/>
                  </a:ext>
                </a:extLst>
              </p:cNvPr>
              <p:cNvSpPr/>
              <p:nvPr/>
            </p:nvSpPr>
            <p:spPr>
              <a:xfrm>
                <a:off x="2465831" y="6330147"/>
                <a:ext cx="88312" cy="81225"/>
              </a:xfrm>
              <a:custGeom>
                <a:avLst/>
                <a:gdLst>
                  <a:gd name="connsiteX0" fmla="*/ 53090 w 88312"/>
                  <a:gd name="connsiteY0" fmla="*/ 81225 h 81225"/>
                  <a:gd name="connsiteX1" fmla="*/ 34914 w 88312"/>
                  <a:gd name="connsiteY1" fmla="*/ 81225 h 81225"/>
                  <a:gd name="connsiteX2" fmla="*/ 0 w 88312"/>
                  <a:gd name="connsiteY2" fmla="*/ 0 h 81225"/>
                  <a:gd name="connsiteX3" fmla="*/ 18587 w 88312"/>
                  <a:gd name="connsiteY3" fmla="*/ 0 h 81225"/>
                  <a:gd name="connsiteX4" fmla="*/ 44156 w 88312"/>
                  <a:gd name="connsiteY4" fmla="*/ 60970 h 81225"/>
                  <a:gd name="connsiteX5" fmla="*/ 69726 w 88312"/>
                  <a:gd name="connsiteY5" fmla="*/ 0 h 81225"/>
                  <a:gd name="connsiteX6" fmla="*/ 88313 w 88312"/>
                  <a:gd name="connsiteY6" fmla="*/ 0 h 81225"/>
                  <a:gd name="connsiteX7" fmla="*/ 53090 w 88312"/>
                  <a:gd name="connsiteY7" fmla="*/ 81225 h 81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312" h="81225">
                    <a:moveTo>
                      <a:pt x="53090" y="81225"/>
                    </a:moveTo>
                    <a:lnTo>
                      <a:pt x="34914" y="81225"/>
                    </a:lnTo>
                    <a:lnTo>
                      <a:pt x="0" y="0"/>
                    </a:lnTo>
                    <a:lnTo>
                      <a:pt x="18587" y="0"/>
                    </a:lnTo>
                    <a:lnTo>
                      <a:pt x="44156" y="60970"/>
                    </a:lnTo>
                    <a:lnTo>
                      <a:pt x="69726" y="0"/>
                    </a:lnTo>
                    <a:lnTo>
                      <a:pt x="88313" y="0"/>
                    </a:lnTo>
                    <a:lnTo>
                      <a:pt x="53090" y="81225"/>
                    </a:lnTo>
                    <a:close/>
                  </a:path>
                </a:pathLst>
              </a:custGeom>
              <a:solidFill>
                <a:schemeClr val="bg1"/>
              </a:solidFill>
              <a:ln w="10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Arial" panose="020B0604020202020204" pitchFamily="34" charset="0"/>
                </a:endParaRPr>
              </a:p>
            </p:txBody>
          </p:sp>
          <p:grpSp>
            <p:nvGrpSpPr>
              <p:cNvPr id="60" name="Picture 12">
                <a:extLst>
                  <a:ext uri="{FF2B5EF4-FFF2-40B4-BE49-F238E27FC236}">
                    <a16:creationId xmlns:a16="http://schemas.microsoft.com/office/drawing/2014/main" id="{512B60A5-1C18-91C6-3D5E-C7F312B4EF79}"/>
                  </a:ext>
                </a:extLst>
              </p:cNvPr>
              <p:cNvGrpSpPr/>
              <p:nvPr/>
            </p:nvGrpSpPr>
            <p:grpSpPr>
              <a:xfrm>
                <a:off x="1972251" y="6291887"/>
                <a:ext cx="891807" cy="121838"/>
                <a:chOff x="1972251" y="6291887"/>
                <a:chExt cx="891807" cy="121838"/>
              </a:xfrm>
              <a:solidFill>
                <a:schemeClr val="bg1"/>
              </a:solidFill>
            </p:grpSpPr>
            <p:grpSp>
              <p:nvGrpSpPr>
                <p:cNvPr id="61" name="Picture 12">
                  <a:extLst>
                    <a:ext uri="{FF2B5EF4-FFF2-40B4-BE49-F238E27FC236}">
                      <a16:creationId xmlns:a16="http://schemas.microsoft.com/office/drawing/2014/main" id="{CA8CDDDD-F210-677C-6274-1A3618E8699E}"/>
                    </a:ext>
                  </a:extLst>
                </p:cNvPr>
                <p:cNvGrpSpPr/>
                <p:nvPr/>
              </p:nvGrpSpPr>
              <p:grpSpPr>
                <a:xfrm>
                  <a:off x="1972251" y="6292399"/>
                  <a:ext cx="878458" cy="121327"/>
                  <a:chOff x="1972251" y="6292399"/>
                  <a:chExt cx="878458" cy="121327"/>
                </a:xfrm>
                <a:grpFill/>
              </p:grpSpPr>
              <p:sp>
                <p:nvSpPr>
                  <p:cNvPr id="63" name="Freeform 42">
                    <a:extLst>
                      <a:ext uri="{FF2B5EF4-FFF2-40B4-BE49-F238E27FC236}">
                        <a16:creationId xmlns:a16="http://schemas.microsoft.com/office/drawing/2014/main" id="{21FAD0AB-4A97-A840-5BEC-D409D1DF0466}"/>
                      </a:ext>
                    </a:extLst>
                  </p:cNvPr>
                  <p:cNvSpPr/>
                  <p:nvPr/>
                </p:nvSpPr>
                <p:spPr>
                  <a:xfrm>
                    <a:off x="1972251" y="6299708"/>
                    <a:ext cx="103978" cy="114017"/>
                  </a:xfrm>
                  <a:custGeom>
                    <a:avLst/>
                    <a:gdLst>
                      <a:gd name="connsiteX0" fmla="*/ 57255 w 103978"/>
                      <a:gd name="connsiteY0" fmla="*/ 97547 h 114017"/>
                      <a:gd name="connsiteX1" fmla="*/ 17720 w 103978"/>
                      <a:gd name="connsiteY1" fmla="*/ 57037 h 114017"/>
                      <a:gd name="connsiteX2" fmla="*/ 57255 w 103978"/>
                      <a:gd name="connsiteY2" fmla="*/ 16527 h 114017"/>
                      <a:gd name="connsiteX3" fmla="*/ 90115 w 103978"/>
                      <a:gd name="connsiteY3" fmla="*/ 35247 h 114017"/>
                      <a:gd name="connsiteX4" fmla="*/ 103670 w 103978"/>
                      <a:gd name="connsiteY4" fmla="*/ 23483 h 114017"/>
                      <a:gd name="connsiteX5" fmla="*/ 70810 w 103978"/>
                      <a:gd name="connsiteY5" fmla="*/ 1386 h 114017"/>
                      <a:gd name="connsiteX6" fmla="*/ 365 w 103978"/>
                      <a:gd name="connsiteY6" fmla="*/ 63686 h 114017"/>
                      <a:gd name="connsiteX7" fmla="*/ 57255 w 103978"/>
                      <a:gd name="connsiteY7" fmla="*/ 114018 h 114017"/>
                      <a:gd name="connsiteX8" fmla="*/ 103978 w 103978"/>
                      <a:gd name="connsiteY8" fmla="*/ 89670 h 114017"/>
                      <a:gd name="connsiteX9" fmla="*/ 90218 w 103978"/>
                      <a:gd name="connsiteY9" fmla="*/ 78418 h 114017"/>
                      <a:gd name="connsiteX10" fmla="*/ 57255 w 103978"/>
                      <a:gd name="connsiteY10" fmla="*/ 97547 h 1140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03978" h="114017">
                        <a:moveTo>
                          <a:pt x="57255" y="97547"/>
                        </a:moveTo>
                        <a:cubicBezTo>
                          <a:pt x="35074" y="97547"/>
                          <a:pt x="17720" y="80054"/>
                          <a:pt x="17720" y="57037"/>
                        </a:cubicBezTo>
                        <a:cubicBezTo>
                          <a:pt x="17720" y="34020"/>
                          <a:pt x="35074" y="16527"/>
                          <a:pt x="57255" y="16527"/>
                        </a:cubicBezTo>
                        <a:cubicBezTo>
                          <a:pt x="71426" y="16527"/>
                          <a:pt x="83543" y="22767"/>
                          <a:pt x="90115" y="35247"/>
                        </a:cubicBezTo>
                        <a:lnTo>
                          <a:pt x="103670" y="23483"/>
                        </a:lnTo>
                        <a:cubicBezTo>
                          <a:pt x="96277" y="12128"/>
                          <a:pt x="84673" y="4353"/>
                          <a:pt x="70810" y="1386"/>
                        </a:cubicBezTo>
                        <a:cubicBezTo>
                          <a:pt x="32301" y="-7104"/>
                          <a:pt x="-4051" y="24608"/>
                          <a:pt x="365" y="63686"/>
                        </a:cubicBezTo>
                        <a:cubicBezTo>
                          <a:pt x="3651" y="92432"/>
                          <a:pt x="27578" y="114018"/>
                          <a:pt x="57255" y="114018"/>
                        </a:cubicBezTo>
                        <a:cubicBezTo>
                          <a:pt x="77074" y="114018"/>
                          <a:pt x="94223" y="105322"/>
                          <a:pt x="103978" y="89670"/>
                        </a:cubicBezTo>
                        <a:lnTo>
                          <a:pt x="90218" y="78418"/>
                        </a:lnTo>
                        <a:cubicBezTo>
                          <a:pt x="83749" y="91205"/>
                          <a:pt x="71529" y="97547"/>
                          <a:pt x="57255" y="97547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4" name="Freeform 43">
                    <a:extLst>
                      <a:ext uri="{FF2B5EF4-FFF2-40B4-BE49-F238E27FC236}">
                        <a16:creationId xmlns:a16="http://schemas.microsoft.com/office/drawing/2014/main" id="{A4113953-0205-2C83-976C-6BBA7B8D99C4}"/>
                      </a:ext>
                    </a:extLst>
                  </p:cNvPr>
                  <p:cNvSpPr/>
                  <p:nvPr/>
                </p:nvSpPr>
                <p:spPr>
                  <a:xfrm>
                    <a:off x="2083931" y="6328510"/>
                    <a:ext cx="87285" cy="84805"/>
                  </a:xfrm>
                  <a:custGeom>
                    <a:avLst/>
                    <a:gdLst>
                      <a:gd name="connsiteX0" fmla="*/ 43848 w 87285"/>
                      <a:gd name="connsiteY0" fmla="*/ 0 h 84805"/>
                      <a:gd name="connsiteX1" fmla="*/ 0 w 87285"/>
                      <a:gd name="connsiteY1" fmla="*/ 42352 h 84805"/>
                      <a:gd name="connsiteX2" fmla="*/ 43848 w 87285"/>
                      <a:gd name="connsiteY2" fmla="*/ 84806 h 84805"/>
                      <a:gd name="connsiteX3" fmla="*/ 87286 w 87285"/>
                      <a:gd name="connsiteY3" fmla="*/ 42352 h 84805"/>
                      <a:gd name="connsiteX4" fmla="*/ 43848 w 87285"/>
                      <a:gd name="connsiteY4" fmla="*/ 0 h 84805"/>
                      <a:gd name="connsiteX5" fmla="*/ 43848 w 87285"/>
                      <a:gd name="connsiteY5" fmla="*/ 70177 h 84805"/>
                      <a:gd name="connsiteX6" fmla="*/ 16738 w 87285"/>
                      <a:gd name="connsiteY6" fmla="*/ 42352 h 84805"/>
                      <a:gd name="connsiteX7" fmla="*/ 43848 w 87285"/>
                      <a:gd name="connsiteY7" fmla="*/ 14526 h 84805"/>
                      <a:gd name="connsiteX8" fmla="*/ 70753 w 87285"/>
                      <a:gd name="connsiteY8" fmla="*/ 42352 h 84805"/>
                      <a:gd name="connsiteX9" fmla="*/ 43848 w 87285"/>
                      <a:gd name="connsiteY9" fmla="*/ 70177 h 848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7285" h="84805">
                        <a:moveTo>
                          <a:pt x="43848" y="0"/>
                        </a:moveTo>
                        <a:cubicBezTo>
                          <a:pt x="19716" y="0"/>
                          <a:pt x="0" y="17186"/>
                          <a:pt x="0" y="42352"/>
                        </a:cubicBezTo>
                        <a:cubicBezTo>
                          <a:pt x="0" y="67517"/>
                          <a:pt x="19716" y="84806"/>
                          <a:pt x="43848" y="84806"/>
                        </a:cubicBezTo>
                        <a:cubicBezTo>
                          <a:pt x="67775" y="84806"/>
                          <a:pt x="87286" y="67517"/>
                          <a:pt x="87286" y="42352"/>
                        </a:cubicBezTo>
                        <a:cubicBezTo>
                          <a:pt x="87286" y="17186"/>
                          <a:pt x="67775" y="0"/>
                          <a:pt x="43848" y="0"/>
                        </a:cubicBezTo>
                        <a:close/>
                        <a:moveTo>
                          <a:pt x="43848" y="70177"/>
                        </a:moveTo>
                        <a:cubicBezTo>
                          <a:pt x="29574" y="70177"/>
                          <a:pt x="16738" y="59231"/>
                          <a:pt x="16738" y="42352"/>
                        </a:cubicBezTo>
                        <a:cubicBezTo>
                          <a:pt x="16738" y="25472"/>
                          <a:pt x="29574" y="14526"/>
                          <a:pt x="43848" y="14526"/>
                        </a:cubicBezTo>
                        <a:cubicBezTo>
                          <a:pt x="57814" y="14526"/>
                          <a:pt x="70753" y="25472"/>
                          <a:pt x="70753" y="42352"/>
                        </a:cubicBezTo>
                        <a:cubicBezTo>
                          <a:pt x="70753" y="59231"/>
                          <a:pt x="57814" y="70177"/>
                          <a:pt x="43848" y="70177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5" name="Freeform 44">
                    <a:extLst>
                      <a:ext uri="{FF2B5EF4-FFF2-40B4-BE49-F238E27FC236}">
                        <a16:creationId xmlns:a16="http://schemas.microsoft.com/office/drawing/2014/main" id="{EADB07DE-9CAC-35A2-64A8-8D6B559F966D}"/>
                      </a:ext>
                    </a:extLst>
                  </p:cNvPr>
                  <p:cNvSpPr/>
                  <p:nvPr/>
                </p:nvSpPr>
                <p:spPr>
                  <a:xfrm>
                    <a:off x="2183231" y="6328101"/>
                    <a:ext cx="131134" cy="83373"/>
                  </a:xfrm>
                  <a:custGeom>
                    <a:avLst/>
                    <a:gdLst>
                      <a:gd name="connsiteX0" fmla="*/ 100430 w 131134"/>
                      <a:gd name="connsiteY0" fmla="*/ 0 h 83373"/>
                      <a:gd name="connsiteX1" fmla="*/ 70239 w 131134"/>
                      <a:gd name="connsiteY1" fmla="*/ 14731 h 83373"/>
                      <a:gd name="connsiteX2" fmla="*/ 70034 w 131134"/>
                      <a:gd name="connsiteY2" fmla="*/ 14731 h 83373"/>
                      <a:gd name="connsiteX3" fmla="*/ 43027 w 131134"/>
                      <a:gd name="connsiteY3" fmla="*/ 0 h 83373"/>
                      <a:gd name="connsiteX4" fmla="*/ 17149 w 131134"/>
                      <a:gd name="connsiteY4" fmla="*/ 11151 h 83373"/>
                      <a:gd name="connsiteX5" fmla="*/ 16944 w 131134"/>
                      <a:gd name="connsiteY5" fmla="*/ 11048 h 83373"/>
                      <a:gd name="connsiteX6" fmla="*/ 16944 w 131134"/>
                      <a:gd name="connsiteY6" fmla="*/ 2455 h 83373"/>
                      <a:gd name="connsiteX7" fmla="*/ 16841 w 131134"/>
                      <a:gd name="connsiteY7" fmla="*/ 2353 h 83373"/>
                      <a:gd name="connsiteX8" fmla="*/ 103 w 131134"/>
                      <a:gd name="connsiteY8" fmla="*/ 2353 h 83373"/>
                      <a:gd name="connsiteX9" fmla="*/ 0 w 131134"/>
                      <a:gd name="connsiteY9" fmla="*/ 2455 h 83373"/>
                      <a:gd name="connsiteX10" fmla="*/ 0 w 131134"/>
                      <a:gd name="connsiteY10" fmla="*/ 83271 h 83373"/>
                      <a:gd name="connsiteX11" fmla="*/ 103 w 131134"/>
                      <a:gd name="connsiteY11" fmla="*/ 83374 h 83373"/>
                      <a:gd name="connsiteX12" fmla="*/ 16841 w 131134"/>
                      <a:gd name="connsiteY12" fmla="*/ 83374 h 83373"/>
                      <a:gd name="connsiteX13" fmla="*/ 16944 w 131134"/>
                      <a:gd name="connsiteY13" fmla="*/ 83271 h 83373"/>
                      <a:gd name="connsiteX14" fmla="*/ 16944 w 131134"/>
                      <a:gd name="connsiteY14" fmla="*/ 43170 h 83373"/>
                      <a:gd name="connsiteX15" fmla="*/ 38611 w 131134"/>
                      <a:gd name="connsiteY15" fmla="*/ 15754 h 83373"/>
                      <a:gd name="connsiteX16" fmla="*/ 56992 w 131134"/>
                      <a:gd name="connsiteY16" fmla="*/ 35191 h 83373"/>
                      <a:gd name="connsiteX17" fmla="*/ 56992 w 131134"/>
                      <a:gd name="connsiteY17" fmla="*/ 83271 h 83373"/>
                      <a:gd name="connsiteX18" fmla="*/ 57095 w 131134"/>
                      <a:gd name="connsiteY18" fmla="*/ 83374 h 83373"/>
                      <a:gd name="connsiteX19" fmla="*/ 73833 w 131134"/>
                      <a:gd name="connsiteY19" fmla="*/ 83374 h 83373"/>
                      <a:gd name="connsiteX20" fmla="*/ 73936 w 131134"/>
                      <a:gd name="connsiteY20" fmla="*/ 83271 h 83373"/>
                      <a:gd name="connsiteX21" fmla="*/ 73936 w 131134"/>
                      <a:gd name="connsiteY21" fmla="*/ 43170 h 83373"/>
                      <a:gd name="connsiteX22" fmla="*/ 95911 w 131134"/>
                      <a:gd name="connsiteY22" fmla="*/ 15754 h 83373"/>
                      <a:gd name="connsiteX23" fmla="*/ 114293 w 131134"/>
                      <a:gd name="connsiteY23" fmla="*/ 35191 h 83373"/>
                      <a:gd name="connsiteX24" fmla="*/ 114293 w 131134"/>
                      <a:gd name="connsiteY24" fmla="*/ 83271 h 83373"/>
                      <a:gd name="connsiteX25" fmla="*/ 114395 w 131134"/>
                      <a:gd name="connsiteY25" fmla="*/ 83374 h 83373"/>
                      <a:gd name="connsiteX26" fmla="*/ 131031 w 131134"/>
                      <a:gd name="connsiteY26" fmla="*/ 83374 h 83373"/>
                      <a:gd name="connsiteX27" fmla="*/ 131134 w 131134"/>
                      <a:gd name="connsiteY27" fmla="*/ 83271 h 83373"/>
                      <a:gd name="connsiteX28" fmla="*/ 131134 w 131134"/>
                      <a:gd name="connsiteY28" fmla="*/ 31815 h 83373"/>
                      <a:gd name="connsiteX29" fmla="*/ 100430 w 131134"/>
                      <a:gd name="connsiteY29" fmla="*/ 0 h 833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131134" h="83373">
                        <a:moveTo>
                          <a:pt x="100430" y="0"/>
                        </a:moveTo>
                        <a:cubicBezTo>
                          <a:pt x="87080" y="0"/>
                          <a:pt x="76811" y="5626"/>
                          <a:pt x="70239" y="14731"/>
                        </a:cubicBezTo>
                        <a:cubicBezTo>
                          <a:pt x="70137" y="14833"/>
                          <a:pt x="70034" y="14833"/>
                          <a:pt x="70034" y="14731"/>
                        </a:cubicBezTo>
                        <a:cubicBezTo>
                          <a:pt x="64797" y="5422"/>
                          <a:pt x="54631" y="0"/>
                          <a:pt x="43027" y="0"/>
                        </a:cubicBezTo>
                        <a:cubicBezTo>
                          <a:pt x="31525" y="0"/>
                          <a:pt x="23105" y="4092"/>
                          <a:pt x="17149" y="11151"/>
                        </a:cubicBezTo>
                        <a:cubicBezTo>
                          <a:pt x="17046" y="11253"/>
                          <a:pt x="16944" y="11151"/>
                          <a:pt x="16944" y="11048"/>
                        </a:cubicBezTo>
                        <a:lnTo>
                          <a:pt x="16944" y="2455"/>
                        </a:lnTo>
                        <a:cubicBezTo>
                          <a:pt x="16944" y="2353"/>
                          <a:pt x="16841" y="2353"/>
                          <a:pt x="16841" y="2353"/>
                        </a:cubicBezTo>
                        <a:lnTo>
                          <a:pt x="103" y="2353"/>
                        </a:lnTo>
                        <a:cubicBezTo>
                          <a:pt x="0" y="2353"/>
                          <a:pt x="0" y="2455"/>
                          <a:pt x="0" y="2455"/>
                        </a:cubicBezTo>
                        <a:lnTo>
                          <a:pt x="0" y="83271"/>
                        </a:lnTo>
                        <a:cubicBezTo>
                          <a:pt x="0" y="83374"/>
                          <a:pt x="103" y="83374"/>
                          <a:pt x="103" y="83374"/>
                        </a:cubicBezTo>
                        <a:lnTo>
                          <a:pt x="16841" y="83374"/>
                        </a:lnTo>
                        <a:cubicBezTo>
                          <a:pt x="16944" y="83374"/>
                          <a:pt x="16944" y="83271"/>
                          <a:pt x="16944" y="83271"/>
                        </a:cubicBezTo>
                        <a:lnTo>
                          <a:pt x="16944" y="43170"/>
                        </a:lnTo>
                        <a:cubicBezTo>
                          <a:pt x="16944" y="25063"/>
                          <a:pt x="25467" y="15754"/>
                          <a:pt x="38611" y="15754"/>
                        </a:cubicBezTo>
                        <a:cubicBezTo>
                          <a:pt x="49085" y="15754"/>
                          <a:pt x="56992" y="23222"/>
                          <a:pt x="56992" y="35191"/>
                        </a:cubicBezTo>
                        <a:lnTo>
                          <a:pt x="56992" y="83271"/>
                        </a:lnTo>
                        <a:cubicBezTo>
                          <a:pt x="56992" y="83374"/>
                          <a:pt x="57095" y="83374"/>
                          <a:pt x="57095" y="83374"/>
                        </a:cubicBezTo>
                        <a:lnTo>
                          <a:pt x="73833" y="83374"/>
                        </a:lnTo>
                        <a:cubicBezTo>
                          <a:pt x="73936" y="83374"/>
                          <a:pt x="73936" y="83271"/>
                          <a:pt x="73936" y="83271"/>
                        </a:cubicBezTo>
                        <a:lnTo>
                          <a:pt x="73936" y="43170"/>
                        </a:lnTo>
                        <a:cubicBezTo>
                          <a:pt x="73936" y="25063"/>
                          <a:pt x="82665" y="15754"/>
                          <a:pt x="95911" y="15754"/>
                        </a:cubicBezTo>
                        <a:cubicBezTo>
                          <a:pt x="106386" y="15754"/>
                          <a:pt x="114293" y="23222"/>
                          <a:pt x="114293" y="35191"/>
                        </a:cubicBezTo>
                        <a:lnTo>
                          <a:pt x="114293" y="83271"/>
                        </a:lnTo>
                        <a:cubicBezTo>
                          <a:pt x="114293" y="83374"/>
                          <a:pt x="114395" y="83374"/>
                          <a:pt x="114395" y="83374"/>
                        </a:cubicBezTo>
                        <a:lnTo>
                          <a:pt x="131031" y="83374"/>
                        </a:lnTo>
                        <a:cubicBezTo>
                          <a:pt x="131134" y="83374"/>
                          <a:pt x="131134" y="83271"/>
                          <a:pt x="131134" y="83271"/>
                        </a:cubicBezTo>
                        <a:lnTo>
                          <a:pt x="131134" y="31815"/>
                        </a:lnTo>
                        <a:cubicBezTo>
                          <a:pt x="131237" y="12583"/>
                          <a:pt x="117271" y="0"/>
                          <a:pt x="100430" y="0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6" name="Freeform 45">
                    <a:extLst>
                      <a:ext uri="{FF2B5EF4-FFF2-40B4-BE49-F238E27FC236}">
                        <a16:creationId xmlns:a16="http://schemas.microsoft.com/office/drawing/2014/main" id="{CCC49CB5-5453-E59F-27D6-FC16FB6E83F2}"/>
                      </a:ext>
                    </a:extLst>
                  </p:cNvPr>
                  <p:cNvSpPr/>
                  <p:nvPr/>
                </p:nvSpPr>
                <p:spPr>
                  <a:xfrm>
                    <a:off x="2331206" y="6328101"/>
                    <a:ext cx="131134" cy="83373"/>
                  </a:xfrm>
                  <a:custGeom>
                    <a:avLst/>
                    <a:gdLst>
                      <a:gd name="connsiteX0" fmla="*/ 100430 w 131134"/>
                      <a:gd name="connsiteY0" fmla="*/ 0 h 83373"/>
                      <a:gd name="connsiteX1" fmla="*/ 70239 w 131134"/>
                      <a:gd name="connsiteY1" fmla="*/ 14731 h 83373"/>
                      <a:gd name="connsiteX2" fmla="*/ 70034 w 131134"/>
                      <a:gd name="connsiteY2" fmla="*/ 14731 h 83373"/>
                      <a:gd name="connsiteX3" fmla="*/ 43027 w 131134"/>
                      <a:gd name="connsiteY3" fmla="*/ 0 h 83373"/>
                      <a:gd name="connsiteX4" fmla="*/ 17149 w 131134"/>
                      <a:gd name="connsiteY4" fmla="*/ 11151 h 83373"/>
                      <a:gd name="connsiteX5" fmla="*/ 16944 w 131134"/>
                      <a:gd name="connsiteY5" fmla="*/ 11048 h 83373"/>
                      <a:gd name="connsiteX6" fmla="*/ 16944 w 131134"/>
                      <a:gd name="connsiteY6" fmla="*/ 2455 h 83373"/>
                      <a:gd name="connsiteX7" fmla="*/ 16841 w 131134"/>
                      <a:gd name="connsiteY7" fmla="*/ 2353 h 83373"/>
                      <a:gd name="connsiteX8" fmla="*/ 103 w 131134"/>
                      <a:gd name="connsiteY8" fmla="*/ 2353 h 83373"/>
                      <a:gd name="connsiteX9" fmla="*/ 0 w 131134"/>
                      <a:gd name="connsiteY9" fmla="*/ 2455 h 83373"/>
                      <a:gd name="connsiteX10" fmla="*/ 0 w 131134"/>
                      <a:gd name="connsiteY10" fmla="*/ 83271 h 83373"/>
                      <a:gd name="connsiteX11" fmla="*/ 103 w 131134"/>
                      <a:gd name="connsiteY11" fmla="*/ 83374 h 83373"/>
                      <a:gd name="connsiteX12" fmla="*/ 16841 w 131134"/>
                      <a:gd name="connsiteY12" fmla="*/ 83374 h 83373"/>
                      <a:gd name="connsiteX13" fmla="*/ 16944 w 131134"/>
                      <a:gd name="connsiteY13" fmla="*/ 83271 h 83373"/>
                      <a:gd name="connsiteX14" fmla="*/ 16944 w 131134"/>
                      <a:gd name="connsiteY14" fmla="*/ 43170 h 83373"/>
                      <a:gd name="connsiteX15" fmla="*/ 38611 w 131134"/>
                      <a:gd name="connsiteY15" fmla="*/ 15754 h 83373"/>
                      <a:gd name="connsiteX16" fmla="*/ 56992 w 131134"/>
                      <a:gd name="connsiteY16" fmla="*/ 35191 h 83373"/>
                      <a:gd name="connsiteX17" fmla="*/ 56992 w 131134"/>
                      <a:gd name="connsiteY17" fmla="*/ 83271 h 83373"/>
                      <a:gd name="connsiteX18" fmla="*/ 57095 w 131134"/>
                      <a:gd name="connsiteY18" fmla="*/ 83374 h 83373"/>
                      <a:gd name="connsiteX19" fmla="*/ 73833 w 131134"/>
                      <a:gd name="connsiteY19" fmla="*/ 83374 h 83373"/>
                      <a:gd name="connsiteX20" fmla="*/ 73936 w 131134"/>
                      <a:gd name="connsiteY20" fmla="*/ 83271 h 83373"/>
                      <a:gd name="connsiteX21" fmla="*/ 73936 w 131134"/>
                      <a:gd name="connsiteY21" fmla="*/ 43170 h 83373"/>
                      <a:gd name="connsiteX22" fmla="*/ 95911 w 131134"/>
                      <a:gd name="connsiteY22" fmla="*/ 15754 h 83373"/>
                      <a:gd name="connsiteX23" fmla="*/ 114293 w 131134"/>
                      <a:gd name="connsiteY23" fmla="*/ 35191 h 83373"/>
                      <a:gd name="connsiteX24" fmla="*/ 114293 w 131134"/>
                      <a:gd name="connsiteY24" fmla="*/ 83271 h 83373"/>
                      <a:gd name="connsiteX25" fmla="*/ 114395 w 131134"/>
                      <a:gd name="connsiteY25" fmla="*/ 83374 h 83373"/>
                      <a:gd name="connsiteX26" fmla="*/ 131031 w 131134"/>
                      <a:gd name="connsiteY26" fmla="*/ 83374 h 83373"/>
                      <a:gd name="connsiteX27" fmla="*/ 131134 w 131134"/>
                      <a:gd name="connsiteY27" fmla="*/ 83271 h 83373"/>
                      <a:gd name="connsiteX28" fmla="*/ 131134 w 131134"/>
                      <a:gd name="connsiteY28" fmla="*/ 31815 h 83373"/>
                      <a:gd name="connsiteX29" fmla="*/ 100430 w 131134"/>
                      <a:gd name="connsiteY29" fmla="*/ 0 h 833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131134" h="83373">
                        <a:moveTo>
                          <a:pt x="100430" y="0"/>
                        </a:moveTo>
                        <a:cubicBezTo>
                          <a:pt x="87080" y="0"/>
                          <a:pt x="76811" y="5626"/>
                          <a:pt x="70239" y="14731"/>
                        </a:cubicBezTo>
                        <a:cubicBezTo>
                          <a:pt x="70137" y="14833"/>
                          <a:pt x="70034" y="14833"/>
                          <a:pt x="70034" y="14731"/>
                        </a:cubicBezTo>
                        <a:cubicBezTo>
                          <a:pt x="64797" y="5422"/>
                          <a:pt x="54631" y="0"/>
                          <a:pt x="43027" y="0"/>
                        </a:cubicBezTo>
                        <a:cubicBezTo>
                          <a:pt x="31526" y="0"/>
                          <a:pt x="23105" y="4092"/>
                          <a:pt x="17149" y="11151"/>
                        </a:cubicBezTo>
                        <a:cubicBezTo>
                          <a:pt x="17046" y="11253"/>
                          <a:pt x="16944" y="11151"/>
                          <a:pt x="16944" y="11048"/>
                        </a:cubicBezTo>
                        <a:lnTo>
                          <a:pt x="16944" y="2455"/>
                        </a:lnTo>
                        <a:cubicBezTo>
                          <a:pt x="16944" y="2353"/>
                          <a:pt x="16841" y="2353"/>
                          <a:pt x="16841" y="2353"/>
                        </a:cubicBezTo>
                        <a:lnTo>
                          <a:pt x="103" y="2353"/>
                        </a:lnTo>
                        <a:cubicBezTo>
                          <a:pt x="0" y="2353"/>
                          <a:pt x="0" y="2455"/>
                          <a:pt x="0" y="2455"/>
                        </a:cubicBezTo>
                        <a:lnTo>
                          <a:pt x="0" y="83271"/>
                        </a:lnTo>
                        <a:cubicBezTo>
                          <a:pt x="0" y="83374"/>
                          <a:pt x="103" y="83374"/>
                          <a:pt x="103" y="83374"/>
                        </a:cubicBezTo>
                        <a:lnTo>
                          <a:pt x="16841" y="83374"/>
                        </a:lnTo>
                        <a:cubicBezTo>
                          <a:pt x="16944" y="83374"/>
                          <a:pt x="16944" y="83271"/>
                          <a:pt x="16944" y="83271"/>
                        </a:cubicBezTo>
                        <a:lnTo>
                          <a:pt x="16944" y="43170"/>
                        </a:lnTo>
                        <a:cubicBezTo>
                          <a:pt x="16944" y="25063"/>
                          <a:pt x="25467" y="15754"/>
                          <a:pt x="38611" y="15754"/>
                        </a:cubicBezTo>
                        <a:cubicBezTo>
                          <a:pt x="49085" y="15754"/>
                          <a:pt x="56992" y="23222"/>
                          <a:pt x="56992" y="35191"/>
                        </a:cubicBezTo>
                        <a:lnTo>
                          <a:pt x="56992" y="83271"/>
                        </a:lnTo>
                        <a:cubicBezTo>
                          <a:pt x="56992" y="83374"/>
                          <a:pt x="57095" y="83374"/>
                          <a:pt x="57095" y="83374"/>
                        </a:cubicBezTo>
                        <a:lnTo>
                          <a:pt x="73833" y="83374"/>
                        </a:lnTo>
                        <a:cubicBezTo>
                          <a:pt x="73936" y="83374"/>
                          <a:pt x="73936" y="83271"/>
                          <a:pt x="73936" y="83271"/>
                        </a:cubicBezTo>
                        <a:lnTo>
                          <a:pt x="73936" y="43170"/>
                        </a:lnTo>
                        <a:cubicBezTo>
                          <a:pt x="73936" y="25063"/>
                          <a:pt x="82665" y="15754"/>
                          <a:pt x="95911" y="15754"/>
                        </a:cubicBezTo>
                        <a:cubicBezTo>
                          <a:pt x="106386" y="15754"/>
                          <a:pt x="114293" y="23222"/>
                          <a:pt x="114293" y="35191"/>
                        </a:cubicBezTo>
                        <a:lnTo>
                          <a:pt x="114293" y="83271"/>
                        </a:lnTo>
                        <a:cubicBezTo>
                          <a:pt x="114293" y="83374"/>
                          <a:pt x="114395" y="83374"/>
                          <a:pt x="114395" y="83374"/>
                        </a:cubicBezTo>
                        <a:lnTo>
                          <a:pt x="131031" y="83374"/>
                        </a:lnTo>
                        <a:cubicBezTo>
                          <a:pt x="131134" y="83374"/>
                          <a:pt x="131134" y="83271"/>
                          <a:pt x="131134" y="83271"/>
                        </a:cubicBezTo>
                        <a:lnTo>
                          <a:pt x="131134" y="31815"/>
                        </a:lnTo>
                        <a:cubicBezTo>
                          <a:pt x="131236" y="12583"/>
                          <a:pt x="117373" y="0"/>
                          <a:pt x="100430" y="0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7" name="Freeform 46">
                    <a:extLst>
                      <a:ext uri="{FF2B5EF4-FFF2-40B4-BE49-F238E27FC236}">
                        <a16:creationId xmlns:a16="http://schemas.microsoft.com/office/drawing/2014/main" id="{CBD5EF86-49CC-5D41-6ACB-82E610C38889}"/>
                      </a:ext>
                    </a:extLst>
                  </p:cNvPr>
                  <p:cNvSpPr/>
                  <p:nvPr/>
                </p:nvSpPr>
                <p:spPr>
                  <a:xfrm>
                    <a:off x="2552296" y="6327999"/>
                    <a:ext cx="86772" cy="85726"/>
                  </a:xfrm>
                  <a:custGeom>
                    <a:avLst/>
                    <a:gdLst>
                      <a:gd name="connsiteX0" fmla="*/ 86670 w 86772"/>
                      <a:gd name="connsiteY0" fmla="*/ 2353 h 85726"/>
                      <a:gd name="connsiteX1" fmla="*/ 69931 w 86772"/>
                      <a:gd name="connsiteY1" fmla="*/ 2353 h 85726"/>
                      <a:gd name="connsiteX2" fmla="*/ 69828 w 86772"/>
                      <a:gd name="connsiteY2" fmla="*/ 2455 h 85726"/>
                      <a:gd name="connsiteX3" fmla="*/ 69828 w 86772"/>
                      <a:gd name="connsiteY3" fmla="*/ 11253 h 85726"/>
                      <a:gd name="connsiteX4" fmla="*/ 69623 w 86772"/>
                      <a:gd name="connsiteY4" fmla="*/ 11355 h 85726"/>
                      <a:gd name="connsiteX5" fmla="*/ 40357 w 86772"/>
                      <a:gd name="connsiteY5" fmla="*/ 0 h 85726"/>
                      <a:gd name="connsiteX6" fmla="*/ 0 w 86772"/>
                      <a:gd name="connsiteY6" fmla="*/ 42863 h 85726"/>
                      <a:gd name="connsiteX7" fmla="*/ 40357 w 86772"/>
                      <a:gd name="connsiteY7" fmla="*/ 85727 h 85726"/>
                      <a:gd name="connsiteX8" fmla="*/ 69623 w 86772"/>
                      <a:gd name="connsiteY8" fmla="*/ 74371 h 85726"/>
                      <a:gd name="connsiteX9" fmla="*/ 69828 w 86772"/>
                      <a:gd name="connsiteY9" fmla="*/ 74474 h 85726"/>
                      <a:gd name="connsiteX10" fmla="*/ 69828 w 86772"/>
                      <a:gd name="connsiteY10" fmla="*/ 83271 h 85726"/>
                      <a:gd name="connsiteX11" fmla="*/ 69931 w 86772"/>
                      <a:gd name="connsiteY11" fmla="*/ 83374 h 85726"/>
                      <a:gd name="connsiteX12" fmla="*/ 86670 w 86772"/>
                      <a:gd name="connsiteY12" fmla="*/ 83374 h 85726"/>
                      <a:gd name="connsiteX13" fmla="*/ 86772 w 86772"/>
                      <a:gd name="connsiteY13" fmla="*/ 83271 h 85726"/>
                      <a:gd name="connsiteX14" fmla="*/ 86772 w 86772"/>
                      <a:gd name="connsiteY14" fmla="*/ 2455 h 85726"/>
                      <a:gd name="connsiteX15" fmla="*/ 86670 w 86772"/>
                      <a:gd name="connsiteY15" fmla="*/ 2353 h 85726"/>
                      <a:gd name="connsiteX16" fmla="*/ 43027 w 86772"/>
                      <a:gd name="connsiteY16" fmla="*/ 70689 h 85726"/>
                      <a:gd name="connsiteX17" fmla="*/ 16430 w 86772"/>
                      <a:gd name="connsiteY17" fmla="*/ 42863 h 85726"/>
                      <a:gd name="connsiteX18" fmla="*/ 43027 w 86772"/>
                      <a:gd name="connsiteY18" fmla="*/ 15038 h 85726"/>
                      <a:gd name="connsiteX19" fmla="*/ 69726 w 86772"/>
                      <a:gd name="connsiteY19" fmla="*/ 42863 h 85726"/>
                      <a:gd name="connsiteX20" fmla="*/ 43027 w 86772"/>
                      <a:gd name="connsiteY20" fmla="*/ 70689 h 857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86772" h="85726">
                        <a:moveTo>
                          <a:pt x="86670" y="2353"/>
                        </a:moveTo>
                        <a:lnTo>
                          <a:pt x="69931" y="2353"/>
                        </a:lnTo>
                        <a:cubicBezTo>
                          <a:pt x="69828" y="2353"/>
                          <a:pt x="69828" y="2455"/>
                          <a:pt x="69828" y="2455"/>
                        </a:cubicBezTo>
                        <a:lnTo>
                          <a:pt x="69828" y="11253"/>
                        </a:lnTo>
                        <a:cubicBezTo>
                          <a:pt x="69828" y="11355"/>
                          <a:pt x="69726" y="11458"/>
                          <a:pt x="69623" y="11355"/>
                        </a:cubicBezTo>
                        <a:cubicBezTo>
                          <a:pt x="62538" y="4194"/>
                          <a:pt x="52474" y="0"/>
                          <a:pt x="40357" y="0"/>
                        </a:cubicBezTo>
                        <a:cubicBezTo>
                          <a:pt x="18997" y="0"/>
                          <a:pt x="0" y="17289"/>
                          <a:pt x="0" y="42863"/>
                        </a:cubicBezTo>
                        <a:cubicBezTo>
                          <a:pt x="0" y="68540"/>
                          <a:pt x="18997" y="85727"/>
                          <a:pt x="40357" y="85727"/>
                        </a:cubicBezTo>
                        <a:cubicBezTo>
                          <a:pt x="52474" y="85727"/>
                          <a:pt x="62640" y="81532"/>
                          <a:pt x="69623" y="74371"/>
                        </a:cubicBezTo>
                        <a:cubicBezTo>
                          <a:pt x="69726" y="74269"/>
                          <a:pt x="69828" y="74371"/>
                          <a:pt x="69828" y="74474"/>
                        </a:cubicBezTo>
                        <a:lnTo>
                          <a:pt x="69828" y="83271"/>
                        </a:lnTo>
                        <a:cubicBezTo>
                          <a:pt x="69828" y="83374"/>
                          <a:pt x="69931" y="83374"/>
                          <a:pt x="69931" y="83374"/>
                        </a:cubicBezTo>
                        <a:lnTo>
                          <a:pt x="86670" y="83374"/>
                        </a:lnTo>
                        <a:cubicBezTo>
                          <a:pt x="86772" y="83374"/>
                          <a:pt x="86772" y="83271"/>
                          <a:pt x="86772" y="83271"/>
                        </a:cubicBezTo>
                        <a:lnTo>
                          <a:pt x="86772" y="2455"/>
                        </a:lnTo>
                        <a:cubicBezTo>
                          <a:pt x="86772" y="2455"/>
                          <a:pt x="86772" y="2353"/>
                          <a:pt x="86670" y="2353"/>
                        </a:cubicBezTo>
                        <a:close/>
                        <a:moveTo>
                          <a:pt x="43027" y="70689"/>
                        </a:moveTo>
                        <a:cubicBezTo>
                          <a:pt x="28137" y="70689"/>
                          <a:pt x="16430" y="60050"/>
                          <a:pt x="16430" y="42863"/>
                        </a:cubicBezTo>
                        <a:cubicBezTo>
                          <a:pt x="16430" y="25882"/>
                          <a:pt x="28034" y="15038"/>
                          <a:pt x="43027" y="15038"/>
                        </a:cubicBezTo>
                        <a:cubicBezTo>
                          <a:pt x="56479" y="15038"/>
                          <a:pt x="69726" y="25779"/>
                          <a:pt x="69726" y="42863"/>
                        </a:cubicBezTo>
                        <a:cubicBezTo>
                          <a:pt x="69726" y="60050"/>
                          <a:pt x="56479" y="70689"/>
                          <a:pt x="43027" y="70689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8" name="Freeform 47">
                    <a:extLst>
                      <a:ext uri="{FF2B5EF4-FFF2-40B4-BE49-F238E27FC236}">
                        <a16:creationId xmlns:a16="http://schemas.microsoft.com/office/drawing/2014/main" id="{069D394A-3D02-956A-5033-8707793D9257}"/>
                      </a:ext>
                    </a:extLst>
                  </p:cNvPr>
                  <p:cNvSpPr/>
                  <p:nvPr/>
                </p:nvSpPr>
                <p:spPr>
                  <a:xfrm>
                    <a:off x="2655395" y="6330352"/>
                    <a:ext cx="77675" cy="83271"/>
                  </a:xfrm>
                  <a:custGeom>
                    <a:avLst/>
                    <a:gdLst>
                      <a:gd name="connsiteX0" fmla="*/ 77530 w 77675"/>
                      <a:gd name="connsiteY0" fmla="*/ 0 h 83271"/>
                      <a:gd name="connsiteX1" fmla="*/ 60792 w 77675"/>
                      <a:gd name="connsiteY1" fmla="*/ 0 h 83271"/>
                      <a:gd name="connsiteX2" fmla="*/ 60689 w 77675"/>
                      <a:gd name="connsiteY2" fmla="*/ 102 h 83271"/>
                      <a:gd name="connsiteX3" fmla="*/ 60689 w 77675"/>
                      <a:gd name="connsiteY3" fmla="*/ 37339 h 83271"/>
                      <a:gd name="connsiteX4" fmla="*/ 36557 w 77675"/>
                      <a:gd name="connsiteY4" fmla="*/ 67620 h 83271"/>
                      <a:gd name="connsiteX5" fmla="*/ 17046 w 77675"/>
                      <a:gd name="connsiteY5" fmla="*/ 45421 h 83271"/>
                      <a:gd name="connsiteX6" fmla="*/ 17046 w 77675"/>
                      <a:gd name="connsiteY6" fmla="*/ 102 h 83271"/>
                      <a:gd name="connsiteX7" fmla="*/ 16944 w 77675"/>
                      <a:gd name="connsiteY7" fmla="*/ 0 h 83271"/>
                      <a:gd name="connsiteX8" fmla="*/ 103 w 77675"/>
                      <a:gd name="connsiteY8" fmla="*/ 0 h 83271"/>
                      <a:gd name="connsiteX9" fmla="*/ 0 w 77675"/>
                      <a:gd name="connsiteY9" fmla="*/ 102 h 83271"/>
                      <a:gd name="connsiteX10" fmla="*/ 0 w 77675"/>
                      <a:gd name="connsiteY10" fmla="*/ 48797 h 83271"/>
                      <a:gd name="connsiteX11" fmla="*/ 32655 w 77675"/>
                      <a:gd name="connsiteY11" fmla="*/ 83271 h 83271"/>
                      <a:gd name="connsiteX12" fmla="*/ 60484 w 77675"/>
                      <a:gd name="connsiteY12" fmla="*/ 71302 h 83271"/>
                      <a:gd name="connsiteX13" fmla="*/ 60689 w 77675"/>
                      <a:gd name="connsiteY13" fmla="*/ 71405 h 83271"/>
                      <a:gd name="connsiteX14" fmla="*/ 60689 w 77675"/>
                      <a:gd name="connsiteY14" fmla="*/ 80816 h 83271"/>
                      <a:gd name="connsiteX15" fmla="*/ 60792 w 77675"/>
                      <a:gd name="connsiteY15" fmla="*/ 80919 h 83271"/>
                      <a:gd name="connsiteX16" fmla="*/ 77530 w 77675"/>
                      <a:gd name="connsiteY16" fmla="*/ 80919 h 83271"/>
                      <a:gd name="connsiteX17" fmla="*/ 77633 w 77675"/>
                      <a:gd name="connsiteY17" fmla="*/ 80816 h 83271"/>
                      <a:gd name="connsiteX18" fmla="*/ 77633 w 77675"/>
                      <a:gd name="connsiteY18" fmla="*/ 0 h 83271"/>
                      <a:gd name="connsiteX19" fmla="*/ 77530 w 77675"/>
                      <a:gd name="connsiteY19" fmla="*/ 0 h 832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77675" h="83271">
                        <a:moveTo>
                          <a:pt x="77530" y="0"/>
                        </a:moveTo>
                        <a:lnTo>
                          <a:pt x="60792" y="0"/>
                        </a:lnTo>
                        <a:cubicBezTo>
                          <a:pt x="60689" y="0"/>
                          <a:pt x="60689" y="102"/>
                          <a:pt x="60689" y="102"/>
                        </a:cubicBezTo>
                        <a:lnTo>
                          <a:pt x="60689" y="37339"/>
                        </a:lnTo>
                        <a:cubicBezTo>
                          <a:pt x="60689" y="57799"/>
                          <a:pt x="51139" y="67620"/>
                          <a:pt x="36557" y="67620"/>
                        </a:cubicBezTo>
                        <a:cubicBezTo>
                          <a:pt x="24748" y="67620"/>
                          <a:pt x="17046" y="58617"/>
                          <a:pt x="17046" y="45421"/>
                        </a:cubicBezTo>
                        <a:lnTo>
                          <a:pt x="17046" y="102"/>
                        </a:lnTo>
                        <a:cubicBezTo>
                          <a:pt x="17046" y="0"/>
                          <a:pt x="16944" y="0"/>
                          <a:pt x="16944" y="0"/>
                        </a:cubicBezTo>
                        <a:lnTo>
                          <a:pt x="103" y="0"/>
                        </a:lnTo>
                        <a:cubicBezTo>
                          <a:pt x="0" y="0"/>
                          <a:pt x="0" y="102"/>
                          <a:pt x="0" y="102"/>
                        </a:cubicBezTo>
                        <a:lnTo>
                          <a:pt x="0" y="48797"/>
                        </a:lnTo>
                        <a:cubicBezTo>
                          <a:pt x="0" y="69256"/>
                          <a:pt x="12939" y="83271"/>
                          <a:pt x="32655" y="83271"/>
                        </a:cubicBezTo>
                        <a:cubicBezTo>
                          <a:pt x="44464" y="83271"/>
                          <a:pt x="53912" y="78975"/>
                          <a:pt x="60484" y="71302"/>
                        </a:cubicBezTo>
                        <a:cubicBezTo>
                          <a:pt x="60586" y="71200"/>
                          <a:pt x="60689" y="71302"/>
                          <a:pt x="60689" y="71405"/>
                        </a:cubicBezTo>
                        <a:lnTo>
                          <a:pt x="60689" y="80816"/>
                        </a:lnTo>
                        <a:cubicBezTo>
                          <a:pt x="60689" y="80919"/>
                          <a:pt x="60792" y="80919"/>
                          <a:pt x="60792" y="80919"/>
                        </a:cubicBezTo>
                        <a:lnTo>
                          <a:pt x="77530" y="80919"/>
                        </a:lnTo>
                        <a:cubicBezTo>
                          <a:pt x="77633" y="80919"/>
                          <a:pt x="77633" y="80816"/>
                          <a:pt x="77633" y="80816"/>
                        </a:cubicBezTo>
                        <a:lnTo>
                          <a:pt x="77633" y="0"/>
                        </a:lnTo>
                        <a:cubicBezTo>
                          <a:pt x="77735" y="102"/>
                          <a:pt x="77633" y="0"/>
                          <a:pt x="77530" y="0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69" name="Freeform 48">
                    <a:extLst>
                      <a:ext uri="{FF2B5EF4-FFF2-40B4-BE49-F238E27FC236}">
                        <a16:creationId xmlns:a16="http://schemas.microsoft.com/office/drawing/2014/main" id="{642FB896-E00B-360A-0670-0685CED596C9}"/>
                      </a:ext>
                    </a:extLst>
                  </p:cNvPr>
                  <p:cNvSpPr/>
                  <p:nvPr/>
                </p:nvSpPr>
                <p:spPr>
                  <a:xfrm>
                    <a:off x="2750896" y="6292399"/>
                    <a:ext cx="40664" cy="121327"/>
                  </a:xfrm>
                  <a:custGeom>
                    <a:avLst/>
                    <a:gdLst>
                      <a:gd name="connsiteX0" fmla="*/ 37173 w 40664"/>
                      <a:gd name="connsiteY0" fmla="*/ 102913 h 121327"/>
                      <a:gd name="connsiteX1" fmla="*/ 27521 w 40664"/>
                      <a:gd name="connsiteY1" fmla="*/ 105266 h 121327"/>
                      <a:gd name="connsiteX2" fmla="*/ 17046 w 40664"/>
                      <a:gd name="connsiteY2" fmla="*/ 95752 h 121327"/>
                      <a:gd name="connsiteX3" fmla="*/ 17046 w 40664"/>
                      <a:gd name="connsiteY3" fmla="*/ 102 h 121327"/>
                      <a:gd name="connsiteX4" fmla="*/ 16944 w 40664"/>
                      <a:gd name="connsiteY4" fmla="*/ 0 h 121327"/>
                      <a:gd name="connsiteX5" fmla="*/ 103 w 40664"/>
                      <a:gd name="connsiteY5" fmla="*/ 0 h 121327"/>
                      <a:gd name="connsiteX6" fmla="*/ 0 w 40664"/>
                      <a:gd name="connsiteY6" fmla="*/ 102 h 121327"/>
                      <a:gd name="connsiteX7" fmla="*/ 0 w 40664"/>
                      <a:gd name="connsiteY7" fmla="*/ 96468 h 121327"/>
                      <a:gd name="connsiteX8" fmla="*/ 24953 w 40664"/>
                      <a:gd name="connsiteY8" fmla="*/ 121327 h 121327"/>
                      <a:gd name="connsiteX9" fmla="*/ 40562 w 40664"/>
                      <a:gd name="connsiteY9" fmla="*/ 117132 h 121327"/>
                      <a:gd name="connsiteX10" fmla="*/ 40665 w 40664"/>
                      <a:gd name="connsiteY10" fmla="*/ 116928 h 121327"/>
                      <a:gd name="connsiteX11" fmla="*/ 37481 w 40664"/>
                      <a:gd name="connsiteY11" fmla="*/ 103015 h 121327"/>
                      <a:gd name="connsiteX12" fmla="*/ 37173 w 40664"/>
                      <a:gd name="connsiteY12" fmla="*/ 102913 h 1213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0664" h="121327">
                        <a:moveTo>
                          <a:pt x="37173" y="102913"/>
                        </a:moveTo>
                        <a:cubicBezTo>
                          <a:pt x="33887" y="104345"/>
                          <a:pt x="30191" y="105266"/>
                          <a:pt x="27521" y="105266"/>
                        </a:cubicBezTo>
                        <a:cubicBezTo>
                          <a:pt x="21257" y="105266"/>
                          <a:pt x="17046" y="101378"/>
                          <a:pt x="17046" y="95752"/>
                        </a:cubicBezTo>
                        <a:lnTo>
                          <a:pt x="17046" y="102"/>
                        </a:lnTo>
                        <a:cubicBezTo>
                          <a:pt x="17046" y="0"/>
                          <a:pt x="16944" y="0"/>
                          <a:pt x="16944" y="0"/>
                        </a:cubicBezTo>
                        <a:lnTo>
                          <a:pt x="103" y="0"/>
                        </a:lnTo>
                        <a:cubicBezTo>
                          <a:pt x="0" y="0"/>
                          <a:pt x="0" y="102"/>
                          <a:pt x="0" y="102"/>
                        </a:cubicBezTo>
                        <a:lnTo>
                          <a:pt x="0" y="96468"/>
                        </a:lnTo>
                        <a:cubicBezTo>
                          <a:pt x="0" y="110176"/>
                          <a:pt x="11193" y="121429"/>
                          <a:pt x="24953" y="121327"/>
                        </a:cubicBezTo>
                        <a:cubicBezTo>
                          <a:pt x="32039" y="121224"/>
                          <a:pt x="36352" y="119383"/>
                          <a:pt x="40562" y="117132"/>
                        </a:cubicBezTo>
                        <a:cubicBezTo>
                          <a:pt x="40665" y="117132"/>
                          <a:pt x="40665" y="117030"/>
                          <a:pt x="40665" y="116928"/>
                        </a:cubicBezTo>
                        <a:lnTo>
                          <a:pt x="37481" y="103015"/>
                        </a:lnTo>
                        <a:cubicBezTo>
                          <a:pt x="37379" y="102913"/>
                          <a:pt x="37276" y="102913"/>
                          <a:pt x="37173" y="102913"/>
                        </a:cubicBez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0" name="Freeform 49">
                    <a:extLst>
                      <a:ext uri="{FF2B5EF4-FFF2-40B4-BE49-F238E27FC236}">
                        <a16:creationId xmlns:a16="http://schemas.microsoft.com/office/drawing/2014/main" id="{B3FECA5B-0B68-DDBC-BE58-2BDA4CF92584}"/>
                      </a:ext>
                    </a:extLst>
                  </p:cNvPr>
                  <p:cNvSpPr/>
                  <p:nvPr/>
                </p:nvSpPr>
                <p:spPr>
                  <a:xfrm>
                    <a:off x="2783756" y="6305186"/>
                    <a:ext cx="66953" cy="108334"/>
                  </a:xfrm>
                  <a:custGeom>
                    <a:avLst/>
                    <a:gdLst>
                      <a:gd name="connsiteX0" fmla="*/ 61716 w 66953"/>
                      <a:gd name="connsiteY0" fmla="*/ 88284 h 108334"/>
                      <a:gd name="connsiteX1" fmla="*/ 61511 w 66953"/>
                      <a:gd name="connsiteY1" fmla="*/ 88182 h 108334"/>
                      <a:gd name="connsiteX2" fmla="*/ 47853 w 66953"/>
                      <a:gd name="connsiteY2" fmla="*/ 92478 h 108334"/>
                      <a:gd name="connsiteX3" fmla="*/ 34401 w 66953"/>
                      <a:gd name="connsiteY3" fmla="*/ 77440 h 108334"/>
                      <a:gd name="connsiteX4" fmla="*/ 34401 w 66953"/>
                      <a:gd name="connsiteY4" fmla="*/ 39385 h 108334"/>
                      <a:gd name="connsiteX5" fmla="*/ 34503 w 66953"/>
                      <a:gd name="connsiteY5" fmla="*/ 39283 h 108334"/>
                      <a:gd name="connsiteX6" fmla="*/ 62127 w 66953"/>
                      <a:gd name="connsiteY6" fmla="*/ 39283 h 108334"/>
                      <a:gd name="connsiteX7" fmla="*/ 62229 w 66953"/>
                      <a:gd name="connsiteY7" fmla="*/ 39181 h 108334"/>
                      <a:gd name="connsiteX8" fmla="*/ 62229 w 66953"/>
                      <a:gd name="connsiteY8" fmla="*/ 25268 h 108334"/>
                      <a:gd name="connsiteX9" fmla="*/ 62127 w 66953"/>
                      <a:gd name="connsiteY9" fmla="*/ 25166 h 108334"/>
                      <a:gd name="connsiteX10" fmla="*/ 34503 w 66953"/>
                      <a:gd name="connsiteY10" fmla="*/ 25166 h 108334"/>
                      <a:gd name="connsiteX11" fmla="*/ 34401 w 66953"/>
                      <a:gd name="connsiteY11" fmla="*/ 25063 h 108334"/>
                      <a:gd name="connsiteX12" fmla="*/ 34401 w 66953"/>
                      <a:gd name="connsiteY12" fmla="*/ 102 h 108334"/>
                      <a:gd name="connsiteX13" fmla="*/ 34298 w 66953"/>
                      <a:gd name="connsiteY13" fmla="*/ 0 h 108334"/>
                      <a:gd name="connsiteX14" fmla="*/ 17560 w 66953"/>
                      <a:gd name="connsiteY14" fmla="*/ 0 h 108334"/>
                      <a:gd name="connsiteX15" fmla="*/ 17457 w 66953"/>
                      <a:gd name="connsiteY15" fmla="*/ 102 h 108334"/>
                      <a:gd name="connsiteX16" fmla="*/ 17457 w 66953"/>
                      <a:gd name="connsiteY16" fmla="*/ 24961 h 108334"/>
                      <a:gd name="connsiteX17" fmla="*/ 17354 w 66953"/>
                      <a:gd name="connsiteY17" fmla="*/ 25063 h 108334"/>
                      <a:gd name="connsiteX18" fmla="*/ 103 w 66953"/>
                      <a:gd name="connsiteY18" fmla="*/ 25063 h 108334"/>
                      <a:gd name="connsiteX19" fmla="*/ 0 w 66953"/>
                      <a:gd name="connsiteY19" fmla="*/ 25166 h 108334"/>
                      <a:gd name="connsiteX20" fmla="*/ 0 w 66953"/>
                      <a:gd name="connsiteY20" fmla="*/ 38976 h 108334"/>
                      <a:gd name="connsiteX21" fmla="*/ 103 w 66953"/>
                      <a:gd name="connsiteY21" fmla="*/ 39078 h 108334"/>
                      <a:gd name="connsiteX22" fmla="*/ 17354 w 66953"/>
                      <a:gd name="connsiteY22" fmla="*/ 39078 h 108334"/>
                      <a:gd name="connsiteX23" fmla="*/ 17457 w 66953"/>
                      <a:gd name="connsiteY23" fmla="*/ 39181 h 108334"/>
                      <a:gd name="connsiteX24" fmla="*/ 17457 w 66953"/>
                      <a:gd name="connsiteY24" fmla="*/ 78463 h 108334"/>
                      <a:gd name="connsiteX25" fmla="*/ 46826 w 66953"/>
                      <a:gd name="connsiteY25" fmla="*/ 108335 h 108334"/>
                      <a:gd name="connsiteX26" fmla="*/ 66850 w 66953"/>
                      <a:gd name="connsiteY26" fmla="*/ 102197 h 108334"/>
                      <a:gd name="connsiteX27" fmla="*/ 66953 w 66953"/>
                      <a:gd name="connsiteY27" fmla="*/ 101992 h 108334"/>
                      <a:gd name="connsiteX28" fmla="*/ 61716 w 66953"/>
                      <a:gd name="connsiteY28" fmla="*/ 88284 h 1083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66953" h="108334">
                        <a:moveTo>
                          <a:pt x="61716" y="88284"/>
                        </a:moveTo>
                        <a:cubicBezTo>
                          <a:pt x="61716" y="88182"/>
                          <a:pt x="61613" y="88182"/>
                          <a:pt x="61511" y="88182"/>
                        </a:cubicBezTo>
                        <a:cubicBezTo>
                          <a:pt x="57300" y="90944"/>
                          <a:pt x="52063" y="92478"/>
                          <a:pt x="47853" y="92478"/>
                        </a:cubicBezTo>
                        <a:cubicBezTo>
                          <a:pt x="39843" y="92478"/>
                          <a:pt x="34401" y="87568"/>
                          <a:pt x="34401" y="77440"/>
                        </a:cubicBezTo>
                        <a:lnTo>
                          <a:pt x="34401" y="39385"/>
                        </a:lnTo>
                        <a:cubicBezTo>
                          <a:pt x="34401" y="39283"/>
                          <a:pt x="34503" y="39283"/>
                          <a:pt x="34503" y="39283"/>
                        </a:cubicBezTo>
                        <a:lnTo>
                          <a:pt x="62127" y="39283"/>
                        </a:lnTo>
                        <a:cubicBezTo>
                          <a:pt x="62229" y="39283"/>
                          <a:pt x="62229" y="39181"/>
                          <a:pt x="62229" y="39181"/>
                        </a:cubicBezTo>
                        <a:lnTo>
                          <a:pt x="62229" y="25268"/>
                        </a:lnTo>
                        <a:cubicBezTo>
                          <a:pt x="62229" y="25166"/>
                          <a:pt x="62127" y="25166"/>
                          <a:pt x="62127" y="25166"/>
                        </a:cubicBezTo>
                        <a:lnTo>
                          <a:pt x="34503" y="25166"/>
                        </a:lnTo>
                        <a:cubicBezTo>
                          <a:pt x="34401" y="25166"/>
                          <a:pt x="34401" y="25063"/>
                          <a:pt x="34401" y="25063"/>
                        </a:cubicBezTo>
                        <a:lnTo>
                          <a:pt x="34401" y="102"/>
                        </a:lnTo>
                        <a:cubicBezTo>
                          <a:pt x="34401" y="0"/>
                          <a:pt x="34298" y="0"/>
                          <a:pt x="34298" y="0"/>
                        </a:cubicBezTo>
                        <a:lnTo>
                          <a:pt x="17560" y="0"/>
                        </a:lnTo>
                        <a:cubicBezTo>
                          <a:pt x="17457" y="0"/>
                          <a:pt x="17457" y="102"/>
                          <a:pt x="17457" y="102"/>
                        </a:cubicBezTo>
                        <a:lnTo>
                          <a:pt x="17457" y="24961"/>
                        </a:lnTo>
                        <a:cubicBezTo>
                          <a:pt x="17457" y="25063"/>
                          <a:pt x="17354" y="25063"/>
                          <a:pt x="17354" y="25063"/>
                        </a:cubicBezTo>
                        <a:lnTo>
                          <a:pt x="103" y="25063"/>
                        </a:lnTo>
                        <a:cubicBezTo>
                          <a:pt x="0" y="25063"/>
                          <a:pt x="0" y="25166"/>
                          <a:pt x="0" y="25166"/>
                        </a:cubicBezTo>
                        <a:lnTo>
                          <a:pt x="0" y="38976"/>
                        </a:lnTo>
                        <a:cubicBezTo>
                          <a:pt x="0" y="39078"/>
                          <a:pt x="103" y="39078"/>
                          <a:pt x="103" y="39078"/>
                        </a:cubicBezTo>
                        <a:lnTo>
                          <a:pt x="17354" y="39078"/>
                        </a:lnTo>
                        <a:cubicBezTo>
                          <a:pt x="17457" y="39078"/>
                          <a:pt x="17457" y="39181"/>
                          <a:pt x="17457" y="39181"/>
                        </a:cubicBezTo>
                        <a:lnTo>
                          <a:pt x="17457" y="78463"/>
                        </a:lnTo>
                        <a:cubicBezTo>
                          <a:pt x="17457" y="98616"/>
                          <a:pt x="29266" y="108335"/>
                          <a:pt x="46826" y="108335"/>
                        </a:cubicBezTo>
                        <a:cubicBezTo>
                          <a:pt x="53706" y="108335"/>
                          <a:pt x="59251" y="106698"/>
                          <a:pt x="66850" y="102197"/>
                        </a:cubicBezTo>
                        <a:cubicBezTo>
                          <a:pt x="66953" y="102197"/>
                          <a:pt x="66953" y="102094"/>
                          <a:pt x="66953" y="101992"/>
                        </a:cubicBezTo>
                        <a:lnTo>
                          <a:pt x="61716" y="88284"/>
                        </a:lnTo>
                        <a:close/>
                      </a:path>
                    </a:pathLst>
                  </a:custGeom>
                  <a:grpFill/>
                  <a:ln w="10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62" name="Freeform 41">
                  <a:extLst>
                    <a:ext uri="{FF2B5EF4-FFF2-40B4-BE49-F238E27FC236}">
                      <a16:creationId xmlns:a16="http://schemas.microsoft.com/office/drawing/2014/main" id="{9751E4ED-C299-A74D-97B3-2247DD75CF10}"/>
                    </a:ext>
                  </a:extLst>
                </p:cNvPr>
                <p:cNvSpPr/>
                <p:nvPr/>
              </p:nvSpPr>
              <p:spPr>
                <a:xfrm>
                  <a:off x="2840954" y="6291887"/>
                  <a:ext cx="23105" cy="22608"/>
                </a:xfrm>
                <a:custGeom>
                  <a:avLst/>
                  <a:gdLst>
                    <a:gd name="connsiteX0" fmla="*/ 23105 w 23105"/>
                    <a:gd name="connsiteY0" fmla="*/ 11253 h 22608"/>
                    <a:gd name="connsiteX1" fmla="*/ 11604 w 23105"/>
                    <a:gd name="connsiteY1" fmla="*/ 22608 h 22608"/>
                    <a:gd name="connsiteX2" fmla="*/ 0 w 23105"/>
                    <a:gd name="connsiteY2" fmla="*/ 11253 h 22608"/>
                    <a:gd name="connsiteX3" fmla="*/ 11604 w 23105"/>
                    <a:gd name="connsiteY3" fmla="*/ 0 h 22608"/>
                    <a:gd name="connsiteX4" fmla="*/ 23105 w 23105"/>
                    <a:gd name="connsiteY4" fmla="*/ 11253 h 22608"/>
                    <a:gd name="connsiteX5" fmla="*/ 2875 w 23105"/>
                    <a:gd name="connsiteY5" fmla="*/ 11253 h 22608"/>
                    <a:gd name="connsiteX6" fmla="*/ 11707 w 23105"/>
                    <a:gd name="connsiteY6" fmla="*/ 20255 h 22608"/>
                    <a:gd name="connsiteX7" fmla="*/ 20230 w 23105"/>
                    <a:gd name="connsiteY7" fmla="*/ 11355 h 22608"/>
                    <a:gd name="connsiteX8" fmla="*/ 11604 w 23105"/>
                    <a:gd name="connsiteY8" fmla="*/ 2353 h 22608"/>
                    <a:gd name="connsiteX9" fmla="*/ 2875 w 23105"/>
                    <a:gd name="connsiteY9" fmla="*/ 11253 h 22608"/>
                    <a:gd name="connsiteX10" fmla="*/ 9755 w 23105"/>
                    <a:gd name="connsiteY10" fmla="*/ 17084 h 22608"/>
                    <a:gd name="connsiteX11" fmla="*/ 7188 w 23105"/>
                    <a:gd name="connsiteY11" fmla="*/ 17084 h 22608"/>
                    <a:gd name="connsiteX12" fmla="*/ 7188 w 23105"/>
                    <a:gd name="connsiteY12" fmla="*/ 5831 h 22608"/>
                    <a:gd name="connsiteX13" fmla="*/ 11501 w 23105"/>
                    <a:gd name="connsiteY13" fmla="*/ 5524 h 22608"/>
                    <a:gd name="connsiteX14" fmla="*/ 15403 w 23105"/>
                    <a:gd name="connsiteY14" fmla="*/ 6343 h 22608"/>
                    <a:gd name="connsiteX15" fmla="*/ 16533 w 23105"/>
                    <a:gd name="connsiteY15" fmla="*/ 8798 h 22608"/>
                    <a:gd name="connsiteX16" fmla="*/ 14171 w 23105"/>
                    <a:gd name="connsiteY16" fmla="*/ 11355 h 22608"/>
                    <a:gd name="connsiteX17" fmla="*/ 14171 w 23105"/>
                    <a:gd name="connsiteY17" fmla="*/ 11457 h 22608"/>
                    <a:gd name="connsiteX18" fmla="*/ 16225 w 23105"/>
                    <a:gd name="connsiteY18" fmla="*/ 14220 h 22608"/>
                    <a:gd name="connsiteX19" fmla="*/ 17046 w 23105"/>
                    <a:gd name="connsiteY19" fmla="*/ 16982 h 22608"/>
                    <a:gd name="connsiteX20" fmla="*/ 14274 w 23105"/>
                    <a:gd name="connsiteY20" fmla="*/ 16982 h 22608"/>
                    <a:gd name="connsiteX21" fmla="*/ 13350 w 23105"/>
                    <a:gd name="connsiteY21" fmla="*/ 14220 h 22608"/>
                    <a:gd name="connsiteX22" fmla="*/ 10988 w 23105"/>
                    <a:gd name="connsiteY22" fmla="*/ 12480 h 22608"/>
                    <a:gd name="connsiteX23" fmla="*/ 9755 w 23105"/>
                    <a:gd name="connsiteY23" fmla="*/ 12480 h 22608"/>
                    <a:gd name="connsiteX24" fmla="*/ 9755 w 23105"/>
                    <a:gd name="connsiteY24" fmla="*/ 17084 h 22608"/>
                    <a:gd name="connsiteX25" fmla="*/ 9858 w 23105"/>
                    <a:gd name="connsiteY25" fmla="*/ 10741 h 22608"/>
                    <a:gd name="connsiteX26" fmla="*/ 11090 w 23105"/>
                    <a:gd name="connsiteY26" fmla="*/ 10741 h 22608"/>
                    <a:gd name="connsiteX27" fmla="*/ 13658 w 23105"/>
                    <a:gd name="connsiteY27" fmla="*/ 9105 h 22608"/>
                    <a:gd name="connsiteX28" fmla="*/ 11296 w 23105"/>
                    <a:gd name="connsiteY28" fmla="*/ 7366 h 22608"/>
                    <a:gd name="connsiteX29" fmla="*/ 9858 w 23105"/>
                    <a:gd name="connsiteY29" fmla="*/ 7468 h 22608"/>
                    <a:gd name="connsiteX30" fmla="*/ 9858 w 23105"/>
                    <a:gd name="connsiteY30" fmla="*/ 10741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3105" h="22608">
                      <a:moveTo>
                        <a:pt x="23105" y="11253"/>
                      </a:moveTo>
                      <a:cubicBezTo>
                        <a:pt x="23105" y="17595"/>
                        <a:pt x="18073" y="22608"/>
                        <a:pt x="11604" y="22608"/>
                      </a:cubicBezTo>
                      <a:cubicBezTo>
                        <a:pt x="5134" y="22608"/>
                        <a:pt x="0" y="17595"/>
                        <a:pt x="0" y="11253"/>
                      </a:cubicBezTo>
                      <a:cubicBezTo>
                        <a:pt x="0" y="5013"/>
                        <a:pt x="5134" y="0"/>
                        <a:pt x="11604" y="0"/>
                      </a:cubicBezTo>
                      <a:cubicBezTo>
                        <a:pt x="18073" y="0"/>
                        <a:pt x="23105" y="5013"/>
                        <a:pt x="23105" y="11253"/>
                      </a:cubicBezTo>
                      <a:close/>
                      <a:moveTo>
                        <a:pt x="2875" y="11253"/>
                      </a:moveTo>
                      <a:cubicBezTo>
                        <a:pt x="2875" y="16266"/>
                        <a:pt x="6572" y="20255"/>
                        <a:pt x="11707" y="20255"/>
                      </a:cubicBezTo>
                      <a:cubicBezTo>
                        <a:pt x="16636" y="20255"/>
                        <a:pt x="20230" y="16266"/>
                        <a:pt x="20230" y="11355"/>
                      </a:cubicBezTo>
                      <a:cubicBezTo>
                        <a:pt x="20230" y="6343"/>
                        <a:pt x="16636" y="2353"/>
                        <a:pt x="11604" y="2353"/>
                      </a:cubicBezTo>
                      <a:cubicBezTo>
                        <a:pt x="6572" y="2251"/>
                        <a:pt x="2875" y="6343"/>
                        <a:pt x="2875" y="11253"/>
                      </a:cubicBezTo>
                      <a:close/>
                      <a:moveTo>
                        <a:pt x="9755" y="17084"/>
                      </a:moveTo>
                      <a:lnTo>
                        <a:pt x="7188" y="17084"/>
                      </a:lnTo>
                      <a:lnTo>
                        <a:pt x="7188" y="5831"/>
                      </a:lnTo>
                      <a:cubicBezTo>
                        <a:pt x="8215" y="5626"/>
                        <a:pt x="9653" y="5524"/>
                        <a:pt x="11501" y="5524"/>
                      </a:cubicBezTo>
                      <a:cubicBezTo>
                        <a:pt x="13658" y="5524"/>
                        <a:pt x="14582" y="5831"/>
                        <a:pt x="15403" y="6343"/>
                      </a:cubicBezTo>
                      <a:cubicBezTo>
                        <a:pt x="16019" y="6854"/>
                        <a:pt x="16533" y="7672"/>
                        <a:pt x="16533" y="8798"/>
                      </a:cubicBezTo>
                      <a:cubicBezTo>
                        <a:pt x="16533" y="10025"/>
                        <a:pt x="15609" y="10946"/>
                        <a:pt x="14171" y="11355"/>
                      </a:cubicBezTo>
                      <a:lnTo>
                        <a:pt x="14171" y="11457"/>
                      </a:lnTo>
                      <a:cubicBezTo>
                        <a:pt x="15301" y="11867"/>
                        <a:pt x="15917" y="12685"/>
                        <a:pt x="16225" y="14220"/>
                      </a:cubicBezTo>
                      <a:cubicBezTo>
                        <a:pt x="16533" y="15959"/>
                        <a:pt x="16738" y="16572"/>
                        <a:pt x="17046" y="16982"/>
                      </a:cubicBezTo>
                      <a:lnTo>
                        <a:pt x="14274" y="16982"/>
                      </a:lnTo>
                      <a:cubicBezTo>
                        <a:pt x="13966" y="16572"/>
                        <a:pt x="13760" y="15549"/>
                        <a:pt x="13350" y="14220"/>
                      </a:cubicBezTo>
                      <a:cubicBezTo>
                        <a:pt x="13144" y="12992"/>
                        <a:pt x="12425" y="12480"/>
                        <a:pt x="10988" y="12480"/>
                      </a:cubicBezTo>
                      <a:lnTo>
                        <a:pt x="9755" y="12480"/>
                      </a:lnTo>
                      <a:lnTo>
                        <a:pt x="9755" y="17084"/>
                      </a:lnTo>
                      <a:close/>
                      <a:moveTo>
                        <a:pt x="9858" y="10741"/>
                      </a:moveTo>
                      <a:lnTo>
                        <a:pt x="11090" y="10741"/>
                      </a:lnTo>
                      <a:cubicBezTo>
                        <a:pt x="12528" y="10741"/>
                        <a:pt x="13658" y="10230"/>
                        <a:pt x="13658" y="9105"/>
                      </a:cubicBezTo>
                      <a:cubicBezTo>
                        <a:pt x="13658" y="8082"/>
                        <a:pt x="12939" y="7366"/>
                        <a:pt x="11296" y="7366"/>
                      </a:cubicBezTo>
                      <a:cubicBezTo>
                        <a:pt x="10577" y="7366"/>
                        <a:pt x="10166" y="7468"/>
                        <a:pt x="9858" y="7468"/>
                      </a:cubicBezTo>
                      <a:lnTo>
                        <a:pt x="9858" y="10741"/>
                      </a:lnTo>
                      <a:close/>
                    </a:path>
                  </a:pathLst>
                </a:custGeom>
                <a:grpFill/>
                <a:ln w="10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Arial" panose="020B06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27047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 Dark Midnight">
    <p:bg>
      <p:bgPr>
        <a:solidFill>
          <a:srgbClr val="000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47AD68D-6FA7-9C6B-BA92-0FBC7404E7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7717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7AD68D-6FA7-9C6B-BA92-0FBC7404E7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9B2DF72-4B5C-355A-A391-AC189370D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5596" y="6364123"/>
            <a:ext cx="1484309" cy="283368"/>
          </a:xfrm>
          <a:prstGeom prst="rect">
            <a:avLst/>
          </a:prstGeom>
        </p:spPr>
      </p:pic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B2B99FB-687C-7C5F-2107-4D8132175C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925" y="1246597"/>
            <a:ext cx="11360478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bg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120C9229-A966-CAD2-9A3D-277EF7BF55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553998"/>
          </a:xfrm>
        </p:spPr>
        <p:txBody>
          <a:bodyPr vert="horz" anchor="t" anchorCtr="0">
            <a:sp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Headline</a:t>
            </a:r>
          </a:p>
        </p:txBody>
      </p:sp>
    </p:spTree>
    <p:extLst>
      <p:ext uri="{BB962C8B-B14F-4D97-AF65-F5344CB8AC3E}">
        <p14:creationId xmlns:p14="http://schemas.microsoft.com/office/powerpoint/2010/main" val="584133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cop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pink gradient&#10;&#10;AI-generated content may be incorrect.">
            <a:extLst>
              <a:ext uri="{FF2B5EF4-FFF2-40B4-BE49-F238E27FC236}">
                <a16:creationId xmlns:a16="http://schemas.microsoft.com/office/drawing/2014/main" id="{AA31474D-04A7-E32B-76A4-AF241C21A1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"/>
            <a:ext cx="12192677" cy="685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7551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  <p15:guide id="2" pos="7508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, Sub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7C0C-9BA2-DCB3-9469-4AF45A124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596" y="1725498"/>
            <a:ext cx="11360808" cy="4494328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C63088-FDF0-049A-9B74-7E475F288E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925" y="1246597"/>
            <a:ext cx="11360478" cy="1938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INSERT SUB HEADLINE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9E76A1-29AD-AF28-CB29-D840277658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053BDB-5959-1008-1FDB-BD5FE79976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EE9BBB3-9AF9-06F0-77C0-1C60B3151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596" y="462505"/>
            <a:ext cx="11360808" cy="430887"/>
          </a:xfrm>
        </p:spPr>
        <p:txBody>
          <a:bodyPr anchor="t" anchorCtr="0">
            <a:sp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Headline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B3F0C34-2C50-E34E-97C3-2DB4453A34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017" y="6364123"/>
            <a:ext cx="1484309" cy="283368"/>
          </a:xfrm>
          <a:prstGeom prst="rect">
            <a:avLst/>
          </a:prstGeom>
        </p:spPr>
      </p:pic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51755872-AD10-DAE7-1325-B15BAC4E811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037522" y="6415968"/>
            <a:ext cx="8028652" cy="283368"/>
          </a:xfrm>
        </p:spPr>
        <p:txBody>
          <a:bodyPr anchor="t">
            <a:normAutofit/>
          </a:bodyPr>
          <a:lstStyle/>
          <a:p>
            <a:pPr lvl="0" algn="ctr"/>
            <a:r>
              <a:rPr lang="en-US" sz="1000" b="1">
                <a:solidFill>
                  <a:schemeClr val="bg1"/>
                </a:solidFill>
              </a:rPr>
              <a:t>Click to edit Master text styles</a:t>
            </a:r>
          </a:p>
          <a:p>
            <a:pPr lvl="1" algn="ctr"/>
            <a:r>
              <a:rPr lang="en-US" sz="1000" b="1">
                <a:solidFill>
                  <a:schemeClr val="bg1"/>
                </a:solidFill>
              </a:rPr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9495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3.xml"/><Relationship Id="rId42" Type="http://schemas.openxmlformats.org/officeDocument/2006/relationships/slideLayout" Target="../slideLayouts/slideLayout54.xml"/><Relationship Id="rId47" Type="http://schemas.openxmlformats.org/officeDocument/2006/relationships/slideLayout" Target="../slideLayouts/slideLayout59.xml"/><Relationship Id="rId63" Type="http://schemas.openxmlformats.org/officeDocument/2006/relationships/slideLayout" Target="../slideLayouts/slideLayout75.xml"/><Relationship Id="rId68" Type="http://schemas.openxmlformats.org/officeDocument/2006/relationships/slideLayout" Target="../slideLayouts/slideLayout80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45" Type="http://schemas.openxmlformats.org/officeDocument/2006/relationships/slideLayout" Target="../slideLayouts/slideLayout57.xml"/><Relationship Id="rId53" Type="http://schemas.openxmlformats.org/officeDocument/2006/relationships/slideLayout" Target="../slideLayouts/slideLayout65.xml"/><Relationship Id="rId58" Type="http://schemas.openxmlformats.org/officeDocument/2006/relationships/slideLayout" Target="../slideLayouts/slideLayout70.xml"/><Relationship Id="rId66" Type="http://schemas.openxmlformats.org/officeDocument/2006/relationships/slideLayout" Target="../slideLayouts/slideLayout78.xml"/><Relationship Id="rId74" Type="http://schemas.openxmlformats.org/officeDocument/2006/relationships/image" Target="../media/image3.svg"/><Relationship Id="rId5" Type="http://schemas.openxmlformats.org/officeDocument/2006/relationships/slideLayout" Target="../slideLayouts/slideLayout17.xml"/><Relationship Id="rId61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43" Type="http://schemas.openxmlformats.org/officeDocument/2006/relationships/slideLayout" Target="../slideLayouts/slideLayout55.xml"/><Relationship Id="rId48" Type="http://schemas.openxmlformats.org/officeDocument/2006/relationships/slideLayout" Target="../slideLayouts/slideLayout60.xml"/><Relationship Id="rId56" Type="http://schemas.openxmlformats.org/officeDocument/2006/relationships/slideLayout" Target="../slideLayouts/slideLayout68.xml"/><Relationship Id="rId64" Type="http://schemas.openxmlformats.org/officeDocument/2006/relationships/slideLayout" Target="../slideLayouts/slideLayout76.xml"/><Relationship Id="rId69" Type="http://schemas.openxmlformats.org/officeDocument/2006/relationships/theme" Target="../theme/theme2.xml"/><Relationship Id="rId8" Type="http://schemas.openxmlformats.org/officeDocument/2006/relationships/slideLayout" Target="../slideLayouts/slideLayout20.xml"/><Relationship Id="rId51" Type="http://schemas.openxmlformats.org/officeDocument/2006/relationships/slideLayout" Target="../slideLayouts/slideLayout63.xml"/><Relationship Id="rId72" Type="http://schemas.openxmlformats.org/officeDocument/2006/relationships/image" Target="../media/image1.emf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Relationship Id="rId46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71.xml"/><Relationship Id="rId67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32.xml"/><Relationship Id="rId41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66.xml"/><Relationship Id="rId62" Type="http://schemas.openxmlformats.org/officeDocument/2006/relationships/slideLayout" Target="../slideLayouts/slideLayout74.xml"/><Relationship Id="rId70" Type="http://schemas.openxmlformats.org/officeDocument/2006/relationships/tags" Target="../tags/tag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61.xml"/><Relationship Id="rId57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56.xml"/><Relationship Id="rId52" Type="http://schemas.openxmlformats.org/officeDocument/2006/relationships/slideLayout" Target="../slideLayouts/slideLayout64.xml"/><Relationship Id="rId60" Type="http://schemas.openxmlformats.org/officeDocument/2006/relationships/slideLayout" Target="../slideLayouts/slideLayout72.xml"/><Relationship Id="rId65" Type="http://schemas.openxmlformats.org/officeDocument/2006/relationships/slideLayout" Target="../slideLayouts/slideLayout77.xml"/><Relationship Id="rId73" Type="http://schemas.openxmlformats.org/officeDocument/2006/relationships/image" Target="../media/image2.sv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9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46.xml"/><Relationship Id="rId50" Type="http://schemas.openxmlformats.org/officeDocument/2006/relationships/slideLayout" Target="../slideLayouts/slideLayout62.xml"/><Relationship Id="rId55" Type="http://schemas.openxmlformats.org/officeDocument/2006/relationships/slideLayout" Target="../slideLayouts/slideLayout67.xml"/><Relationship Id="rId7" Type="http://schemas.openxmlformats.org/officeDocument/2006/relationships/slideLayout" Target="../slideLayouts/slideLayout19.xml"/><Relationship Id="rId71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C26543-DE34-9684-277D-71AA0F87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617E-3830-2394-1136-65A9D9238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1CC21-E653-CB5C-BE0E-BCFAAE692A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2A5059-A3D8-0841-B216-7DCBDE62F049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3FDC3-3255-EA79-BDCE-836DA4444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8BDA9-0E91-31CB-1B37-183A058737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06882-1D7D-6243-A072-57CC11D0F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77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7D954F9-F09D-4412-0D33-0036CEBDF8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31933429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1" imgW="395" imgH="394" progId="TCLayout.ActiveDocument.1">
                  <p:embed/>
                </p:oleObj>
              </mc:Choice>
              <mc:Fallback>
                <p:oleObj name="think-cell Slide" r:id="rId71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D954F9-F09D-4412-0D33-0036CEBDF8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6AB005-9916-0511-A331-004663D47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96" y="275833"/>
            <a:ext cx="11360808" cy="67666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07F49-6AF4-B67F-7632-5D21221FD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6" y="1076325"/>
            <a:ext cx="11360808" cy="504864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6FB5A-9226-59F0-8E9C-5D19D33A6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176" y="6377920"/>
            <a:ext cx="373227" cy="255775"/>
          </a:xfrm>
          <a:prstGeom prst="rect">
            <a:avLst/>
          </a:prstGeom>
        </p:spPr>
        <p:txBody>
          <a:bodyPr vert="horz" lIns="91440" tIns="0" rIns="0" bIns="0" rtlCol="0" anchor="ctr"/>
          <a:lstStyle>
            <a:lvl1pPr algn="r">
              <a:defRPr sz="800">
                <a:solidFill>
                  <a:srgbClr val="3D3F48"/>
                </a:solidFill>
              </a:defRPr>
            </a:lvl1pPr>
          </a:lstStyle>
          <a:p>
            <a:fld id="{71676EBD-8486-AA4B-82C3-0598DF1E43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B03E44F2-C348-B058-0818-DFE70D0D79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72700" y="6364123"/>
            <a:ext cx="1123950" cy="2833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3D3F48"/>
                </a:solidFill>
              </a:defRPr>
            </a:lvl1pPr>
          </a:lstStyle>
          <a:p>
            <a:r>
              <a:rPr lang="en-US"/>
              <a:t>© Commvault 2025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E21079A-1244-0523-B475-7E617CD48333}"/>
              </a:ext>
            </a:extLst>
          </p:cNvPr>
          <p:cNvGrpSpPr/>
          <p:nvPr userDrawn="1"/>
        </p:nvGrpSpPr>
        <p:grpSpPr>
          <a:xfrm>
            <a:off x="415596" y="6364123"/>
            <a:ext cx="1484309" cy="283368"/>
            <a:chOff x="415596" y="6364123"/>
            <a:chExt cx="1484309" cy="283368"/>
          </a:xfrm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D30431C9-84D2-F9D7-F969-FE6D79E3F6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/>
            </a:stretch>
          </p:blipFill>
          <p:spPr>
            <a:xfrm>
              <a:off x="415596" y="6364123"/>
              <a:ext cx="1484309" cy="283368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C301EDC9-E114-56F7-A487-52EA38E003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rcRect l="19630"/>
            <a:stretch/>
          </p:blipFill>
          <p:spPr>
            <a:xfrm>
              <a:off x="706966" y="6364123"/>
              <a:ext cx="1192939" cy="2833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341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  <p:sldLayoutId id="2147483714" r:id="rId53"/>
    <p:sldLayoutId id="2147483715" r:id="rId54"/>
    <p:sldLayoutId id="2147483716" r:id="rId55"/>
    <p:sldLayoutId id="2147483717" r:id="rId56"/>
    <p:sldLayoutId id="2147483718" r:id="rId57"/>
    <p:sldLayoutId id="2147483719" r:id="rId58"/>
    <p:sldLayoutId id="2147483720" r:id="rId59"/>
    <p:sldLayoutId id="2147483721" r:id="rId60"/>
    <p:sldLayoutId id="2147483722" r:id="rId61"/>
    <p:sldLayoutId id="2147483723" r:id="rId62"/>
    <p:sldLayoutId id="2147483724" r:id="rId63"/>
    <p:sldLayoutId id="2147483725" r:id="rId64"/>
    <p:sldLayoutId id="2147483726" r:id="rId65"/>
    <p:sldLayoutId id="2147483727" r:id="rId66"/>
    <p:sldLayoutId id="2147483728" r:id="rId67"/>
    <p:sldLayoutId id="2147483729" r:id="rId68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57784" indent="-283464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32104" indent="-283464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83464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stem Font Regular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417320" indent="-283464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stem Font Regular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tags" Target="../tags/tag8.xml"/><Relationship Id="rId7" Type="http://schemas.openxmlformats.org/officeDocument/2006/relationships/image" Target="../media/image19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23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22.png"/><Relationship Id="rId4" Type="http://schemas.openxmlformats.org/officeDocument/2006/relationships/tags" Target="../tags/tag9.xml"/><Relationship Id="rId9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26.jpe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25.png"/><Relationship Id="rId2" Type="http://schemas.openxmlformats.org/officeDocument/2006/relationships/tags" Target="../tags/tag11.xml"/><Relationship Id="rId16" Type="http://schemas.openxmlformats.org/officeDocument/2006/relationships/image" Target="../media/image29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24.png"/><Relationship Id="rId5" Type="http://schemas.openxmlformats.org/officeDocument/2006/relationships/tags" Target="../tags/tag14.xml"/><Relationship Id="rId15" Type="http://schemas.openxmlformats.org/officeDocument/2006/relationships/image" Target="../media/image28.png"/><Relationship Id="rId10" Type="http://schemas.openxmlformats.org/officeDocument/2006/relationships/image" Target="../media/image20.svg"/><Relationship Id="rId4" Type="http://schemas.openxmlformats.org/officeDocument/2006/relationships/tags" Target="../tags/tag13.xml"/><Relationship Id="rId9" Type="http://schemas.openxmlformats.org/officeDocument/2006/relationships/notesSlide" Target="../notesSlides/notesSlide2.xml"/><Relationship Id="rId14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image" Target="../media/image30.svg"/><Relationship Id="rId3" Type="http://schemas.openxmlformats.org/officeDocument/2006/relationships/tags" Target="../tags/tag19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22.png"/><Relationship Id="rId2" Type="http://schemas.openxmlformats.org/officeDocument/2006/relationships/tags" Target="../tags/tag18.xml"/><Relationship Id="rId16" Type="http://schemas.openxmlformats.org/officeDocument/2006/relationships/image" Target="../media/image32.sv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image" Target="../media/image23.png"/><Relationship Id="rId5" Type="http://schemas.openxmlformats.org/officeDocument/2006/relationships/tags" Target="../tags/tag21.xml"/><Relationship Id="rId15" Type="http://schemas.openxmlformats.org/officeDocument/2006/relationships/image" Target="../media/image31.png"/><Relationship Id="rId10" Type="http://schemas.openxmlformats.org/officeDocument/2006/relationships/image" Target="../media/image21.png"/><Relationship Id="rId4" Type="http://schemas.openxmlformats.org/officeDocument/2006/relationships/tags" Target="../tags/tag20.xml"/><Relationship Id="rId9" Type="http://schemas.openxmlformats.org/officeDocument/2006/relationships/image" Target="../media/image19.png"/><Relationship Id="rId14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image" Target="../media/image21.png"/><Relationship Id="rId18" Type="http://schemas.openxmlformats.org/officeDocument/2006/relationships/image" Target="../media/image31.png"/><Relationship Id="rId3" Type="http://schemas.openxmlformats.org/officeDocument/2006/relationships/tags" Target="../tags/tag25.xml"/><Relationship Id="rId21" Type="http://schemas.openxmlformats.org/officeDocument/2006/relationships/image" Target="../media/image34.png"/><Relationship Id="rId7" Type="http://schemas.openxmlformats.org/officeDocument/2006/relationships/tags" Target="../tags/tag29.xml"/><Relationship Id="rId12" Type="http://schemas.openxmlformats.org/officeDocument/2006/relationships/image" Target="../media/image19.png"/><Relationship Id="rId17" Type="http://schemas.openxmlformats.org/officeDocument/2006/relationships/image" Target="../media/image20.svg"/><Relationship Id="rId2" Type="http://schemas.openxmlformats.org/officeDocument/2006/relationships/tags" Target="../tags/tag24.xml"/><Relationship Id="rId16" Type="http://schemas.openxmlformats.org/officeDocument/2006/relationships/image" Target="../media/image30.svg"/><Relationship Id="rId20" Type="http://schemas.openxmlformats.org/officeDocument/2006/relationships/image" Target="../media/image33.svg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27.xml"/><Relationship Id="rId15" Type="http://schemas.openxmlformats.org/officeDocument/2006/relationships/image" Target="../media/image22.png"/><Relationship Id="rId10" Type="http://schemas.openxmlformats.org/officeDocument/2006/relationships/slideLayout" Target="../slideLayouts/slideLayout12.xml"/><Relationship Id="rId19" Type="http://schemas.openxmlformats.org/officeDocument/2006/relationships/image" Target="../media/image32.svg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image" Target="../media/image23.png"/><Relationship Id="rId22" Type="http://schemas.openxmlformats.org/officeDocument/2006/relationships/image" Target="../media/image3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18" Type="http://schemas.openxmlformats.org/officeDocument/2006/relationships/image" Target="../media/image20.svg"/><Relationship Id="rId26" Type="http://schemas.openxmlformats.org/officeDocument/2006/relationships/image" Target="../media/image37.png"/><Relationship Id="rId3" Type="http://schemas.openxmlformats.org/officeDocument/2006/relationships/tags" Target="../tags/tag34.xml"/><Relationship Id="rId21" Type="http://schemas.openxmlformats.org/officeDocument/2006/relationships/image" Target="../media/image33.svg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image" Target="../media/image30.svg"/><Relationship Id="rId25" Type="http://schemas.openxmlformats.org/officeDocument/2006/relationships/image" Target="../media/image24.png"/><Relationship Id="rId2" Type="http://schemas.openxmlformats.org/officeDocument/2006/relationships/tags" Target="../tags/tag33.xml"/><Relationship Id="rId16" Type="http://schemas.openxmlformats.org/officeDocument/2006/relationships/notesSlide" Target="../notesSlides/notesSlide5.xml"/><Relationship Id="rId20" Type="http://schemas.openxmlformats.org/officeDocument/2006/relationships/image" Target="../media/image36.svg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24" Type="http://schemas.openxmlformats.org/officeDocument/2006/relationships/image" Target="../media/image25.png"/><Relationship Id="rId5" Type="http://schemas.openxmlformats.org/officeDocument/2006/relationships/tags" Target="../tags/tag36.xml"/><Relationship Id="rId15" Type="http://schemas.openxmlformats.org/officeDocument/2006/relationships/slideLayout" Target="../slideLayouts/slideLayout12.xml"/><Relationship Id="rId23" Type="http://schemas.openxmlformats.org/officeDocument/2006/relationships/image" Target="../media/image35.svg"/><Relationship Id="rId28" Type="http://schemas.openxmlformats.org/officeDocument/2006/relationships/image" Target="../media/image38.png"/><Relationship Id="rId10" Type="http://schemas.openxmlformats.org/officeDocument/2006/relationships/tags" Target="../tags/tag41.xml"/><Relationship Id="rId19" Type="http://schemas.openxmlformats.org/officeDocument/2006/relationships/image" Target="../media/image31.png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Relationship Id="rId22" Type="http://schemas.openxmlformats.org/officeDocument/2006/relationships/image" Target="../media/image34.png"/><Relationship Id="rId27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18" Type="http://schemas.openxmlformats.org/officeDocument/2006/relationships/image" Target="../media/image31.png"/><Relationship Id="rId3" Type="http://schemas.openxmlformats.org/officeDocument/2006/relationships/tags" Target="../tags/tag48.xml"/><Relationship Id="rId21" Type="http://schemas.openxmlformats.org/officeDocument/2006/relationships/image" Target="../media/image24.png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image" Target="../media/image20.svg"/><Relationship Id="rId25" Type="http://schemas.openxmlformats.org/officeDocument/2006/relationships/image" Target="../media/image41.png"/><Relationship Id="rId2" Type="http://schemas.openxmlformats.org/officeDocument/2006/relationships/tags" Target="../tags/tag47.xml"/><Relationship Id="rId16" Type="http://schemas.openxmlformats.org/officeDocument/2006/relationships/image" Target="../media/image30.svg"/><Relationship Id="rId20" Type="http://schemas.openxmlformats.org/officeDocument/2006/relationships/image" Target="../media/image34.png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24" Type="http://schemas.openxmlformats.org/officeDocument/2006/relationships/image" Target="../media/image40.png"/><Relationship Id="rId5" Type="http://schemas.openxmlformats.org/officeDocument/2006/relationships/tags" Target="../tags/tag50.xml"/><Relationship Id="rId15" Type="http://schemas.openxmlformats.org/officeDocument/2006/relationships/notesSlide" Target="../notesSlides/notesSlide6.xml"/><Relationship Id="rId23" Type="http://schemas.openxmlformats.org/officeDocument/2006/relationships/image" Target="../media/image39.svg"/><Relationship Id="rId10" Type="http://schemas.openxmlformats.org/officeDocument/2006/relationships/tags" Target="../tags/tag55.xml"/><Relationship Id="rId19" Type="http://schemas.openxmlformats.org/officeDocument/2006/relationships/image" Target="../media/image33.svg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slideLayout" Target="../slideLayouts/slideLayout76.xml"/><Relationship Id="rId2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73CB1-6C1C-E874-25AA-F31A6AEE6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" name="Table 30">
            <a:extLst>
              <a:ext uri="{FF2B5EF4-FFF2-40B4-BE49-F238E27FC236}">
                <a16:creationId xmlns:a16="http://schemas.microsoft.com/office/drawing/2014/main" id="{72BCA3A5-2620-6D98-F34D-98E35CB183AC}"/>
              </a:ext>
            </a:extLst>
          </p:cNvPr>
          <p:cNvGraphicFramePr>
            <a:graphicFrameLocks noGrp="1"/>
          </p:cNvGraphicFramePr>
          <p:nvPr/>
        </p:nvGraphicFramePr>
        <p:xfrm>
          <a:off x="1461858" y="1275891"/>
          <a:ext cx="3910390" cy="5202089"/>
        </p:xfrm>
        <a:graphic>
          <a:graphicData uri="http://schemas.openxmlformats.org/drawingml/2006/table">
            <a:tbl>
              <a:tblPr firstRow="1" bandRow="1"/>
              <a:tblGrid>
                <a:gridCol w="3910390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52020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 dirty="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pic>
        <p:nvPicPr>
          <p:cNvPr id="1026" name="Picture 2" descr="Dell EMC PowerStore | Volta">
            <a:extLst>
              <a:ext uri="{FF2B5EF4-FFF2-40B4-BE49-F238E27FC236}">
                <a16:creationId xmlns:a16="http://schemas.microsoft.com/office/drawing/2014/main" id="{9BFFE5EB-767F-C5A4-4687-49334E5EE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196" y="2447318"/>
            <a:ext cx="2124880" cy="79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Table 30">
            <a:extLst>
              <a:ext uri="{FF2B5EF4-FFF2-40B4-BE49-F238E27FC236}">
                <a16:creationId xmlns:a16="http://schemas.microsoft.com/office/drawing/2014/main" id="{6017AECF-08A8-5DCA-2A5A-850118B3925C}"/>
              </a:ext>
            </a:extLst>
          </p:cNvPr>
          <p:cNvGraphicFramePr>
            <a:graphicFrameLocks noGrp="1"/>
          </p:cNvGraphicFramePr>
          <p:nvPr/>
        </p:nvGraphicFramePr>
        <p:xfrm>
          <a:off x="1681509" y="4299044"/>
          <a:ext cx="3536388" cy="1960132"/>
        </p:xfrm>
        <a:graphic>
          <a:graphicData uri="http://schemas.openxmlformats.org/drawingml/2006/table">
            <a:tbl>
              <a:tblPr firstRow="1" bandRow="1"/>
              <a:tblGrid>
                <a:gridCol w="3536388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1994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Protected Data Layer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845955"/>
                  </a:ext>
                </a:extLst>
              </a:tr>
              <a:tr h="17315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 dirty="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A64A5F-8769-D0DD-0532-8768DD83ED52}"/>
              </a:ext>
            </a:extLst>
          </p:cNvPr>
          <p:cNvCxnSpPr>
            <a:cxnSpLocks/>
          </p:cNvCxnSpPr>
          <p:nvPr/>
        </p:nvCxnSpPr>
        <p:spPr>
          <a:xfrm>
            <a:off x="3346617" y="4458400"/>
            <a:ext cx="17963" cy="604272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7" name="Table 206">
            <a:extLst>
              <a:ext uri="{FF2B5EF4-FFF2-40B4-BE49-F238E27FC236}">
                <a16:creationId xmlns:a16="http://schemas.microsoft.com/office/drawing/2014/main" id="{FBC83258-68B2-91B8-A76A-95EE594CCCD9}"/>
              </a:ext>
            </a:extLst>
          </p:cNvPr>
          <p:cNvGraphicFramePr>
            <a:graphicFrameLocks noGrp="1"/>
          </p:cNvGraphicFramePr>
          <p:nvPr/>
        </p:nvGraphicFramePr>
        <p:xfrm>
          <a:off x="1628478" y="1359991"/>
          <a:ext cx="3589419" cy="1734460"/>
        </p:xfrm>
        <a:graphic>
          <a:graphicData uri="http://schemas.openxmlformats.org/drawingml/2006/table">
            <a:tbl>
              <a:tblPr firstRow="1" bandRow="1"/>
              <a:tblGrid>
                <a:gridCol w="3589419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</a:tblGrid>
              <a:tr h="2724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9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Clients &amp; Protected Storage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530383"/>
                  </a:ext>
                </a:extLst>
              </a:tr>
              <a:tr h="1462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Work Sans" pitchFamily="2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2E14D-F2B7-242E-B433-C95EE7AF11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03577" y="6257617"/>
            <a:ext cx="684344" cy="365125"/>
          </a:xfrm>
        </p:spPr>
        <p:txBody>
          <a:bodyPr/>
          <a:lstStyle/>
          <a:p>
            <a:pPr marL="0" marR="0" lvl="0" indent="0" algn="r" defTabSz="10884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4FC826-72BB-4AF1-BA01-A94F7396A7D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108842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3480267-0307-7C11-E451-E101CF5C354C}"/>
              </a:ext>
            </a:extLst>
          </p:cNvPr>
          <p:cNvSpPr txBox="1"/>
          <p:nvPr/>
        </p:nvSpPr>
        <p:spPr>
          <a:xfrm>
            <a:off x="1394765" y="1007839"/>
            <a:ext cx="2437182" cy="253916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/>
                <a:sym typeface="Arial"/>
              </a:rPr>
              <a:t>Primary DC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A3812C-A5C5-1DD4-6011-8EFE8F0CE15B}"/>
              </a:ext>
            </a:extLst>
          </p:cNvPr>
          <p:cNvSpPr txBox="1"/>
          <p:nvPr/>
        </p:nvSpPr>
        <p:spPr>
          <a:xfrm>
            <a:off x="3646142" y="3431999"/>
            <a:ext cx="13983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Avamar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BDA6DCA8-70D7-DE9E-476C-2DF0586719F1}"/>
              </a:ext>
            </a:extLst>
          </p:cNvPr>
          <p:cNvSpPr txBox="1"/>
          <p:nvPr/>
        </p:nvSpPr>
        <p:spPr>
          <a:xfrm>
            <a:off x="85367" y="299393"/>
            <a:ext cx="800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Current State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774FEE-9451-1160-5BE8-F73FDC6481DF}"/>
              </a:ext>
            </a:extLst>
          </p:cNvPr>
          <p:cNvSpPr txBox="1"/>
          <p:nvPr/>
        </p:nvSpPr>
        <p:spPr>
          <a:xfrm>
            <a:off x="1818197" y="3066733"/>
            <a:ext cx="34271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110 VMs | 30TB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02EED5-942E-31CA-36F1-1045ED48C5A5}"/>
              </a:ext>
            </a:extLst>
          </p:cNvPr>
          <p:cNvSpPr txBox="1"/>
          <p:nvPr/>
        </p:nvSpPr>
        <p:spPr>
          <a:xfrm>
            <a:off x="2654787" y="5909697"/>
            <a:ext cx="17812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System Font Regular"/>
              <a:buChar char="❌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 Not Immutable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9E5FBE8-829B-FDC9-5D95-AB5B31DC477F}"/>
              </a:ext>
            </a:extLst>
          </p:cNvPr>
          <p:cNvCxnSpPr>
            <a:cxnSpLocks/>
          </p:cNvCxnSpPr>
          <p:nvPr/>
        </p:nvCxnSpPr>
        <p:spPr>
          <a:xfrm>
            <a:off x="4871873" y="5210179"/>
            <a:ext cx="4823017" cy="19783"/>
          </a:xfrm>
          <a:prstGeom prst="straightConnector1">
            <a:avLst/>
          </a:prstGeom>
          <a:ln w="22225">
            <a:solidFill>
              <a:srgbClr val="5C5F6B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4321FF12-B4DF-8327-8933-9629510BBDAD}"/>
              </a:ext>
            </a:extLst>
          </p:cNvPr>
          <p:cNvSpPr/>
          <p:nvPr/>
        </p:nvSpPr>
        <p:spPr>
          <a:xfrm>
            <a:off x="9108188" y="5090899"/>
            <a:ext cx="341066" cy="341066"/>
          </a:xfrm>
          <a:prstGeom prst="ellipse">
            <a:avLst/>
          </a:prstGeom>
          <a:solidFill>
            <a:srgbClr val="5C5F6B"/>
          </a:solidFill>
          <a:ln w="12700" cap="flat" cmpd="sng" algn="ctr">
            <a:solidFill>
              <a:srgbClr val="83489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9C3D244-7114-F037-C45F-9AF7A5E61F92}"/>
              </a:ext>
            </a:extLst>
          </p:cNvPr>
          <p:cNvSpPr/>
          <p:nvPr/>
        </p:nvSpPr>
        <p:spPr>
          <a:xfrm>
            <a:off x="4505561" y="5070769"/>
            <a:ext cx="341066" cy="341066"/>
          </a:xfrm>
          <a:prstGeom prst="ellipse">
            <a:avLst/>
          </a:prstGeom>
          <a:solidFill>
            <a:srgbClr val="5C5F6B"/>
          </a:solidFill>
          <a:ln w="12700" cap="flat" cmpd="sng" algn="ctr">
            <a:solidFill>
              <a:srgbClr val="83489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1</a:t>
            </a:r>
          </a:p>
        </p:txBody>
      </p: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8D897D92-5C64-226B-28AF-5944DF29347F}"/>
              </a:ext>
            </a:extLst>
          </p:cNvPr>
          <p:cNvGrpSpPr/>
          <p:nvPr/>
        </p:nvGrpSpPr>
        <p:grpSpPr>
          <a:xfrm>
            <a:off x="2724741" y="3813250"/>
            <a:ext cx="571500" cy="571500"/>
            <a:chOff x="4397636" y="3767179"/>
            <a:chExt cx="571500" cy="571500"/>
          </a:xfrm>
        </p:grpSpPr>
        <p:pic>
          <p:nvPicPr>
            <p:cNvPr id="470" name="Graphic 469">
              <a:extLst>
                <a:ext uri="{FF2B5EF4-FFF2-40B4-BE49-F238E27FC236}">
                  <a16:creationId xmlns:a16="http://schemas.microsoft.com/office/drawing/2014/main" id="{11BD07FC-E57A-3EA2-91A8-BF3548A3047E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97636" y="3767179"/>
              <a:ext cx="571500" cy="571500"/>
            </a:xfrm>
            <a:prstGeom prst="rect">
              <a:avLst/>
            </a:prstGeom>
          </p:spPr>
        </p:pic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D6AE5C1D-C4AA-EB90-D08D-A52AC396F6D5}"/>
                </a:ext>
              </a:extLst>
            </p:cNvPr>
            <p:cNvSpPr/>
            <p:nvPr/>
          </p:nvSpPr>
          <p:spPr>
            <a:xfrm>
              <a:off x="4639913" y="4052929"/>
              <a:ext cx="195083" cy="221124"/>
            </a:xfrm>
            <a:prstGeom prst="ellipse">
              <a:avLst/>
            </a:prstGeom>
            <a:solidFill>
              <a:srgbClr val="5C5F6B"/>
            </a:solidFill>
            <a:ln w="12700" cap="flat" cmpd="sng" algn="ctr">
              <a:solidFill>
                <a:srgbClr val="83489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478" name="Group 477">
            <a:extLst>
              <a:ext uri="{FF2B5EF4-FFF2-40B4-BE49-F238E27FC236}">
                <a16:creationId xmlns:a16="http://schemas.microsoft.com/office/drawing/2014/main" id="{6EB5380E-F470-266C-32A7-F132AB8906CD}"/>
              </a:ext>
            </a:extLst>
          </p:cNvPr>
          <p:cNvGrpSpPr/>
          <p:nvPr/>
        </p:nvGrpSpPr>
        <p:grpSpPr>
          <a:xfrm>
            <a:off x="3492129" y="3816781"/>
            <a:ext cx="571500" cy="571500"/>
            <a:chOff x="4397636" y="3767179"/>
            <a:chExt cx="571500" cy="571500"/>
          </a:xfrm>
        </p:grpSpPr>
        <p:pic>
          <p:nvPicPr>
            <p:cNvPr id="479" name="Graphic 478">
              <a:extLst>
                <a:ext uri="{FF2B5EF4-FFF2-40B4-BE49-F238E27FC236}">
                  <a16:creationId xmlns:a16="http://schemas.microsoft.com/office/drawing/2014/main" id="{C1AFC6D2-B868-4812-6419-B9DB08AF219E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97636" y="3767179"/>
              <a:ext cx="571500" cy="571500"/>
            </a:xfrm>
            <a:prstGeom prst="rect">
              <a:avLst/>
            </a:prstGeom>
          </p:spPr>
        </p:pic>
        <p:sp>
          <p:nvSpPr>
            <p:cNvPr id="480" name="Oval 479">
              <a:extLst>
                <a:ext uri="{FF2B5EF4-FFF2-40B4-BE49-F238E27FC236}">
                  <a16:creationId xmlns:a16="http://schemas.microsoft.com/office/drawing/2014/main" id="{8556F042-8670-8F0E-A734-99B675F77D29}"/>
                </a:ext>
              </a:extLst>
            </p:cNvPr>
            <p:cNvSpPr/>
            <p:nvPr/>
          </p:nvSpPr>
          <p:spPr>
            <a:xfrm>
              <a:off x="4639913" y="4052929"/>
              <a:ext cx="195083" cy="221124"/>
            </a:xfrm>
            <a:prstGeom prst="ellipse">
              <a:avLst/>
            </a:prstGeom>
            <a:solidFill>
              <a:srgbClr val="5C5F6B"/>
            </a:solidFill>
            <a:ln w="12700" cap="flat" cmpd="sng" algn="ctr">
              <a:solidFill>
                <a:srgbClr val="83489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A2397585-1686-5BA0-83AA-A042E580017A}"/>
              </a:ext>
            </a:extLst>
          </p:cNvPr>
          <p:cNvGrpSpPr/>
          <p:nvPr/>
        </p:nvGrpSpPr>
        <p:grpSpPr>
          <a:xfrm>
            <a:off x="3113966" y="3799114"/>
            <a:ext cx="571500" cy="571500"/>
            <a:chOff x="4397636" y="3767179"/>
            <a:chExt cx="571500" cy="571500"/>
          </a:xfrm>
        </p:grpSpPr>
        <p:pic>
          <p:nvPicPr>
            <p:cNvPr id="482" name="Graphic 481">
              <a:extLst>
                <a:ext uri="{FF2B5EF4-FFF2-40B4-BE49-F238E27FC236}">
                  <a16:creationId xmlns:a16="http://schemas.microsoft.com/office/drawing/2014/main" id="{C59C98BC-EF63-D7D7-24A3-EC2F53A5A82B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97636" y="3767179"/>
              <a:ext cx="571500" cy="571500"/>
            </a:xfrm>
            <a:prstGeom prst="rect">
              <a:avLst/>
            </a:prstGeom>
          </p:spPr>
        </p:pic>
        <p:sp>
          <p:nvSpPr>
            <p:cNvPr id="483" name="Oval 482">
              <a:extLst>
                <a:ext uri="{FF2B5EF4-FFF2-40B4-BE49-F238E27FC236}">
                  <a16:creationId xmlns:a16="http://schemas.microsoft.com/office/drawing/2014/main" id="{DDCF1697-BEB1-5DF3-F8CE-6280D78C6E22}"/>
                </a:ext>
              </a:extLst>
            </p:cNvPr>
            <p:cNvSpPr/>
            <p:nvPr/>
          </p:nvSpPr>
          <p:spPr>
            <a:xfrm>
              <a:off x="4639913" y="4052929"/>
              <a:ext cx="195083" cy="221124"/>
            </a:xfrm>
            <a:prstGeom prst="ellipse">
              <a:avLst/>
            </a:prstGeom>
            <a:solidFill>
              <a:srgbClr val="5C5F6B"/>
            </a:solidFill>
            <a:ln w="12700" cap="flat" cmpd="sng" algn="ctr">
              <a:solidFill>
                <a:srgbClr val="3D3F48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EEFE512-F6C3-B46F-90A7-D128FB67817C}"/>
              </a:ext>
            </a:extLst>
          </p:cNvPr>
          <p:cNvGrpSpPr/>
          <p:nvPr/>
        </p:nvGrpSpPr>
        <p:grpSpPr>
          <a:xfrm>
            <a:off x="2427097" y="1600221"/>
            <a:ext cx="702195" cy="427590"/>
            <a:chOff x="809967" y="4292795"/>
            <a:chExt cx="702195" cy="42759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573F78F-68FE-100C-5474-EAC8CC48C06E}"/>
                </a:ext>
              </a:extLst>
            </p:cNvPr>
            <p:cNvSpPr>
              <a:spLocks/>
            </p:cNvSpPr>
            <p:nvPr/>
          </p:nvSpPr>
          <p:spPr>
            <a:xfrm>
              <a:off x="809967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Devices</a:t>
              </a:r>
            </a:p>
          </p:txBody>
        </p:sp>
        <p:sp>
          <p:nvSpPr>
            <p:cNvPr id="10" name="Freeform: Shape 210">
              <a:extLst>
                <a:ext uri="{FF2B5EF4-FFF2-40B4-BE49-F238E27FC236}">
                  <a16:creationId xmlns:a16="http://schemas.microsoft.com/office/drawing/2014/main" id="{46DB4AA9-0927-8B57-21A3-14A6164801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4881" y="4438701"/>
              <a:ext cx="312368" cy="281684"/>
            </a:xfrm>
            <a:custGeom>
              <a:avLst/>
              <a:gdLst>
                <a:gd name="connsiteX0" fmla="*/ 717948 w 756461"/>
                <a:gd name="connsiteY0" fmla="*/ 0 h 682154"/>
                <a:gd name="connsiteX1" fmla="*/ 119845 w 756461"/>
                <a:gd name="connsiteY1" fmla="*/ 0 h 682154"/>
                <a:gd name="connsiteX2" fmla="*/ 81372 w 756461"/>
                <a:gd name="connsiteY2" fmla="*/ 38472 h 682154"/>
                <a:gd name="connsiteX3" fmla="*/ 81372 w 756461"/>
                <a:gd name="connsiteY3" fmla="*/ 295943 h 682154"/>
                <a:gd name="connsiteX4" fmla="*/ 23590 w 756461"/>
                <a:gd name="connsiteY4" fmla="*/ 295943 h 682154"/>
                <a:gd name="connsiteX5" fmla="*/ 0 w 756461"/>
                <a:gd name="connsiteY5" fmla="*/ 320499 h 682154"/>
                <a:gd name="connsiteX6" fmla="*/ 0 w 756461"/>
                <a:gd name="connsiteY6" fmla="*/ 657598 h 682154"/>
                <a:gd name="connsiteX7" fmla="*/ 23590 w 756461"/>
                <a:gd name="connsiteY7" fmla="*/ 682155 h 682154"/>
                <a:gd name="connsiteX8" fmla="*/ 194821 w 756461"/>
                <a:gd name="connsiteY8" fmla="*/ 682155 h 682154"/>
                <a:gd name="connsiteX9" fmla="*/ 218410 w 756461"/>
                <a:gd name="connsiteY9" fmla="*/ 657598 h 682154"/>
                <a:gd name="connsiteX10" fmla="*/ 218410 w 756461"/>
                <a:gd name="connsiteY10" fmla="*/ 475471 h 682154"/>
                <a:gd name="connsiteX11" fmla="*/ 385355 w 756461"/>
                <a:gd name="connsiteY11" fmla="*/ 475471 h 682154"/>
                <a:gd name="connsiteX12" fmla="*/ 385355 w 756461"/>
                <a:gd name="connsiteY12" fmla="*/ 540471 h 682154"/>
                <a:gd name="connsiteX13" fmla="*/ 377541 w 756461"/>
                <a:gd name="connsiteY13" fmla="*/ 540471 h 682154"/>
                <a:gd name="connsiteX14" fmla="*/ 277643 w 756461"/>
                <a:gd name="connsiteY14" fmla="*/ 564061 h 682154"/>
                <a:gd name="connsiteX15" fmla="*/ 233776 w 756461"/>
                <a:gd name="connsiteY15" fmla="*/ 625043 h 682154"/>
                <a:gd name="connsiteX16" fmla="*/ 241329 w 756461"/>
                <a:gd name="connsiteY16" fmla="*/ 632596 h 682154"/>
                <a:gd name="connsiteX17" fmla="*/ 596468 w 756461"/>
                <a:gd name="connsiteY17" fmla="*/ 632596 h 682154"/>
                <a:gd name="connsiteX18" fmla="*/ 604022 w 756461"/>
                <a:gd name="connsiteY18" fmla="*/ 625043 h 682154"/>
                <a:gd name="connsiteX19" fmla="*/ 560154 w 756461"/>
                <a:gd name="connsiteY19" fmla="*/ 564061 h 682154"/>
                <a:gd name="connsiteX20" fmla="*/ 460256 w 756461"/>
                <a:gd name="connsiteY20" fmla="*/ 540471 h 682154"/>
                <a:gd name="connsiteX21" fmla="*/ 452442 w 756461"/>
                <a:gd name="connsiteY21" fmla="*/ 540471 h 682154"/>
                <a:gd name="connsiteX22" fmla="*/ 452442 w 756461"/>
                <a:gd name="connsiteY22" fmla="*/ 475471 h 682154"/>
                <a:gd name="connsiteX23" fmla="*/ 717952 w 756461"/>
                <a:gd name="connsiteY23" fmla="*/ 475471 h 682154"/>
                <a:gd name="connsiteX24" fmla="*/ 756424 w 756461"/>
                <a:gd name="connsiteY24" fmla="*/ 436998 h 682154"/>
                <a:gd name="connsiteX25" fmla="*/ 756461 w 756461"/>
                <a:gd name="connsiteY25" fmla="*/ 38472 h 682154"/>
                <a:gd name="connsiteX26" fmla="*/ 717989 w 756461"/>
                <a:gd name="connsiteY26" fmla="*/ 0 h 682154"/>
                <a:gd name="connsiteX27" fmla="*/ 23594 w 756461"/>
                <a:gd name="connsiteY27" fmla="*/ 311087 h 682154"/>
                <a:gd name="connsiteX28" fmla="*/ 194825 w 756461"/>
                <a:gd name="connsiteY28" fmla="*/ 311087 h 682154"/>
                <a:gd name="connsiteX29" fmla="*/ 203308 w 756461"/>
                <a:gd name="connsiteY29" fmla="*/ 320500 h 682154"/>
                <a:gd name="connsiteX30" fmla="*/ 203308 w 756461"/>
                <a:gd name="connsiteY30" fmla="*/ 346434 h 682154"/>
                <a:gd name="connsiteX31" fmla="*/ 15114 w 756461"/>
                <a:gd name="connsiteY31" fmla="*/ 346471 h 682154"/>
                <a:gd name="connsiteX32" fmla="*/ 15114 w 756461"/>
                <a:gd name="connsiteY32" fmla="*/ 320537 h 682154"/>
                <a:gd name="connsiteX33" fmla="*/ 23597 w 756461"/>
                <a:gd name="connsiteY33" fmla="*/ 311124 h 682154"/>
                <a:gd name="connsiteX34" fmla="*/ 15111 w 756461"/>
                <a:gd name="connsiteY34" fmla="*/ 361577 h 682154"/>
                <a:gd name="connsiteX35" fmla="*/ 203268 w 756461"/>
                <a:gd name="connsiteY35" fmla="*/ 361577 h 682154"/>
                <a:gd name="connsiteX36" fmla="*/ 203268 w 756461"/>
                <a:gd name="connsiteY36" fmla="*/ 606102 h 682154"/>
                <a:gd name="connsiteX37" fmla="*/ 15111 w 756461"/>
                <a:gd name="connsiteY37" fmla="*/ 606102 h 682154"/>
                <a:gd name="connsiteX38" fmla="*/ 218413 w 756461"/>
                <a:gd name="connsiteY38" fmla="*/ 354024 h 682154"/>
                <a:gd name="connsiteX39" fmla="*/ 218413 w 756461"/>
                <a:gd name="connsiteY39" fmla="*/ 320538 h 682154"/>
                <a:gd name="connsiteX40" fmla="*/ 194823 w 756461"/>
                <a:gd name="connsiteY40" fmla="*/ 295981 h 682154"/>
                <a:gd name="connsiteX41" fmla="*/ 141580 w 756461"/>
                <a:gd name="connsiteY41" fmla="*/ 295981 h 682154"/>
                <a:gd name="connsiteX42" fmla="*/ 141580 w 756461"/>
                <a:gd name="connsiteY42" fmla="*/ 65857 h 682154"/>
                <a:gd name="connsiteX43" fmla="*/ 696335 w 756461"/>
                <a:gd name="connsiteY43" fmla="*/ 65857 h 682154"/>
                <a:gd name="connsiteX44" fmla="*/ 696335 w 756461"/>
                <a:gd name="connsiteY44" fmla="*/ 387069 h 682154"/>
                <a:gd name="connsiteX45" fmla="*/ 218447 w 756461"/>
                <a:gd name="connsiteY45" fmla="*/ 387069 h 682154"/>
                <a:gd name="connsiteX46" fmla="*/ 218447 w 756461"/>
                <a:gd name="connsiteY46" fmla="*/ 354066 h 682154"/>
                <a:gd name="connsiteX47" fmla="*/ 194823 w 756461"/>
                <a:gd name="connsiteY47" fmla="*/ 667044 h 682154"/>
                <a:gd name="connsiteX48" fmla="*/ 23592 w 756461"/>
                <a:gd name="connsiteY48" fmla="*/ 667044 h 682154"/>
                <a:gd name="connsiteX49" fmla="*/ 15109 w 756461"/>
                <a:gd name="connsiteY49" fmla="*/ 657630 h 682154"/>
                <a:gd name="connsiteX50" fmla="*/ 15109 w 756461"/>
                <a:gd name="connsiteY50" fmla="*/ 621242 h 682154"/>
                <a:gd name="connsiteX51" fmla="*/ 203266 w 756461"/>
                <a:gd name="connsiteY51" fmla="*/ 621242 h 682154"/>
                <a:gd name="connsiteX52" fmla="*/ 203266 w 756461"/>
                <a:gd name="connsiteY52" fmla="*/ 657630 h 682154"/>
                <a:gd name="connsiteX53" fmla="*/ 194783 w 756461"/>
                <a:gd name="connsiteY53" fmla="*/ 667044 h 682154"/>
                <a:gd name="connsiteX54" fmla="*/ 588101 w 756461"/>
                <a:gd name="connsiteY54" fmla="*/ 617484 h 682154"/>
                <a:gd name="connsiteX55" fmla="*/ 249773 w 756461"/>
                <a:gd name="connsiteY55" fmla="*/ 617484 h 682154"/>
                <a:gd name="connsiteX56" fmla="*/ 377541 w 756461"/>
                <a:gd name="connsiteY56" fmla="*/ 555609 h 682154"/>
                <a:gd name="connsiteX57" fmla="*/ 460290 w 756461"/>
                <a:gd name="connsiteY57" fmla="*/ 555609 h 682154"/>
                <a:gd name="connsiteX58" fmla="*/ 588058 w 756461"/>
                <a:gd name="connsiteY58" fmla="*/ 617484 h 682154"/>
                <a:gd name="connsiteX59" fmla="*/ 437377 w 756461"/>
                <a:gd name="connsiteY59" fmla="*/ 540503 h 682154"/>
                <a:gd name="connsiteX60" fmla="*/ 400505 w 756461"/>
                <a:gd name="connsiteY60" fmla="*/ 540503 h 682154"/>
                <a:gd name="connsiteX61" fmla="*/ 400505 w 756461"/>
                <a:gd name="connsiteY61" fmla="*/ 475503 h 682154"/>
                <a:gd name="connsiteX62" fmla="*/ 437377 w 756461"/>
                <a:gd name="connsiteY62" fmla="*/ 475503 h 682154"/>
                <a:gd name="connsiteX63" fmla="*/ 741358 w 756461"/>
                <a:gd name="connsiteY63" fmla="*/ 437033 h 682154"/>
                <a:gd name="connsiteX64" fmla="*/ 717992 w 756461"/>
                <a:gd name="connsiteY64" fmla="*/ 460399 h 682154"/>
                <a:gd name="connsiteX65" fmla="*/ 218454 w 756461"/>
                <a:gd name="connsiteY65" fmla="*/ 460399 h 682154"/>
                <a:gd name="connsiteX66" fmla="*/ 218454 w 756461"/>
                <a:gd name="connsiteY66" fmla="*/ 402207 h 682154"/>
                <a:gd name="connsiteX67" fmla="*/ 703934 w 756461"/>
                <a:gd name="connsiteY67" fmla="*/ 402207 h 682154"/>
                <a:gd name="connsiteX68" fmla="*/ 711487 w 756461"/>
                <a:gd name="connsiteY68" fmla="*/ 394654 h 682154"/>
                <a:gd name="connsiteX69" fmla="*/ 711449 w 756461"/>
                <a:gd name="connsiteY69" fmla="*/ 58269 h 682154"/>
                <a:gd name="connsiteX70" fmla="*/ 703896 w 756461"/>
                <a:gd name="connsiteY70" fmla="*/ 50716 h 682154"/>
                <a:gd name="connsiteX71" fmla="*/ 133996 w 756461"/>
                <a:gd name="connsiteY71" fmla="*/ 50679 h 682154"/>
                <a:gd name="connsiteX72" fmla="*/ 126443 w 756461"/>
                <a:gd name="connsiteY72" fmla="*/ 58232 h 682154"/>
                <a:gd name="connsiteX73" fmla="*/ 126443 w 756461"/>
                <a:gd name="connsiteY73" fmla="*/ 295947 h 682154"/>
                <a:gd name="connsiteX74" fmla="*/ 96566 w 756461"/>
                <a:gd name="connsiteY74" fmla="*/ 295947 h 682154"/>
                <a:gd name="connsiteX75" fmla="*/ 96566 w 756461"/>
                <a:gd name="connsiteY75" fmla="*/ 38477 h 682154"/>
                <a:gd name="connsiteX76" fmla="*/ 119932 w 756461"/>
                <a:gd name="connsiteY76" fmla="*/ 15111 h 682154"/>
                <a:gd name="connsiteX77" fmla="*/ 718035 w 756461"/>
                <a:gd name="connsiteY77" fmla="*/ 15111 h 682154"/>
                <a:gd name="connsiteX78" fmla="*/ 741401 w 756461"/>
                <a:gd name="connsiteY78" fmla="*/ 38477 h 682154"/>
                <a:gd name="connsiteX79" fmla="*/ 741401 w 756461"/>
                <a:gd name="connsiteY79" fmla="*/ 437003 h 682154"/>
                <a:gd name="connsiteX80" fmla="*/ 674758 w 756461"/>
                <a:gd name="connsiteY80" fmla="*/ 413742 h 682154"/>
                <a:gd name="connsiteX81" fmla="*/ 658052 w 756461"/>
                <a:gd name="connsiteY81" fmla="*/ 430447 h 682154"/>
                <a:gd name="connsiteX82" fmla="*/ 674758 w 756461"/>
                <a:gd name="connsiteY82" fmla="*/ 447153 h 682154"/>
                <a:gd name="connsiteX83" fmla="*/ 691463 w 756461"/>
                <a:gd name="connsiteY83" fmla="*/ 430447 h 682154"/>
                <a:gd name="connsiteX84" fmla="*/ 674758 w 756461"/>
                <a:gd name="connsiteY84" fmla="*/ 413742 h 682154"/>
                <a:gd name="connsiteX85" fmla="*/ 674758 w 756461"/>
                <a:gd name="connsiteY85" fmla="*/ 435024 h 682154"/>
                <a:gd name="connsiteX86" fmla="*/ 670181 w 756461"/>
                <a:gd name="connsiteY86" fmla="*/ 430448 h 682154"/>
                <a:gd name="connsiteX87" fmla="*/ 674758 w 756461"/>
                <a:gd name="connsiteY87" fmla="*/ 425871 h 682154"/>
                <a:gd name="connsiteX88" fmla="*/ 679334 w 756461"/>
                <a:gd name="connsiteY88" fmla="*/ 430448 h 682154"/>
                <a:gd name="connsiteX89" fmla="*/ 674758 w 756461"/>
                <a:gd name="connsiteY89" fmla="*/ 435024 h 682154"/>
                <a:gd name="connsiteX90" fmla="*/ 108430 w 756461"/>
                <a:gd name="connsiteY90" fmla="*/ 622848 h 682154"/>
                <a:gd name="connsiteX91" fmla="*/ 87854 w 756461"/>
                <a:gd name="connsiteY91" fmla="*/ 644279 h 682154"/>
                <a:gd name="connsiteX92" fmla="*/ 108430 w 756461"/>
                <a:gd name="connsiteY92" fmla="*/ 665710 h 682154"/>
                <a:gd name="connsiteX93" fmla="*/ 129005 w 756461"/>
                <a:gd name="connsiteY93" fmla="*/ 644279 h 682154"/>
                <a:gd name="connsiteX94" fmla="*/ 108430 w 756461"/>
                <a:gd name="connsiteY94" fmla="*/ 622848 h 682154"/>
                <a:gd name="connsiteX95" fmla="*/ 108430 w 756461"/>
                <a:gd name="connsiteY95" fmla="*/ 653581 h 682154"/>
                <a:gd name="connsiteX96" fmla="*/ 99984 w 756461"/>
                <a:gd name="connsiteY96" fmla="*/ 644242 h 682154"/>
                <a:gd name="connsiteX97" fmla="*/ 108430 w 756461"/>
                <a:gd name="connsiteY97" fmla="*/ 634940 h 682154"/>
                <a:gd name="connsiteX98" fmla="*/ 116876 w 756461"/>
                <a:gd name="connsiteY98" fmla="*/ 644242 h 682154"/>
                <a:gd name="connsiteX99" fmla="*/ 108430 w 756461"/>
                <a:gd name="connsiteY99" fmla="*/ 653581 h 682154"/>
                <a:gd name="connsiteX100" fmla="*/ 86663 w 756461"/>
                <a:gd name="connsiteY100" fmla="*/ 328207 h 682154"/>
                <a:gd name="connsiteX101" fmla="*/ 92728 w 756461"/>
                <a:gd name="connsiteY101" fmla="*/ 322142 h 682154"/>
                <a:gd name="connsiteX102" fmla="*/ 125581 w 756461"/>
                <a:gd name="connsiteY102" fmla="*/ 322142 h 682154"/>
                <a:gd name="connsiteX103" fmla="*/ 131646 w 756461"/>
                <a:gd name="connsiteY103" fmla="*/ 328207 h 682154"/>
                <a:gd name="connsiteX104" fmla="*/ 125581 w 756461"/>
                <a:gd name="connsiteY104" fmla="*/ 334272 h 682154"/>
                <a:gd name="connsiteX105" fmla="*/ 92728 w 756461"/>
                <a:gd name="connsiteY105" fmla="*/ 334272 h 682154"/>
                <a:gd name="connsiteX106" fmla="*/ 86663 w 756461"/>
                <a:gd name="connsiteY106" fmla="*/ 328207 h 68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756461" h="682154">
                  <a:moveTo>
                    <a:pt x="717948" y="0"/>
                  </a:moveTo>
                  <a:lnTo>
                    <a:pt x="119845" y="0"/>
                  </a:lnTo>
                  <a:cubicBezTo>
                    <a:pt x="98636" y="0"/>
                    <a:pt x="81372" y="17264"/>
                    <a:pt x="81372" y="38472"/>
                  </a:cubicBezTo>
                  <a:lnTo>
                    <a:pt x="81372" y="295943"/>
                  </a:lnTo>
                  <a:lnTo>
                    <a:pt x="23590" y="295943"/>
                  </a:lnTo>
                  <a:cubicBezTo>
                    <a:pt x="10567" y="295943"/>
                    <a:pt x="0" y="306956"/>
                    <a:pt x="0" y="320499"/>
                  </a:cubicBezTo>
                  <a:lnTo>
                    <a:pt x="0" y="657598"/>
                  </a:lnTo>
                  <a:cubicBezTo>
                    <a:pt x="0" y="671142"/>
                    <a:pt x="10604" y="682155"/>
                    <a:pt x="23590" y="682155"/>
                  </a:cubicBezTo>
                  <a:lnTo>
                    <a:pt x="194821" y="682155"/>
                  </a:lnTo>
                  <a:cubicBezTo>
                    <a:pt x="207843" y="682155"/>
                    <a:pt x="218410" y="671142"/>
                    <a:pt x="218410" y="657598"/>
                  </a:cubicBezTo>
                  <a:lnTo>
                    <a:pt x="218410" y="475471"/>
                  </a:lnTo>
                  <a:lnTo>
                    <a:pt x="385355" y="475471"/>
                  </a:lnTo>
                  <a:lnTo>
                    <a:pt x="385355" y="540471"/>
                  </a:lnTo>
                  <a:lnTo>
                    <a:pt x="377541" y="540471"/>
                  </a:lnTo>
                  <a:cubicBezTo>
                    <a:pt x="340037" y="540471"/>
                    <a:pt x="304541" y="548843"/>
                    <a:pt x="277643" y="564061"/>
                  </a:cubicBezTo>
                  <a:cubicBezTo>
                    <a:pt x="249365" y="580060"/>
                    <a:pt x="233776" y="601714"/>
                    <a:pt x="233776" y="625043"/>
                  </a:cubicBezTo>
                  <a:cubicBezTo>
                    <a:pt x="233776" y="629210"/>
                    <a:pt x="237162" y="632596"/>
                    <a:pt x="241329" y="632596"/>
                  </a:cubicBezTo>
                  <a:lnTo>
                    <a:pt x="596468" y="632596"/>
                  </a:lnTo>
                  <a:cubicBezTo>
                    <a:pt x="600636" y="632596"/>
                    <a:pt x="604022" y="629210"/>
                    <a:pt x="604022" y="625043"/>
                  </a:cubicBezTo>
                  <a:cubicBezTo>
                    <a:pt x="604022" y="601714"/>
                    <a:pt x="588432" y="580059"/>
                    <a:pt x="560154" y="564061"/>
                  </a:cubicBezTo>
                  <a:cubicBezTo>
                    <a:pt x="533254" y="548843"/>
                    <a:pt x="497758" y="540471"/>
                    <a:pt x="460256" y="540471"/>
                  </a:cubicBezTo>
                  <a:lnTo>
                    <a:pt x="452442" y="540471"/>
                  </a:lnTo>
                  <a:lnTo>
                    <a:pt x="452442" y="475471"/>
                  </a:lnTo>
                  <a:lnTo>
                    <a:pt x="717952" y="475471"/>
                  </a:lnTo>
                  <a:cubicBezTo>
                    <a:pt x="739160" y="475471"/>
                    <a:pt x="756424" y="458207"/>
                    <a:pt x="756424" y="436998"/>
                  </a:cubicBezTo>
                  <a:lnTo>
                    <a:pt x="756461" y="38472"/>
                  </a:lnTo>
                  <a:cubicBezTo>
                    <a:pt x="756461" y="17264"/>
                    <a:pt x="739197" y="0"/>
                    <a:pt x="717989" y="0"/>
                  </a:cubicBezTo>
                  <a:close/>
                  <a:moveTo>
                    <a:pt x="23594" y="311087"/>
                  </a:moveTo>
                  <a:lnTo>
                    <a:pt x="194825" y="311087"/>
                  </a:lnTo>
                  <a:cubicBezTo>
                    <a:pt x="199513" y="311087"/>
                    <a:pt x="203308" y="315328"/>
                    <a:pt x="203308" y="320500"/>
                  </a:cubicBezTo>
                  <a:lnTo>
                    <a:pt x="203308" y="346434"/>
                  </a:lnTo>
                  <a:lnTo>
                    <a:pt x="15114" y="346471"/>
                  </a:lnTo>
                  <a:lnTo>
                    <a:pt x="15114" y="320537"/>
                  </a:lnTo>
                  <a:cubicBezTo>
                    <a:pt x="15114" y="315328"/>
                    <a:pt x="18909" y="311124"/>
                    <a:pt x="23597" y="311124"/>
                  </a:cubicBezTo>
                  <a:close/>
                  <a:moveTo>
                    <a:pt x="15111" y="361577"/>
                  </a:moveTo>
                  <a:lnTo>
                    <a:pt x="203268" y="361577"/>
                  </a:lnTo>
                  <a:lnTo>
                    <a:pt x="203268" y="606102"/>
                  </a:lnTo>
                  <a:lnTo>
                    <a:pt x="15111" y="606102"/>
                  </a:lnTo>
                  <a:close/>
                  <a:moveTo>
                    <a:pt x="218413" y="354024"/>
                  </a:moveTo>
                  <a:lnTo>
                    <a:pt x="218413" y="320538"/>
                  </a:lnTo>
                  <a:cubicBezTo>
                    <a:pt x="218413" y="306994"/>
                    <a:pt x="207809" y="295981"/>
                    <a:pt x="194823" y="295981"/>
                  </a:cubicBezTo>
                  <a:lnTo>
                    <a:pt x="141580" y="295981"/>
                  </a:lnTo>
                  <a:lnTo>
                    <a:pt x="141580" y="65857"/>
                  </a:lnTo>
                  <a:lnTo>
                    <a:pt x="696335" y="65857"/>
                  </a:lnTo>
                  <a:lnTo>
                    <a:pt x="696335" y="387069"/>
                  </a:lnTo>
                  <a:lnTo>
                    <a:pt x="218447" y="387069"/>
                  </a:lnTo>
                  <a:lnTo>
                    <a:pt x="218447" y="354066"/>
                  </a:lnTo>
                  <a:close/>
                  <a:moveTo>
                    <a:pt x="194823" y="667044"/>
                  </a:moveTo>
                  <a:lnTo>
                    <a:pt x="23592" y="667044"/>
                  </a:lnTo>
                  <a:cubicBezTo>
                    <a:pt x="18904" y="667044"/>
                    <a:pt x="15109" y="662802"/>
                    <a:pt x="15109" y="657630"/>
                  </a:cubicBezTo>
                  <a:lnTo>
                    <a:pt x="15109" y="621242"/>
                  </a:lnTo>
                  <a:lnTo>
                    <a:pt x="203266" y="621242"/>
                  </a:lnTo>
                  <a:lnTo>
                    <a:pt x="203266" y="657630"/>
                  </a:lnTo>
                  <a:cubicBezTo>
                    <a:pt x="203266" y="662839"/>
                    <a:pt x="199471" y="667044"/>
                    <a:pt x="194783" y="667044"/>
                  </a:cubicBezTo>
                  <a:close/>
                  <a:moveTo>
                    <a:pt x="588101" y="617484"/>
                  </a:moveTo>
                  <a:lnTo>
                    <a:pt x="249773" y="617484"/>
                  </a:lnTo>
                  <a:cubicBezTo>
                    <a:pt x="257028" y="583253"/>
                    <a:pt x="312579" y="555609"/>
                    <a:pt x="377541" y="555609"/>
                  </a:cubicBezTo>
                  <a:lnTo>
                    <a:pt x="460290" y="555609"/>
                  </a:lnTo>
                  <a:cubicBezTo>
                    <a:pt x="525290" y="555609"/>
                    <a:pt x="580838" y="583253"/>
                    <a:pt x="588058" y="617484"/>
                  </a:cubicBezTo>
                  <a:close/>
                  <a:moveTo>
                    <a:pt x="437377" y="540503"/>
                  </a:moveTo>
                  <a:lnTo>
                    <a:pt x="400505" y="540503"/>
                  </a:lnTo>
                  <a:lnTo>
                    <a:pt x="400505" y="475503"/>
                  </a:lnTo>
                  <a:lnTo>
                    <a:pt x="437377" y="475503"/>
                  </a:lnTo>
                  <a:close/>
                  <a:moveTo>
                    <a:pt x="741358" y="437033"/>
                  </a:moveTo>
                  <a:cubicBezTo>
                    <a:pt x="741358" y="449907"/>
                    <a:pt x="730865" y="460399"/>
                    <a:pt x="717992" y="460399"/>
                  </a:cubicBezTo>
                  <a:lnTo>
                    <a:pt x="218454" y="460399"/>
                  </a:lnTo>
                  <a:lnTo>
                    <a:pt x="218454" y="402207"/>
                  </a:lnTo>
                  <a:lnTo>
                    <a:pt x="703934" y="402207"/>
                  </a:lnTo>
                  <a:cubicBezTo>
                    <a:pt x="708101" y="402207"/>
                    <a:pt x="711487" y="398821"/>
                    <a:pt x="711487" y="394654"/>
                  </a:cubicBezTo>
                  <a:lnTo>
                    <a:pt x="711449" y="58269"/>
                  </a:lnTo>
                  <a:cubicBezTo>
                    <a:pt x="711449" y="54102"/>
                    <a:pt x="708063" y="50716"/>
                    <a:pt x="703896" y="50716"/>
                  </a:cubicBezTo>
                  <a:lnTo>
                    <a:pt x="133996" y="50679"/>
                  </a:lnTo>
                  <a:cubicBezTo>
                    <a:pt x="129829" y="50679"/>
                    <a:pt x="126443" y="54064"/>
                    <a:pt x="126443" y="58232"/>
                  </a:cubicBezTo>
                  <a:lnTo>
                    <a:pt x="126443" y="295947"/>
                  </a:lnTo>
                  <a:lnTo>
                    <a:pt x="96566" y="295947"/>
                  </a:lnTo>
                  <a:lnTo>
                    <a:pt x="96566" y="38477"/>
                  </a:lnTo>
                  <a:cubicBezTo>
                    <a:pt x="96566" y="25603"/>
                    <a:pt x="107059" y="15111"/>
                    <a:pt x="119932" y="15111"/>
                  </a:cubicBezTo>
                  <a:lnTo>
                    <a:pt x="718035" y="15111"/>
                  </a:lnTo>
                  <a:cubicBezTo>
                    <a:pt x="730909" y="15111"/>
                    <a:pt x="741401" y="25604"/>
                    <a:pt x="741401" y="38477"/>
                  </a:cubicBezTo>
                  <a:lnTo>
                    <a:pt x="741401" y="437003"/>
                  </a:lnTo>
                  <a:close/>
                  <a:moveTo>
                    <a:pt x="674758" y="413742"/>
                  </a:moveTo>
                  <a:cubicBezTo>
                    <a:pt x="665567" y="413742"/>
                    <a:pt x="658052" y="421220"/>
                    <a:pt x="658052" y="430447"/>
                  </a:cubicBezTo>
                  <a:cubicBezTo>
                    <a:pt x="658052" y="439638"/>
                    <a:pt x="665530" y="447153"/>
                    <a:pt x="674758" y="447153"/>
                  </a:cubicBezTo>
                  <a:cubicBezTo>
                    <a:pt x="683948" y="447153"/>
                    <a:pt x="691463" y="439675"/>
                    <a:pt x="691463" y="430447"/>
                  </a:cubicBezTo>
                  <a:cubicBezTo>
                    <a:pt x="691463" y="421257"/>
                    <a:pt x="683985" y="413742"/>
                    <a:pt x="674758" y="413742"/>
                  </a:cubicBezTo>
                  <a:close/>
                  <a:moveTo>
                    <a:pt x="674758" y="435024"/>
                  </a:moveTo>
                  <a:cubicBezTo>
                    <a:pt x="672227" y="435024"/>
                    <a:pt x="670181" y="432978"/>
                    <a:pt x="670181" y="430448"/>
                  </a:cubicBezTo>
                  <a:cubicBezTo>
                    <a:pt x="670181" y="427918"/>
                    <a:pt x="672227" y="425871"/>
                    <a:pt x="674758" y="425871"/>
                  </a:cubicBezTo>
                  <a:cubicBezTo>
                    <a:pt x="677288" y="425871"/>
                    <a:pt x="679334" y="427918"/>
                    <a:pt x="679334" y="430448"/>
                  </a:cubicBezTo>
                  <a:cubicBezTo>
                    <a:pt x="679334" y="432978"/>
                    <a:pt x="677288" y="435024"/>
                    <a:pt x="674758" y="435024"/>
                  </a:cubicBezTo>
                  <a:close/>
                  <a:moveTo>
                    <a:pt x="108430" y="622848"/>
                  </a:moveTo>
                  <a:cubicBezTo>
                    <a:pt x="97081" y="622848"/>
                    <a:pt x="87854" y="632447"/>
                    <a:pt x="87854" y="644279"/>
                  </a:cubicBezTo>
                  <a:cubicBezTo>
                    <a:pt x="87854" y="656111"/>
                    <a:pt x="97081" y="665710"/>
                    <a:pt x="108430" y="665710"/>
                  </a:cubicBezTo>
                  <a:cubicBezTo>
                    <a:pt x="119778" y="665710"/>
                    <a:pt x="129005" y="656111"/>
                    <a:pt x="129005" y="644279"/>
                  </a:cubicBezTo>
                  <a:cubicBezTo>
                    <a:pt x="129005" y="632484"/>
                    <a:pt x="119778" y="622848"/>
                    <a:pt x="108430" y="622848"/>
                  </a:cubicBezTo>
                  <a:close/>
                  <a:moveTo>
                    <a:pt x="108430" y="653581"/>
                  </a:moveTo>
                  <a:cubicBezTo>
                    <a:pt x="103779" y="653581"/>
                    <a:pt x="99984" y="649414"/>
                    <a:pt x="99984" y="644242"/>
                  </a:cubicBezTo>
                  <a:cubicBezTo>
                    <a:pt x="99984" y="639108"/>
                    <a:pt x="103779" y="634940"/>
                    <a:pt x="108430" y="634940"/>
                  </a:cubicBezTo>
                  <a:cubicBezTo>
                    <a:pt x="113080" y="634940"/>
                    <a:pt x="116876" y="639108"/>
                    <a:pt x="116876" y="644242"/>
                  </a:cubicBezTo>
                  <a:cubicBezTo>
                    <a:pt x="116876" y="649377"/>
                    <a:pt x="113080" y="653581"/>
                    <a:pt x="108430" y="653581"/>
                  </a:cubicBezTo>
                  <a:close/>
                  <a:moveTo>
                    <a:pt x="86663" y="328207"/>
                  </a:moveTo>
                  <a:cubicBezTo>
                    <a:pt x="86663" y="324858"/>
                    <a:pt x="89379" y="322142"/>
                    <a:pt x="92728" y="322142"/>
                  </a:cubicBezTo>
                  <a:lnTo>
                    <a:pt x="125581" y="322142"/>
                  </a:lnTo>
                  <a:cubicBezTo>
                    <a:pt x="128930" y="322142"/>
                    <a:pt x="131646" y="324858"/>
                    <a:pt x="131646" y="328207"/>
                  </a:cubicBezTo>
                  <a:cubicBezTo>
                    <a:pt x="131646" y="331556"/>
                    <a:pt x="128930" y="334272"/>
                    <a:pt x="125581" y="334272"/>
                  </a:cubicBezTo>
                  <a:lnTo>
                    <a:pt x="92728" y="334272"/>
                  </a:lnTo>
                  <a:cubicBezTo>
                    <a:pt x="89379" y="334272"/>
                    <a:pt x="86663" y="331556"/>
                    <a:pt x="86663" y="3282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A91BB5C-F15E-E178-C272-F7884F7F463B}"/>
              </a:ext>
            </a:extLst>
          </p:cNvPr>
          <p:cNvGrpSpPr/>
          <p:nvPr/>
        </p:nvGrpSpPr>
        <p:grpSpPr>
          <a:xfrm>
            <a:off x="3411667" y="1612470"/>
            <a:ext cx="702195" cy="426448"/>
            <a:chOff x="2339424" y="4292795"/>
            <a:chExt cx="702195" cy="42644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8397775-0933-F9EA-41CB-11EE678C65B5}"/>
                </a:ext>
              </a:extLst>
            </p:cNvPr>
            <p:cNvSpPr>
              <a:spLocks/>
            </p:cNvSpPr>
            <p:nvPr/>
          </p:nvSpPr>
          <p:spPr>
            <a:xfrm>
              <a:off x="2339424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VMs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7D6DA00-4ADD-A29E-EC21-9416AC91501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09103" y="4439843"/>
              <a:ext cx="162838" cy="279400"/>
              <a:chOff x="-1609996" y="2667666"/>
              <a:chExt cx="555136" cy="952509"/>
            </a:xfrm>
            <a:solidFill>
              <a:schemeClr val="bg1"/>
            </a:solidFill>
          </p:grpSpPr>
          <p:sp>
            <p:nvSpPr>
              <p:cNvPr id="20" name="Freeform: Shape 214">
                <a:extLst>
                  <a:ext uri="{FF2B5EF4-FFF2-40B4-BE49-F238E27FC236}">
                    <a16:creationId xmlns:a16="http://schemas.microsoft.com/office/drawing/2014/main" id="{1E5504C6-A0C7-4A87-A182-5CAC478D12DC}"/>
                  </a:ext>
                </a:extLst>
              </p:cNvPr>
              <p:cNvSpPr/>
              <p:nvPr/>
            </p:nvSpPr>
            <p:spPr>
              <a:xfrm>
                <a:off x="-1609996" y="2667666"/>
                <a:ext cx="555136" cy="952509"/>
              </a:xfrm>
              <a:custGeom>
                <a:avLst/>
                <a:gdLst>
                  <a:gd name="connsiteX0" fmla="*/ 551259 w 555136"/>
                  <a:gd name="connsiteY0" fmla="*/ 330308 h 952509"/>
                  <a:gd name="connsiteX1" fmla="*/ 494024 w 555136"/>
                  <a:gd name="connsiteY1" fmla="*/ 300685 h 952509"/>
                  <a:gd name="connsiteX2" fmla="*/ 518617 w 555136"/>
                  <a:gd name="connsiteY2" fmla="*/ 245745 h 952509"/>
                  <a:gd name="connsiteX3" fmla="*/ 482260 w 555136"/>
                  <a:gd name="connsiteY3" fmla="*/ 182299 h 952509"/>
                  <a:gd name="connsiteX4" fmla="*/ 488852 w 555136"/>
                  <a:gd name="connsiteY4" fmla="*/ 141818 h 952509"/>
                  <a:gd name="connsiteX5" fmla="*/ 359740 w 555136"/>
                  <a:gd name="connsiteY5" fmla="*/ 12725 h 952509"/>
                  <a:gd name="connsiteX6" fmla="*/ 309601 w 555136"/>
                  <a:gd name="connsiteY6" fmla="*/ 22965 h 952509"/>
                  <a:gd name="connsiteX7" fmla="*/ 259794 w 555136"/>
                  <a:gd name="connsiteY7" fmla="*/ 0 h 952509"/>
                  <a:gd name="connsiteX8" fmla="*/ 194053 w 555136"/>
                  <a:gd name="connsiteY8" fmla="*/ 61741 h 952509"/>
                  <a:gd name="connsiteX9" fmla="*/ 96374 w 555136"/>
                  <a:gd name="connsiteY9" fmla="*/ 166211 h 952509"/>
                  <a:gd name="connsiteX10" fmla="*/ 96669 w 555136"/>
                  <a:gd name="connsiteY10" fmla="*/ 173412 h 952509"/>
                  <a:gd name="connsiteX11" fmla="*/ 36500 w 555136"/>
                  <a:gd name="connsiteY11" fmla="*/ 245745 h 952509"/>
                  <a:gd name="connsiteX12" fmla="*/ 61055 w 555136"/>
                  <a:gd name="connsiteY12" fmla="*/ 300704 h 952509"/>
                  <a:gd name="connsiteX13" fmla="*/ 3858 w 555136"/>
                  <a:gd name="connsiteY13" fmla="*/ 330317 h 952509"/>
                  <a:gd name="connsiteX14" fmla="*/ 0 w 555136"/>
                  <a:gd name="connsiteY14" fmla="*/ 336661 h 952509"/>
                  <a:gd name="connsiteX15" fmla="*/ 0 w 555136"/>
                  <a:gd name="connsiteY15" fmla="*/ 762962 h 952509"/>
                  <a:gd name="connsiteX16" fmla="*/ 7144 w 555136"/>
                  <a:gd name="connsiteY16" fmla="*/ 770106 h 952509"/>
                  <a:gd name="connsiteX17" fmla="*/ 76267 w 555136"/>
                  <a:gd name="connsiteY17" fmla="*/ 770106 h 952509"/>
                  <a:gd name="connsiteX18" fmla="*/ 76267 w 555136"/>
                  <a:gd name="connsiteY18" fmla="*/ 916229 h 952509"/>
                  <a:gd name="connsiteX19" fmla="*/ 112538 w 555136"/>
                  <a:gd name="connsiteY19" fmla="*/ 952510 h 952509"/>
                  <a:gd name="connsiteX20" fmla="*/ 248441 w 555136"/>
                  <a:gd name="connsiteY20" fmla="*/ 952510 h 952509"/>
                  <a:gd name="connsiteX21" fmla="*/ 277568 w 555136"/>
                  <a:gd name="connsiteY21" fmla="*/ 937622 h 952509"/>
                  <a:gd name="connsiteX22" fmla="*/ 306676 w 555136"/>
                  <a:gd name="connsiteY22" fmla="*/ 952500 h 952509"/>
                  <a:gd name="connsiteX23" fmla="*/ 442589 w 555136"/>
                  <a:gd name="connsiteY23" fmla="*/ 952500 h 952509"/>
                  <a:gd name="connsiteX24" fmla="*/ 478860 w 555136"/>
                  <a:gd name="connsiteY24" fmla="*/ 916219 h 952509"/>
                  <a:gd name="connsiteX25" fmla="*/ 478860 w 555136"/>
                  <a:gd name="connsiteY25" fmla="*/ 770106 h 952509"/>
                  <a:gd name="connsiteX26" fmla="*/ 547992 w 555136"/>
                  <a:gd name="connsiteY26" fmla="*/ 770106 h 952509"/>
                  <a:gd name="connsiteX27" fmla="*/ 555136 w 555136"/>
                  <a:gd name="connsiteY27" fmla="*/ 762962 h 952509"/>
                  <a:gd name="connsiteX28" fmla="*/ 555136 w 555136"/>
                  <a:gd name="connsiteY28" fmla="*/ 336652 h 952509"/>
                  <a:gd name="connsiteX29" fmla="*/ 551259 w 555136"/>
                  <a:gd name="connsiteY29" fmla="*/ 330308 h 952509"/>
                  <a:gd name="connsiteX30" fmla="*/ 50787 w 555136"/>
                  <a:gd name="connsiteY30" fmla="*/ 245745 h 952509"/>
                  <a:gd name="connsiteX31" fmla="*/ 105156 w 555136"/>
                  <a:gd name="connsiteY31" fmla="*/ 186652 h 952509"/>
                  <a:gd name="connsiteX32" fmla="*/ 110109 w 555136"/>
                  <a:gd name="connsiteY32" fmla="*/ 183985 h 952509"/>
                  <a:gd name="connsiteX33" fmla="*/ 111604 w 555136"/>
                  <a:gd name="connsiteY33" fmla="*/ 178575 h 952509"/>
                  <a:gd name="connsiteX34" fmla="*/ 110652 w 555136"/>
                  <a:gd name="connsiteY34" fmla="*/ 166211 h 952509"/>
                  <a:gd name="connsiteX35" fmla="*/ 201330 w 555136"/>
                  <a:gd name="connsiteY35" fmla="*/ 75809 h 952509"/>
                  <a:gd name="connsiteX36" fmla="*/ 201349 w 555136"/>
                  <a:gd name="connsiteY36" fmla="*/ 75809 h 952509"/>
                  <a:gd name="connsiteX37" fmla="*/ 206502 w 555136"/>
                  <a:gd name="connsiteY37" fmla="*/ 73619 h 952509"/>
                  <a:gd name="connsiteX38" fmla="*/ 208493 w 555136"/>
                  <a:gd name="connsiteY38" fmla="*/ 68390 h 952509"/>
                  <a:gd name="connsiteX39" fmla="*/ 208217 w 555136"/>
                  <a:gd name="connsiteY39" fmla="*/ 65875 h 952509"/>
                  <a:gd name="connsiteX40" fmla="*/ 259804 w 555136"/>
                  <a:gd name="connsiteY40" fmla="*/ 14288 h 952509"/>
                  <a:gd name="connsiteX41" fmla="*/ 301657 w 555136"/>
                  <a:gd name="connsiteY41" fmla="*/ 35928 h 952509"/>
                  <a:gd name="connsiteX42" fmla="*/ 310534 w 555136"/>
                  <a:gd name="connsiteY42" fmla="*/ 38214 h 952509"/>
                  <a:gd name="connsiteX43" fmla="*/ 359759 w 555136"/>
                  <a:gd name="connsiteY43" fmla="*/ 27003 h 952509"/>
                  <a:gd name="connsiteX44" fmla="*/ 474583 w 555136"/>
                  <a:gd name="connsiteY44" fmla="*/ 141808 h 952509"/>
                  <a:gd name="connsiteX45" fmla="*/ 466801 w 555136"/>
                  <a:gd name="connsiteY45" fmla="*/ 183109 h 952509"/>
                  <a:gd name="connsiteX46" fmla="*/ 470373 w 555136"/>
                  <a:gd name="connsiteY46" fmla="*/ 192119 h 952509"/>
                  <a:gd name="connsiteX47" fmla="*/ 504349 w 555136"/>
                  <a:gd name="connsiteY47" fmla="*/ 245735 h 952509"/>
                  <a:gd name="connsiteX48" fmla="*/ 480231 w 555136"/>
                  <a:gd name="connsiteY48" fmla="*/ 293522 h 952509"/>
                  <a:gd name="connsiteX49" fmla="*/ 461715 w 555136"/>
                  <a:gd name="connsiteY49" fmla="*/ 283940 h 952509"/>
                  <a:gd name="connsiteX50" fmla="*/ 462429 w 555136"/>
                  <a:gd name="connsiteY50" fmla="*/ 275301 h 952509"/>
                  <a:gd name="connsiteX51" fmla="*/ 435150 w 555136"/>
                  <a:gd name="connsiteY51" fmla="*/ 226333 h 952509"/>
                  <a:gd name="connsiteX52" fmla="*/ 439807 w 555136"/>
                  <a:gd name="connsiteY52" fmla="*/ 196339 h 952509"/>
                  <a:gd name="connsiteX53" fmla="*/ 340004 w 555136"/>
                  <a:gd name="connsiteY53" fmla="*/ 96545 h 952509"/>
                  <a:gd name="connsiteX54" fmla="*/ 302400 w 555136"/>
                  <a:gd name="connsiteY54" fmla="*/ 103984 h 952509"/>
                  <a:gd name="connsiteX55" fmla="*/ 264090 w 555136"/>
                  <a:gd name="connsiteY55" fmla="*/ 86878 h 952509"/>
                  <a:gd name="connsiteX56" fmla="*/ 212541 w 555136"/>
                  <a:gd name="connsiteY56" fmla="*/ 133902 h 952509"/>
                  <a:gd name="connsiteX57" fmla="*/ 138208 w 555136"/>
                  <a:gd name="connsiteY57" fmla="*/ 214874 h 952509"/>
                  <a:gd name="connsiteX58" fmla="*/ 138332 w 555136"/>
                  <a:gd name="connsiteY58" fmla="*/ 218961 h 952509"/>
                  <a:gd name="connsiteX59" fmla="*/ 92716 w 555136"/>
                  <a:gd name="connsiteY59" fmla="*/ 275311 h 952509"/>
                  <a:gd name="connsiteX60" fmla="*/ 93440 w 555136"/>
                  <a:gd name="connsiteY60" fmla="*/ 283950 h 952509"/>
                  <a:gd name="connsiteX61" fmla="*/ 74924 w 555136"/>
                  <a:gd name="connsiteY61" fmla="*/ 293532 h 952509"/>
                  <a:gd name="connsiteX62" fmla="*/ 50787 w 555136"/>
                  <a:gd name="connsiteY62" fmla="*/ 245745 h 952509"/>
                  <a:gd name="connsiteX63" fmla="*/ 107090 w 555136"/>
                  <a:gd name="connsiteY63" fmla="*/ 276873 h 952509"/>
                  <a:gd name="connsiteX64" fmla="*/ 106994 w 555136"/>
                  <a:gd name="connsiteY64" fmla="*/ 275311 h 952509"/>
                  <a:gd name="connsiteX65" fmla="*/ 146733 w 555136"/>
                  <a:gd name="connsiteY65" fmla="*/ 232124 h 952509"/>
                  <a:gd name="connsiteX66" fmla="*/ 151676 w 555136"/>
                  <a:gd name="connsiteY66" fmla="*/ 229467 h 952509"/>
                  <a:gd name="connsiteX67" fmla="*/ 153172 w 555136"/>
                  <a:gd name="connsiteY67" fmla="*/ 224057 h 952509"/>
                  <a:gd name="connsiteX68" fmla="*/ 152476 w 555136"/>
                  <a:gd name="connsiteY68" fmla="*/ 214884 h 952509"/>
                  <a:gd name="connsiteX69" fmla="*/ 219637 w 555136"/>
                  <a:gd name="connsiteY69" fmla="*/ 147923 h 952509"/>
                  <a:gd name="connsiteX70" fmla="*/ 219666 w 555136"/>
                  <a:gd name="connsiteY70" fmla="*/ 147923 h 952509"/>
                  <a:gd name="connsiteX71" fmla="*/ 224847 w 555136"/>
                  <a:gd name="connsiteY71" fmla="*/ 145704 h 952509"/>
                  <a:gd name="connsiteX72" fmla="*/ 226800 w 555136"/>
                  <a:gd name="connsiteY72" fmla="*/ 140418 h 952509"/>
                  <a:gd name="connsiteX73" fmla="*/ 226600 w 555136"/>
                  <a:gd name="connsiteY73" fmla="*/ 138665 h 952509"/>
                  <a:gd name="connsiteX74" fmla="*/ 264081 w 555136"/>
                  <a:gd name="connsiteY74" fmla="*/ 101184 h 952509"/>
                  <a:gd name="connsiteX75" fmla="*/ 294475 w 555136"/>
                  <a:gd name="connsiteY75" fmla="*/ 116910 h 952509"/>
                  <a:gd name="connsiteX76" fmla="*/ 303352 w 555136"/>
                  <a:gd name="connsiteY76" fmla="*/ 119196 h 952509"/>
                  <a:gd name="connsiteX77" fmla="*/ 340004 w 555136"/>
                  <a:gd name="connsiteY77" fmla="*/ 110852 h 952509"/>
                  <a:gd name="connsiteX78" fmla="*/ 425520 w 555136"/>
                  <a:gd name="connsiteY78" fmla="*/ 196358 h 952509"/>
                  <a:gd name="connsiteX79" fmla="*/ 419748 w 555136"/>
                  <a:gd name="connsiteY79" fmla="*/ 227114 h 952509"/>
                  <a:gd name="connsiteX80" fmla="*/ 423291 w 555136"/>
                  <a:gd name="connsiteY80" fmla="*/ 236125 h 952509"/>
                  <a:gd name="connsiteX81" fmla="*/ 448123 w 555136"/>
                  <a:gd name="connsiteY81" fmla="*/ 275311 h 952509"/>
                  <a:gd name="connsiteX82" fmla="*/ 448018 w 555136"/>
                  <a:gd name="connsiteY82" fmla="*/ 276873 h 952509"/>
                  <a:gd name="connsiteX83" fmla="*/ 280845 w 555136"/>
                  <a:gd name="connsiteY83" fmla="*/ 190329 h 952509"/>
                  <a:gd name="connsiteX84" fmla="*/ 274282 w 555136"/>
                  <a:gd name="connsiteY84" fmla="*/ 190329 h 952509"/>
                  <a:gd name="connsiteX85" fmla="*/ 107090 w 555136"/>
                  <a:gd name="connsiteY85" fmla="*/ 276873 h 952509"/>
                  <a:gd name="connsiteX86" fmla="*/ 277559 w 555136"/>
                  <a:gd name="connsiteY86" fmla="*/ 204721 h 952509"/>
                  <a:gd name="connsiteX87" fmla="*/ 477383 w 555136"/>
                  <a:gd name="connsiteY87" fmla="*/ 308153 h 952509"/>
                  <a:gd name="connsiteX88" fmla="*/ 477603 w 555136"/>
                  <a:gd name="connsiteY88" fmla="*/ 308267 h 952509"/>
                  <a:gd name="connsiteX89" fmla="*/ 540839 w 555136"/>
                  <a:gd name="connsiteY89" fmla="*/ 341005 h 952509"/>
                  <a:gd name="connsiteX90" fmla="*/ 540839 w 555136"/>
                  <a:gd name="connsiteY90" fmla="*/ 384315 h 952509"/>
                  <a:gd name="connsiteX91" fmla="*/ 280845 w 555136"/>
                  <a:gd name="connsiteY91" fmla="*/ 249726 h 952509"/>
                  <a:gd name="connsiteX92" fmla="*/ 274282 w 555136"/>
                  <a:gd name="connsiteY92" fmla="*/ 249726 h 952509"/>
                  <a:gd name="connsiteX93" fmla="*/ 14278 w 555136"/>
                  <a:gd name="connsiteY93" fmla="*/ 384315 h 952509"/>
                  <a:gd name="connsiteX94" fmla="*/ 14278 w 555136"/>
                  <a:gd name="connsiteY94" fmla="*/ 340995 h 952509"/>
                  <a:gd name="connsiteX95" fmla="*/ 277559 w 555136"/>
                  <a:gd name="connsiteY95" fmla="*/ 204721 h 952509"/>
                  <a:gd name="connsiteX96" fmla="*/ 464563 w 555136"/>
                  <a:gd name="connsiteY96" fmla="*/ 616220 h 952509"/>
                  <a:gd name="connsiteX97" fmla="*/ 284702 w 555136"/>
                  <a:gd name="connsiteY97" fmla="*/ 616220 h 952509"/>
                  <a:gd name="connsiteX98" fmla="*/ 284702 w 555136"/>
                  <a:gd name="connsiteY98" fmla="*/ 583597 h 952509"/>
                  <a:gd name="connsiteX99" fmla="*/ 464563 w 555136"/>
                  <a:gd name="connsiteY99" fmla="*/ 583597 h 952509"/>
                  <a:gd name="connsiteX100" fmla="*/ 464563 w 555136"/>
                  <a:gd name="connsiteY100" fmla="*/ 616220 h 952509"/>
                  <a:gd name="connsiteX101" fmla="*/ 270396 w 555136"/>
                  <a:gd name="connsiteY101" fmla="*/ 616220 h 952509"/>
                  <a:gd name="connsiteX102" fmla="*/ 90545 w 555136"/>
                  <a:gd name="connsiteY102" fmla="*/ 616220 h 952509"/>
                  <a:gd name="connsiteX103" fmla="*/ 90545 w 555136"/>
                  <a:gd name="connsiteY103" fmla="*/ 583597 h 952509"/>
                  <a:gd name="connsiteX104" fmla="*/ 270396 w 555136"/>
                  <a:gd name="connsiteY104" fmla="*/ 583597 h 952509"/>
                  <a:gd name="connsiteX105" fmla="*/ 270396 w 555136"/>
                  <a:gd name="connsiteY105" fmla="*/ 616220 h 952509"/>
                  <a:gd name="connsiteX106" fmla="*/ 90545 w 555136"/>
                  <a:gd name="connsiteY106" fmla="*/ 630507 h 952509"/>
                  <a:gd name="connsiteX107" fmla="*/ 270396 w 555136"/>
                  <a:gd name="connsiteY107" fmla="*/ 630507 h 952509"/>
                  <a:gd name="connsiteX108" fmla="*/ 270396 w 555136"/>
                  <a:gd name="connsiteY108" fmla="*/ 663159 h 952509"/>
                  <a:gd name="connsiteX109" fmla="*/ 90545 w 555136"/>
                  <a:gd name="connsiteY109" fmla="*/ 663159 h 952509"/>
                  <a:gd name="connsiteX110" fmla="*/ 90545 w 555136"/>
                  <a:gd name="connsiteY110" fmla="*/ 630507 h 952509"/>
                  <a:gd name="connsiteX111" fmla="*/ 284702 w 555136"/>
                  <a:gd name="connsiteY111" fmla="*/ 630507 h 952509"/>
                  <a:gd name="connsiteX112" fmla="*/ 464563 w 555136"/>
                  <a:gd name="connsiteY112" fmla="*/ 630507 h 952509"/>
                  <a:gd name="connsiteX113" fmla="*/ 464563 w 555136"/>
                  <a:gd name="connsiteY113" fmla="*/ 663159 h 952509"/>
                  <a:gd name="connsiteX114" fmla="*/ 284702 w 555136"/>
                  <a:gd name="connsiteY114" fmla="*/ 663159 h 952509"/>
                  <a:gd name="connsiteX115" fmla="*/ 284702 w 555136"/>
                  <a:gd name="connsiteY115" fmla="*/ 630507 h 952509"/>
                  <a:gd name="connsiteX116" fmla="*/ 464563 w 555136"/>
                  <a:gd name="connsiteY116" fmla="*/ 569309 h 952509"/>
                  <a:gd name="connsiteX117" fmla="*/ 284702 w 555136"/>
                  <a:gd name="connsiteY117" fmla="*/ 569309 h 952509"/>
                  <a:gd name="connsiteX118" fmla="*/ 284702 w 555136"/>
                  <a:gd name="connsiteY118" fmla="*/ 534391 h 952509"/>
                  <a:gd name="connsiteX119" fmla="*/ 306676 w 555136"/>
                  <a:gd name="connsiteY119" fmla="*/ 512416 h 952509"/>
                  <a:gd name="connsiteX120" fmla="*/ 442589 w 555136"/>
                  <a:gd name="connsiteY120" fmla="*/ 512416 h 952509"/>
                  <a:gd name="connsiteX121" fmla="*/ 464572 w 555136"/>
                  <a:gd name="connsiteY121" fmla="*/ 534391 h 952509"/>
                  <a:gd name="connsiteX122" fmla="*/ 464572 w 555136"/>
                  <a:gd name="connsiteY122" fmla="*/ 569309 h 952509"/>
                  <a:gd name="connsiteX123" fmla="*/ 270396 w 555136"/>
                  <a:gd name="connsiteY123" fmla="*/ 569309 h 952509"/>
                  <a:gd name="connsiteX124" fmla="*/ 90545 w 555136"/>
                  <a:gd name="connsiteY124" fmla="*/ 569309 h 952509"/>
                  <a:gd name="connsiteX125" fmla="*/ 90545 w 555136"/>
                  <a:gd name="connsiteY125" fmla="*/ 534391 h 952509"/>
                  <a:gd name="connsiteX126" fmla="*/ 112528 w 555136"/>
                  <a:gd name="connsiteY126" fmla="*/ 512416 h 952509"/>
                  <a:gd name="connsiteX127" fmla="*/ 248431 w 555136"/>
                  <a:gd name="connsiteY127" fmla="*/ 512416 h 952509"/>
                  <a:gd name="connsiteX128" fmla="*/ 270405 w 555136"/>
                  <a:gd name="connsiteY128" fmla="*/ 534391 h 952509"/>
                  <a:gd name="connsiteX129" fmla="*/ 270405 w 555136"/>
                  <a:gd name="connsiteY129" fmla="*/ 569309 h 952509"/>
                  <a:gd name="connsiteX130" fmla="*/ 248422 w 555136"/>
                  <a:gd name="connsiteY130" fmla="*/ 938213 h 952509"/>
                  <a:gd name="connsiteX131" fmla="*/ 112528 w 555136"/>
                  <a:gd name="connsiteY131" fmla="*/ 938213 h 952509"/>
                  <a:gd name="connsiteX132" fmla="*/ 90545 w 555136"/>
                  <a:gd name="connsiteY132" fmla="*/ 916219 h 952509"/>
                  <a:gd name="connsiteX133" fmla="*/ 90545 w 555136"/>
                  <a:gd name="connsiteY133" fmla="*/ 677447 h 952509"/>
                  <a:gd name="connsiteX134" fmla="*/ 270396 w 555136"/>
                  <a:gd name="connsiteY134" fmla="*/ 677447 h 952509"/>
                  <a:gd name="connsiteX135" fmla="*/ 270396 w 555136"/>
                  <a:gd name="connsiteY135" fmla="*/ 916219 h 952509"/>
                  <a:gd name="connsiteX136" fmla="*/ 248422 w 555136"/>
                  <a:gd name="connsiteY136" fmla="*/ 938213 h 952509"/>
                  <a:gd name="connsiteX137" fmla="*/ 464563 w 555136"/>
                  <a:gd name="connsiteY137" fmla="*/ 916219 h 952509"/>
                  <a:gd name="connsiteX138" fmla="*/ 442579 w 555136"/>
                  <a:gd name="connsiteY138" fmla="*/ 938213 h 952509"/>
                  <a:gd name="connsiteX139" fmla="*/ 306676 w 555136"/>
                  <a:gd name="connsiteY139" fmla="*/ 938213 h 952509"/>
                  <a:gd name="connsiteX140" fmla="*/ 284702 w 555136"/>
                  <a:gd name="connsiteY140" fmla="*/ 916219 h 952509"/>
                  <a:gd name="connsiteX141" fmla="*/ 284702 w 555136"/>
                  <a:gd name="connsiteY141" fmla="*/ 677447 h 952509"/>
                  <a:gd name="connsiteX142" fmla="*/ 464563 w 555136"/>
                  <a:gd name="connsiteY142" fmla="*/ 677447 h 952509"/>
                  <a:gd name="connsiteX143" fmla="*/ 464563 w 555136"/>
                  <a:gd name="connsiteY143" fmla="*/ 916219 h 952509"/>
                  <a:gd name="connsiteX144" fmla="*/ 478850 w 555136"/>
                  <a:gd name="connsiteY144" fmla="*/ 755818 h 952509"/>
                  <a:gd name="connsiteX145" fmla="*/ 478850 w 555136"/>
                  <a:gd name="connsiteY145" fmla="*/ 670303 h 952509"/>
                  <a:gd name="connsiteX146" fmla="*/ 478850 w 555136"/>
                  <a:gd name="connsiteY146" fmla="*/ 623364 h 952509"/>
                  <a:gd name="connsiteX147" fmla="*/ 478850 w 555136"/>
                  <a:gd name="connsiteY147" fmla="*/ 576453 h 952509"/>
                  <a:gd name="connsiteX148" fmla="*/ 478850 w 555136"/>
                  <a:gd name="connsiteY148" fmla="*/ 534391 h 952509"/>
                  <a:gd name="connsiteX149" fmla="*/ 442579 w 555136"/>
                  <a:gd name="connsiteY149" fmla="*/ 498129 h 952509"/>
                  <a:gd name="connsiteX150" fmla="*/ 306676 w 555136"/>
                  <a:gd name="connsiteY150" fmla="*/ 498129 h 952509"/>
                  <a:gd name="connsiteX151" fmla="*/ 277549 w 555136"/>
                  <a:gd name="connsiteY151" fmla="*/ 513007 h 952509"/>
                  <a:gd name="connsiteX152" fmla="*/ 248422 w 555136"/>
                  <a:gd name="connsiteY152" fmla="*/ 498129 h 952509"/>
                  <a:gd name="connsiteX153" fmla="*/ 112528 w 555136"/>
                  <a:gd name="connsiteY153" fmla="*/ 498129 h 952509"/>
                  <a:gd name="connsiteX154" fmla="*/ 76257 w 555136"/>
                  <a:gd name="connsiteY154" fmla="*/ 534391 h 952509"/>
                  <a:gd name="connsiteX155" fmla="*/ 76257 w 555136"/>
                  <a:gd name="connsiteY155" fmla="*/ 576453 h 952509"/>
                  <a:gd name="connsiteX156" fmla="*/ 76257 w 555136"/>
                  <a:gd name="connsiteY156" fmla="*/ 623373 h 952509"/>
                  <a:gd name="connsiteX157" fmla="*/ 76257 w 555136"/>
                  <a:gd name="connsiteY157" fmla="*/ 670312 h 952509"/>
                  <a:gd name="connsiteX158" fmla="*/ 76257 w 555136"/>
                  <a:gd name="connsiteY158" fmla="*/ 755828 h 952509"/>
                  <a:gd name="connsiteX159" fmla="*/ 14278 w 555136"/>
                  <a:gd name="connsiteY159" fmla="*/ 755828 h 952509"/>
                  <a:gd name="connsiteX160" fmla="*/ 14278 w 555136"/>
                  <a:gd name="connsiteY160" fmla="*/ 400393 h 952509"/>
                  <a:gd name="connsiteX161" fmla="*/ 277559 w 555136"/>
                  <a:gd name="connsiteY161" fmla="*/ 264119 h 952509"/>
                  <a:gd name="connsiteX162" fmla="*/ 540839 w 555136"/>
                  <a:gd name="connsiteY162" fmla="*/ 400393 h 952509"/>
                  <a:gd name="connsiteX163" fmla="*/ 540839 w 555136"/>
                  <a:gd name="connsiteY163" fmla="*/ 755809 h 952509"/>
                  <a:gd name="connsiteX164" fmla="*/ 478850 w 555136"/>
                  <a:gd name="connsiteY164" fmla="*/ 755809 h 952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</a:cxnLst>
                <a:rect l="l" t="t" r="r" b="b"/>
                <a:pathLst>
                  <a:path w="555136" h="952509">
                    <a:moveTo>
                      <a:pt x="551259" y="330308"/>
                    </a:moveTo>
                    <a:lnTo>
                      <a:pt x="494024" y="300685"/>
                    </a:lnTo>
                    <a:cubicBezTo>
                      <a:pt x="509549" y="286769"/>
                      <a:pt x="518617" y="266995"/>
                      <a:pt x="518617" y="245745"/>
                    </a:cubicBezTo>
                    <a:cubicBezTo>
                      <a:pt x="518617" y="219361"/>
                      <a:pt x="504844" y="195596"/>
                      <a:pt x="482260" y="182299"/>
                    </a:cubicBezTo>
                    <a:cubicBezTo>
                      <a:pt x="486642" y="169116"/>
                      <a:pt x="488852" y="155524"/>
                      <a:pt x="488852" y="141818"/>
                    </a:cubicBezTo>
                    <a:cubicBezTo>
                      <a:pt x="488852" y="70637"/>
                      <a:pt x="430930" y="12725"/>
                      <a:pt x="359740" y="12725"/>
                    </a:cubicBezTo>
                    <a:cubicBezTo>
                      <a:pt x="342462" y="12725"/>
                      <a:pt x="325622" y="16164"/>
                      <a:pt x="309601" y="22965"/>
                    </a:cubicBezTo>
                    <a:cubicBezTo>
                      <a:pt x="297123" y="8487"/>
                      <a:pt x="278911" y="0"/>
                      <a:pt x="259794" y="0"/>
                    </a:cubicBezTo>
                    <a:cubicBezTo>
                      <a:pt x="224857" y="0"/>
                      <a:pt x="196186" y="27337"/>
                      <a:pt x="194053" y="61741"/>
                    </a:cubicBezTo>
                    <a:cubicBezTo>
                      <a:pt x="139579" y="65370"/>
                      <a:pt x="96374" y="110833"/>
                      <a:pt x="96374" y="166211"/>
                    </a:cubicBezTo>
                    <a:cubicBezTo>
                      <a:pt x="96374" y="168526"/>
                      <a:pt x="96469" y="170888"/>
                      <a:pt x="96669" y="173412"/>
                    </a:cubicBezTo>
                    <a:cubicBezTo>
                      <a:pt x="61903" y="179899"/>
                      <a:pt x="36500" y="209826"/>
                      <a:pt x="36500" y="245745"/>
                    </a:cubicBezTo>
                    <a:cubicBezTo>
                      <a:pt x="36500" y="266900"/>
                      <a:pt x="45558" y="286779"/>
                      <a:pt x="61055" y="300704"/>
                    </a:cubicBezTo>
                    <a:lnTo>
                      <a:pt x="3858" y="330317"/>
                    </a:lnTo>
                    <a:cubicBezTo>
                      <a:pt x="1486" y="331546"/>
                      <a:pt x="0" y="333994"/>
                      <a:pt x="0" y="336661"/>
                    </a:cubicBezTo>
                    <a:lnTo>
                      <a:pt x="0" y="762962"/>
                    </a:lnTo>
                    <a:cubicBezTo>
                      <a:pt x="0" y="766905"/>
                      <a:pt x="3200" y="770106"/>
                      <a:pt x="7144" y="770106"/>
                    </a:cubicBezTo>
                    <a:lnTo>
                      <a:pt x="76267" y="770106"/>
                    </a:lnTo>
                    <a:lnTo>
                      <a:pt x="76267" y="916229"/>
                    </a:lnTo>
                    <a:cubicBezTo>
                      <a:pt x="76267" y="936231"/>
                      <a:pt x="92535" y="952510"/>
                      <a:pt x="112538" y="952510"/>
                    </a:cubicBezTo>
                    <a:lnTo>
                      <a:pt x="248441" y="952510"/>
                    </a:lnTo>
                    <a:cubicBezTo>
                      <a:pt x="260414" y="952510"/>
                      <a:pt x="270958" y="946604"/>
                      <a:pt x="277568" y="937622"/>
                    </a:cubicBezTo>
                    <a:cubicBezTo>
                      <a:pt x="284159" y="946595"/>
                      <a:pt x="294704" y="952500"/>
                      <a:pt x="306676" y="952500"/>
                    </a:cubicBezTo>
                    <a:lnTo>
                      <a:pt x="442589" y="952500"/>
                    </a:lnTo>
                    <a:cubicBezTo>
                      <a:pt x="462591" y="952500"/>
                      <a:pt x="478860" y="936222"/>
                      <a:pt x="478860" y="916219"/>
                    </a:cubicBezTo>
                    <a:lnTo>
                      <a:pt x="478860" y="770106"/>
                    </a:lnTo>
                    <a:lnTo>
                      <a:pt x="547992" y="770106"/>
                    </a:lnTo>
                    <a:cubicBezTo>
                      <a:pt x="551936" y="770106"/>
                      <a:pt x="555136" y="766905"/>
                      <a:pt x="555136" y="762962"/>
                    </a:cubicBezTo>
                    <a:lnTo>
                      <a:pt x="555136" y="336652"/>
                    </a:lnTo>
                    <a:cubicBezTo>
                      <a:pt x="555127" y="333985"/>
                      <a:pt x="553631" y="331537"/>
                      <a:pt x="551259" y="330308"/>
                    </a:cubicBezTo>
                    <a:close/>
                    <a:moveTo>
                      <a:pt x="50787" y="245745"/>
                    </a:moveTo>
                    <a:cubicBezTo>
                      <a:pt x="50787" y="214827"/>
                      <a:pt x="74162" y="189424"/>
                      <a:pt x="105156" y="186652"/>
                    </a:cubicBezTo>
                    <a:cubicBezTo>
                      <a:pt x="107099" y="186471"/>
                      <a:pt x="108890" y="185518"/>
                      <a:pt x="110109" y="183985"/>
                    </a:cubicBezTo>
                    <a:cubicBezTo>
                      <a:pt x="111328" y="182461"/>
                      <a:pt x="111871" y="180499"/>
                      <a:pt x="111604" y="178575"/>
                    </a:cubicBezTo>
                    <a:cubicBezTo>
                      <a:pt x="110957" y="173822"/>
                      <a:pt x="110652" y="169897"/>
                      <a:pt x="110652" y="166211"/>
                    </a:cubicBezTo>
                    <a:cubicBezTo>
                      <a:pt x="110652" y="116357"/>
                      <a:pt x="151200" y="75809"/>
                      <a:pt x="201330" y="75809"/>
                    </a:cubicBezTo>
                    <a:cubicBezTo>
                      <a:pt x="201330" y="75809"/>
                      <a:pt x="201339" y="75809"/>
                      <a:pt x="201349" y="75809"/>
                    </a:cubicBezTo>
                    <a:cubicBezTo>
                      <a:pt x="203292" y="75809"/>
                      <a:pt x="205149" y="75019"/>
                      <a:pt x="206502" y="73619"/>
                    </a:cubicBezTo>
                    <a:cubicBezTo>
                      <a:pt x="207855" y="72219"/>
                      <a:pt x="208569" y="70323"/>
                      <a:pt x="208493" y="68390"/>
                    </a:cubicBezTo>
                    <a:cubicBezTo>
                      <a:pt x="208464" y="67713"/>
                      <a:pt x="208378" y="67046"/>
                      <a:pt x="208217" y="65875"/>
                    </a:cubicBezTo>
                    <a:cubicBezTo>
                      <a:pt x="208217" y="37433"/>
                      <a:pt x="231362" y="14288"/>
                      <a:pt x="259804" y="14288"/>
                    </a:cubicBezTo>
                    <a:cubicBezTo>
                      <a:pt x="276292" y="14288"/>
                      <a:pt x="291932" y="22384"/>
                      <a:pt x="301657" y="35928"/>
                    </a:cubicBezTo>
                    <a:cubicBezTo>
                      <a:pt x="303676" y="38748"/>
                      <a:pt x="307419" y="39700"/>
                      <a:pt x="310534" y="38214"/>
                    </a:cubicBezTo>
                    <a:cubicBezTo>
                      <a:pt x="326174" y="30775"/>
                      <a:pt x="342729" y="27003"/>
                      <a:pt x="359759" y="27003"/>
                    </a:cubicBezTo>
                    <a:cubicBezTo>
                      <a:pt x="423072" y="27003"/>
                      <a:pt x="474583" y="78505"/>
                      <a:pt x="474583" y="141808"/>
                    </a:cubicBezTo>
                    <a:cubicBezTo>
                      <a:pt x="474583" y="155829"/>
                      <a:pt x="471973" y="169726"/>
                      <a:pt x="466801" y="183109"/>
                    </a:cubicBezTo>
                    <a:cubicBezTo>
                      <a:pt x="465458" y="186585"/>
                      <a:pt x="467011" y="190500"/>
                      <a:pt x="470373" y="192119"/>
                    </a:cubicBezTo>
                    <a:cubicBezTo>
                      <a:pt x="491328" y="202197"/>
                      <a:pt x="504349" y="222742"/>
                      <a:pt x="504349" y="245735"/>
                    </a:cubicBezTo>
                    <a:cubicBezTo>
                      <a:pt x="504349" y="264747"/>
                      <a:pt x="495357" y="282264"/>
                      <a:pt x="480231" y="293522"/>
                    </a:cubicBezTo>
                    <a:lnTo>
                      <a:pt x="461715" y="283940"/>
                    </a:lnTo>
                    <a:cubicBezTo>
                      <a:pt x="462144" y="281083"/>
                      <a:pt x="462429" y="278197"/>
                      <a:pt x="462429" y="275301"/>
                    </a:cubicBezTo>
                    <a:cubicBezTo>
                      <a:pt x="462429" y="255108"/>
                      <a:pt x="452123" y="236868"/>
                      <a:pt x="435150" y="226333"/>
                    </a:cubicBezTo>
                    <a:cubicBezTo>
                      <a:pt x="438245" y="216579"/>
                      <a:pt x="439807" y="206512"/>
                      <a:pt x="439807" y="196339"/>
                    </a:cubicBezTo>
                    <a:cubicBezTo>
                      <a:pt x="439807" y="141313"/>
                      <a:pt x="395040" y="96545"/>
                      <a:pt x="340004" y="96545"/>
                    </a:cubicBezTo>
                    <a:cubicBezTo>
                      <a:pt x="327060" y="96545"/>
                      <a:pt x="314430" y="99050"/>
                      <a:pt x="302400" y="103984"/>
                    </a:cubicBezTo>
                    <a:cubicBezTo>
                      <a:pt x="292627" y="93183"/>
                      <a:pt x="278692" y="86878"/>
                      <a:pt x="264090" y="86878"/>
                    </a:cubicBezTo>
                    <a:cubicBezTo>
                      <a:pt x="237144" y="86878"/>
                      <a:pt x="214941" y="107566"/>
                      <a:pt x="212541" y="133902"/>
                    </a:cubicBezTo>
                    <a:cubicBezTo>
                      <a:pt x="170964" y="137427"/>
                      <a:pt x="138208" y="172403"/>
                      <a:pt x="138208" y="214874"/>
                    </a:cubicBezTo>
                    <a:cubicBezTo>
                      <a:pt x="138208" y="216198"/>
                      <a:pt x="138246" y="217551"/>
                      <a:pt x="138332" y="218961"/>
                    </a:cubicBezTo>
                    <a:cubicBezTo>
                      <a:pt x="111881" y="224609"/>
                      <a:pt x="92716" y="247698"/>
                      <a:pt x="92716" y="275311"/>
                    </a:cubicBezTo>
                    <a:cubicBezTo>
                      <a:pt x="92716" y="278206"/>
                      <a:pt x="93002" y="281083"/>
                      <a:pt x="93440" y="283950"/>
                    </a:cubicBezTo>
                    <a:lnTo>
                      <a:pt x="74924" y="293532"/>
                    </a:lnTo>
                    <a:cubicBezTo>
                      <a:pt x="59807" y="282283"/>
                      <a:pt x="50787" y="264671"/>
                      <a:pt x="50787" y="245745"/>
                    </a:cubicBezTo>
                    <a:close/>
                    <a:moveTo>
                      <a:pt x="107090" y="276873"/>
                    </a:moveTo>
                    <a:cubicBezTo>
                      <a:pt x="107071" y="276349"/>
                      <a:pt x="106994" y="275834"/>
                      <a:pt x="106994" y="275311"/>
                    </a:cubicBezTo>
                    <a:cubicBezTo>
                      <a:pt x="106994" y="252717"/>
                      <a:pt x="124082" y="234153"/>
                      <a:pt x="146733" y="232124"/>
                    </a:cubicBezTo>
                    <a:cubicBezTo>
                      <a:pt x="148676" y="231953"/>
                      <a:pt x="150466" y="230991"/>
                      <a:pt x="151676" y="229467"/>
                    </a:cubicBezTo>
                    <a:cubicBezTo>
                      <a:pt x="152895" y="227943"/>
                      <a:pt x="153438" y="225990"/>
                      <a:pt x="153172" y="224057"/>
                    </a:cubicBezTo>
                    <a:cubicBezTo>
                      <a:pt x="152695" y="220513"/>
                      <a:pt x="152476" y="217599"/>
                      <a:pt x="152476" y="214884"/>
                    </a:cubicBezTo>
                    <a:cubicBezTo>
                      <a:pt x="152476" y="177965"/>
                      <a:pt x="182499" y="147923"/>
                      <a:pt x="219637" y="147923"/>
                    </a:cubicBezTo>
                    <a:cubicBezTo>
                      <a:pt x="219647" y="147923"/>
                      <a:pt x="219656" y="147923"/>
                      <a:pt x="219666" y="147923"/>
                    </a:cubicBezTo>
                    <a:cubicBezTo>
                      <a:pt x="221628" y="147923"/>
                      <a:pt x="223495" y="147123"/>
                      <a:pt x="224847" y="145704"/>
                    </a:cubicBezTo>
                    <a:cubicBezTo>
                      <a:pt x="226200" y="144285"/>
                      <a:pt x="226905" y="142370"/>
                      <a:pt x="226800" y="140418"/>
                    </a:cubicBezTo>
                    <a:cubicBezTo>
                      <a:pt x="226790" y="140208"/>
                      <a:pt x="226619" y="138875"/>
                      <a:pt x="226600" y="138665"/>
                    </a:cubicBezTo>
                    <a:cubicBezTo>
                      <a:pt x="226600" y="118005"/>
                      <a:pt x="243411" y="101184"/>
                      <a:pt x="264081" y="101184"/>
                    </a:cubicBezTo>
                    <a:cubicBezTo>
                      <a:pt x="276044" y="101184"/>
                      <a:pt x="287407" y="107061"/>
                      <a:pt x="294475" y="116910"/>
                    </a:cubicBezTo>
                    <a:cubicBezTo>
                      <a:pt x="296494" y="119729"/>
                      <a:pt x="300238" y="120682"/>
                      <a:pt x="303352" y="119196"/>
                    </a:cubicBezTo>
                    <a:cubicBezTo>
                      <a:pt x="315001" y="113652"/>
                      <a:pt x="327336" y="110852"/>
                      <a:pt x="340004" y="110852"/>
                    </a:cubicBezTo>
                    <a:cubicBezTo>
                      <a:pt x="387153" y="110852"/>
                      <a:pt x="425520" y="149209"/>
                      <a:pt x="425520" y="196358"/>
                    </a:cubicBezTo>
                    <a:cubicBezTo>
                      <a:pt x="425520" y="206845"/>
                      <a:pt x="423577" y="217189"/>
                      <a:pt x="419748" y="227114"/>
                    </a:cubicBezTo>
                    <a:cubicBezTo>
                      <a:pt x="418376" y="230581"/>
                      <a:pt x="419929" y="234506"/>
                      <a:pt x="423291" y="236125"/>
                    </a:cubicBezTo>
                    <a:cubicBezTo>
                      <a:pt x="438607" y="243497"/>
                      <a:pt x="448123" y="258518"/>
                      <a:pt x="448123" y="275311"/>
                    </a:cubicBezTo>
                    <a:cubicBezTo>
                      <a:pt x="448123" y="275834"/>
                      <a:pt x="448037" y="276349"/>
                      <a:pt x="448018" y="276873"/>
                    </a:cubicBezTo>
                    <a:lnTo>
                      <a:pt x="280845" y="190329"/>
                    </a:lnTo>
                    <a:cubicBezTo>
                      <a:pt x="278787" y="189262"/>
                      <a:pt x="276330" y="189262"/>
                      <a:pt x="274282" y="190329"/>
                    </a:cubicBezTo>
                    <a:lnTo>
                      <a:pt x="107090" y="276873"/>
                    </a:lnTo>
                    <a:close/>
                    <a:moveTo>
                      <a:pt x="277559" y="204721"/>
                    </a:moveTo>
                    <a:lnTo>
                      <a:pt x="477383" y="308153"/>
                    </a:lnTo>
                    <a:cubicBezTo>
                      <a:pt x="477460" y="308191"/>
                      <a:pt x="477536" y="308229"/>
                      <a:pt x="477603" y="308267"/>
                    </a:cubicBezTo>
                    <a:lnTo>
                      <a:pt x="540839" y="341005"/>
                    </a:lnTo>
                    <a:lnTo>
                      <a:pt x="540839" y="384315"/>
                    </a:lnTo>
                    <a:lnTo>
                      <a:pt x="280845" y="249726"/>
                    </a:lnTo>
                    <a:cubicBezTo>
                      <a:pt x="278787" y="248660"/>
                      <a:pt x="276330" y="248660"/>
                      <a:pt x="274282" y="249726"/>
                    </a:cubicBezTo>
                    <a:lnTo>
                      <a:pt x="14278" y="384315"/>
                    </a:lnTo>
                    <a:lnTo>
                      <a:pt x="14278" y="340995"/>
                    </a:lnTo>
                    <a:lnTo>
                      <a:pt x="277559" y="204721"/>
                    </a:lnTo>
                    <a:close/>
                    <a:moveTo>
                      <a:pt x="464563" y="616220"/>
                    </a:moveTo>
                    <a:lnTo>
                      <a:pt x="284702" y="616220"/>
                    </a:lnTo>
                    <a:lnTo>
                      <a:pt x="284702" y="583597"/>
                    </a:lnTo>
                    <a:lnTo>
                      <a:pt x="464563" y="583597"/>
                    </a:lnTo>
                    <a:lnTo>
                      <a:pt x="464563" y="616220"/>
                    </a:lnTo>
                    <a:close/>
                    <a:moveTo>
                      <a:pt x="270396" y="616220"/>
                    </a:moveTo>
                    <a:lnTo>
                      <a:pt x="90545" y="616220"/>
                    </a:lnTo>
                    <a:lnTo>
                      <a:pt x="90545" y="583597"/>
                    </a:lnTo>
                    <a:lnTo>
                      <a:pt x="270396" y="583597"/>
                    </a:lnTo>
                    <a:lnTo>
                      <a:pt x="270396" y="616220"/>
                    </a:lnTo>
                    <a:close/>
                    <a:moveTo>
                      <a:pt x="90545" y="630507"/>
                    </a:moveTo>
                    <a:lnTo>
                      <a:pt x="270396" y="630507"/>
                    </a:lnTo>
                    <a:lnTo>
                      <a:pt x="270396" y="663159"/>
                    </a:lnTo>
                    <a:lnTo>
                      <a:pt x="90545" y="663159"/>
                    </a:lnTo>
                    <a:lnTo>
                      <a:pt x="90545" y="630507"/>
                    </a:lnTo>
                    <a:close/>
                    <a:moveTo>
                      <a:pt x="284702" y="630507"/>
                    </a:moveTo>
                    <a:lnTo>
                      <a:pt x="464563" y="630507"/>
                    </a:lnTo>
                    <a:lnTo>
                      <a:pt x="464563" y="663159"/>
                    </a:lnTo>
                    <a:lnTo>
                      <a:pt x="284702" y="663159"/>
                    </a:lnTo>
                    <a:lnTo>
                      <a:pt x="284702" y="630507"/>
                    </a:lnTo>
                    <a:close/>
                    <a:moveTo>
                      <a:pt x="464563" y="569309"/>
                    </a:moveTo>
                    <a:lnTo>
                      <a:pt x="284702" y="569309"/>
                    </a:lnTo>
                    <a:lnTo>
                      <a:pt x="284702" y="534391"/>
                    </a:lnTo>
                    <a:cubicBezTo>
                      <a:pt x="284702" y="522284"/>
                      <a:pt x="294561" y="512416"/>
                      <a:pt x="306676" y="512416"/>
                    </a:cubicBezTo>
                    <a:lnTo>
                      <a:pt x="442589" y="512416"/>
                    </a:lnTo>
                    <a:cubicBezTo>
                      <a:pt x="454704" y="512416"/>
                      <a:pt x="464572" y="522275"/>
                      <a:pt x="464572" y="534391"/>
                    </a:cubicBezTo>
                    <a:lnTo>
                      <a:pt x="464572" y="569309"/>
                    </a:lnTo>
                    <a:close/>
                    <a:moveTo>
                      <a:pt x="270396" y="569309"/>
                    </a:moveTo>
                    <a:lnTo>
                      <a:pt x="90545" y="569309"/>
                    </a:lnTo>
                    <a:lnTo>
                      <a:pt x="90545" y="534391"/>
                    </a:lnTo>
                    <a:cubicBezTo>
                      <a:pt x="90545" y="522284"/>
                      <a:pt x="100403" y="512416"/>
                      <a:pt x="112528" y="512416"/>
                    </a:cubicBezTo>
                    <a:lnTo>
                      <a:pt x="248431" y="512416"/>
                    </a:lnTo>
                    <a:cubicBezTo>
                      <a:pt x="260547" y="512416"/>
                      <a:pt x="270405" y="522275"/>
                      <a:pt x="270405" y="534391"/>
                    </a:cubicBezTo>
                    <a:lnTo>
                      <a:pt x="270405" y="569309"/>
                    </a:lnTo>
                    <a:close/>
                    <a:moveTo>
                      <a:pt x="248422" y="938213"/>
                    </a:moveTo>
                    <a:lnTo>
                      <a:pt x="112528" y="938213"/>
                    </a:lnTo>
                    <a:cubicBezTo>
                      <a:pt x="100413" y="938213"/>
                      <a:pt x="90545" y="928354"/>
                      <a:pt x="90545" y="916219"/>
                    </a:cubicBezTo>
                    <a:lnTo>
                      <a:pt x="90545" y="677447"/>
                    </a:lnTo>
                    <a:lnTo>
                      <a:pt x="270396" y="677447"/>
                    </a:lnTo>
                    <a:lnTo>
                      <a:pt x="270396" y="916219"/>
                    </a:lnTo>
                    <a:cubicBezTo>
                      <a:pt x="270396" y="928354"/>
                      <a:pt x="260537" y="938213"/>
                      <a:pt x="248422" y="938213"/>
                    </a:cubicBezTo>
                    <a:close/>
                    <a:moveTo>
                      <a:pt x="464563" y="916219"/>
                    </a:moveTo>
                    <a:cubicBezTo>
                      <a:pt x="464563" y="928345"/>
                      <a:pt x="454704" y="938213"/>
                      <a:pt x="442579" y="938213"/>
                    </a:cubicBezTo>
                    <a:lnTo>
                      <a:pt x="306676" y="938213"/>
                    </a:lnTo>
                    <a:cubicBezTo>
                      <a:pt x="294570" y="938213"/>
                      <a:pt x="284702" y="928354"/>
                      <a:pt x="284702" y="916219"/>
                    </a:cubicBezTo>
                    <a:lnTo>
                      <a:pt x="284702" y="677447"/>
                    </a:lnTo>
                    <a:lnTo>
                      <a:pt x="464563" y="677447"/>
                    </a:lnTo>
                    <a:lnTo>
                      <a:pt x="464563" y="916219"/>
                    </a:lnTo>
                    <a:close/>
                    <a:moveTo>
                      <a:pt x="478850" y="755818"/>
                    </a:moveTo>
                    <a:lnTo>
                      <a:pt x="478850" y="670303"/>
                    </a:lnTo>
                    <a:lnTo>
                      <a:pt x="478850" y="623364"/>
                    </a:lnTo>
                    <a:lnTo>
                      <a:pt x="478850" y="576453"/>
                    </a:lnTo>
                    <a:lnTo>
                      <a:pt x="478850" y="534391"/>
                    </a:lnTo>
                    <a:cubicBezTo>
                      <a:pt x="478850" y="514398"/>
                      <a:pt x="462582" y="498129"/>
                      <a:pt x="442579" y="498129"/>
                    </a:cubicBezTo>
                    <a:lnTo>
                      <a:pt x="306676" y="498129"/>
                    </a:lnTo>
                    <a:cubicBezTo>
                      <a:pt x="294704" y="498129"/>
                      <a:pt x="284169" y="504025"/>
                      <a:pt x="277549" y="513007"/>
                    </a:cubicBezTo>
                    <a:cubicBezTo>
                      <a:pt x="270948" y="504034"/>
                      <a:pt x="260394" y="498129"/>
                      <a:pt x="248422" y="498129"/>
                    </a:cubicBezTo>
                    <a:lnTo>
                      <a:pt x="112528" y="498129"/>
                    </a:lnTo>
                    <a:cubicBezTo>
                      <a:pt x="92526" y="498129"/>
                      <a:pt x="76257" y="514398"/>
                      <a:pt x="76257" y="534391"/>
                    </a:cubicBezTo>
                    <a:lnTo>
                      <a:pt x="76257" y="576453"/>
                    </a:lnTo>
                    <a:lnTo>
                      <a:pt x="76257" y="623373"/>
                    </a:lnTo>
                    <a:lnTo>
                      <a:pt x="76257" y="670312"/>
                    </a:lnTo>
                    <a:lnTo>
                      <a:pt x="76257" y="755828"/>
                    </a:lnTo>
                    <a:lnTo>
                      <a:pt x="14278" y="755828"/>
                    </a:lnTo>
                    <a:lnTo>
                      <a:pt x="14278" y="400393"/>
                    </a:lnTo>
                    <a:lnTo>
                      <a:pt x="277559" y="264119"/>
                    </a:lnTo>
                    <a:lnTo>
                      <a:pt x="540839" y="400393"/>
                    </a:lnTo>
                    <a:lnTo>
                      <a:pt x="540839" y="755809"/>
                    </a:lnTo>
                    <a:lnTo>
                      <a:pt x="478850" y="75580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15">
                <a:extLst>
                  <a:ext uri="{FF2B5EF4-FFF2-40B4-BE49-F238E27FC236}">
                    <a16:creationId xmlns:a16="http://schemas.microsoft.com/office/drawing/2014/main" id="{BEBD031E-7A86-DA53-E9F7-B187A180BDC5}"/>
                  </a:ext>
                </a:extLst>
              </p:cNvPr>
              <p:cNvSpPr/>
              <p:nvPr/>
            </p:nvSpPr>
            <p:spPr>
              <a:xfrm>
                <a:off x="-1506230" y="3515267"/>
                <a:ext cx="74152" cy="74171"/>
              </a:xfrm>
              <a:custGeom>
                <a:avLst/>
                <a:gdLst>
                  <a:gd name="connsiteX0" fmla="*/ 37071 w 74152"/>
                  <a:gd name="connsiteY0" fmla="*/ 0 h 74171"/>
                  <a:gd name="connsiteX1" fmla="*/ 0 w 74152"/>
                  <a:gd name="connsiteY1" fmla="*/ 37081 h 74171"/>
                  <a:gd name="connsiteX2" fmla="*/ 37071 w 74152"/>
                  <a:gd name="connsiteY2" fmla="*/ 74171 h 74171"/>
                  <a:gd name="connsiteX3" fmla="*/ 74152 w 74152"/>
                  <a:gd name="connsiteY3" fmla="*/ 37081 h 74171"/>
                  <a:gd name="connsiteX4" fmla="*/ 37071 w 74152"/>
                  <a:gd name="connsiteY4" fmla="*/ 0 h 74171"/>
                  <a:gd name="connsiteX5" fmla="*/ 37071 w 74152"/>
                  <a:gd name="connsiteY5" fmla="*/ 59874 h 74171"/>
                  <a:gd name="connsiteX6" fmla="*/ 14288 w 74152"/>
                  <a:gd name="connsiteY6" fmla="*/ 37071 h 74171"/>
                  <a:gd name="connsiteX7" fmla="*/ 37071 w 74152"/>
                  <a:gd name="connsiteY7" fmla="*/ 14278 h 74171"/>
                  <a:gd name="connsiteX8" fmla="*/ 59865 w 74152"/>
                  <a:gd name="connsiteY8" fmla="*/ 37071 h 74171"/>
                  <a:gd name="connsiteX9" fmla="*/ 37071 w 74152"/>
                  <a:gd name="connsiteY9" fmla="*/ 59874 h 74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4152" h="74171">
                    <a:moveTo>
                      <a:pt x="37071" y="0"/>
                    </a:moveTo>
                    <a:cubicBezTo>
                      <a:pt x="16631" y="0"/>
                      <a:pt x="0" y="16631"/>
                      <a:pt x="0" y="37081"/>
                    </a:cubicBezTo>
                    <a:cubicBezTo>
                      <a:pt x="0" y="57531"/>
                      <a:pt x="16631" y="74171"/>
                      <a:pt x="37071" y="74171"/>
                    </a:cubicBezTo>
                    <a:cubicBezTo>
                      <a:pt x="57512" y="74171"/>
                      <a:pt x="74152" y="57531"/>
                      <a:pt x="74152" y="37081"/>
                    </a:cubicBezTo>
                    <a:cubicBezTo>
                      <a:pt x="74152" y="16631"/>
                      <a:pt x="57512" y="0"/>
                      <a:pt x="37071" y="0"/>
                    </a:cubicBezTo>
                    <a:close/>
                    <a:moveTo>
                      <a:pt x="37071" y="59874"/>
                    </a:moveTo>
                    <a:cubicBezTo>
                      <a:pt x="24508" y="59874"/>
                      <a:pt x="14288" y="49644"/>
                      <a:pt x="14288" y="37071"/>
                    </a:cubicBezTo>
                    <a:cubicBezTo>
                      <a:pt x="14288" y="24498"/>
                      <a:pt x="24508" y="14278"/>
                      <a:pt x="37071" y="14278"/>
                    </a:cubicBezTo>
                    <a:cubicBezTo>
                      <a:pt x="49635" y="14278"/>
                      <a:pt x="59865" y="24498"/>
                      <a:pt x="59865" y="37071"/>
                    </a:cubicBezTo>
                    <a:cubicBezTo>
                      <a:pt x="59865" y="49644"/>
                      <a:pt x="49635" y="59874"/>
                      <a:pt x="37071" y="59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Freeform: Shape 216">
                <a:extLst>
                  <a:ext uri="{FF2B5EF4-FFF2-40B4-BE49-F238E27FC236}">
                    <a16:creationId xmlns:a16="http://schemas.microsoft.com/office/drawing/2014/main" id="{8B4E64A5-670B-2031-388E-383C002E5A2D}"/>
                  </a:ext>
                </a:extLst>
              </p:cNvPr>
              <p:cNvSpPr/>
              <p:nvPr/>
            </p:nvSpPr>
            <p:spPr>
              <a:xfrm>
                <a:off x="-1415638" y="3515267"/>
                <a:ext cx="57997" cy="14287"/>
              </a:xfrm>
              <a:custGeom>
                <a:avLst/>
                <a:gdLst>
                  <a:gd name="connsiteX0" fmla="*/ 50854 w 57997"/>
                  <a:gd name="connsiteY0" fmla="*/ 0 h 14287"/>
                  <a:gd name="connsiteX1" fmla="*/ 7144 w 57997"/>
                  <a:gd name="connsiteY1" fmla="*/ 0 h 14287"/>
                  <a:gd name="connsiteX2" fmla="*/ 0 w 57997"/>
                  <a:gd name="connsiteY2" fmla="*/ 7144 h 14287"/>
                  <a:gd name="connsiteX3" fmla="*/ 7144 w 57997"/>
                  <a:gd name="connsiteY3" fmla="*/ 14288 h 14287"/>
                  <a:gd name="connsiteX4" fmla="*/ 50854 w 57997"/>
                  <a:gd name="connsiteY4" fmla="*/ 14288 h 14287"/>
                  <a:gd name="connsiteX5" fmla="*/ 57998 w 57997"/>
                  <a:gd name="connsiteY5" fmla="*/ 7144 h 14287"/>
                  <a:gd name="connsiteX6" fmla="*/ 50854 w 57997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97" h="14287">
                    <a:moveTo>
                      <a:pt x="50854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50854" y="14288"/>
                    </a:lnTo>
                    <a:cubicBezTo>
                      <a:pt x="54797" y="14288"/>
                      <a:pt x="57998" y="11087"/>
                      <a:pt x="57998" y="7144"/>
                    </a:cubicBezTo>
                    <a:cubicBezTo>
                      <a:pt x="57998" y="3200"/>
                      <a:pt x="54797" y="0"/>
                      <a:pt x="5085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17">
                <a:extLst>
                  <a:ext uri="{FF2B5EF4-FFF2-40B4-BE49-F238E27FC236}">
                    <a16:creationId xmlns:a16="http://schemas.microsoft.com/office/drawing/2014/main" id="{1612F3F2-2E4C-6636-7AF9-5F5B2EF29A69}"/>
                  </a:ext>
                </a:extLst>
              </p:cNvPr>
              <p:cNvSpPr/>
              <p:nvPr/>
            </p:nvSpPr>
            <p:spPr>
              <a:xfrm>
                <a:off x="-1393778" y="3545204"/>
                <a:ext cx="36137" cy="14287"/>
              </a:xfrm>
              <a:custGeom>
                <a:avLst/>
                <a:gdLst>
                  <a:gd name="connsiteX0" fmla="*/ 28994 w 36137"/>
                  <a:gd name="connsiteY0" fmla="*/ 0 h 14287"/>
                  <a:gd name="connsiteX1" fmla="*/ 7144 w 36137"/>
                  <a:gd name="connsiteY1" fmla="*/ 0 h 14287"/>
                  <a:gd name="connsiteX2" fmla="*/ 0 w 36137"/>
                  <a:gd name="connsiteY2" fmla="*/ 7144 h 14287"/>
                  <a:gd name="connsiteX3" fmla="*/ 7144 w 36137"/>
                  <a:gd name="connsiteY3" fmla="*/ 14288 h 14287"/>
                  <a:gd name="connsiteX4" fmla="*/ 28994 w 36137"/>
                  <a:gd name="connsiteY4" fmla="*/ 14288 h 14287"/>
                  <a:gd name="connsiteX5" fmla="*/ 36138 w 36137"/>
                  <a:gd name="connsiteY5" fmla="*/ 7144 h 14287"/>
                  <a:gd name="connsiteX6" fmla="*/ 28994 w 36137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137" h="14287">
                    <a:moveTo>
                      <a:pt x="28994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28994" y="14288"/>
                    </a:lnTo>
                    <a:cubicBezTo>
                      <a:pt x="32937" y="14288"/>
                      <a:pt x="36138" y="11087"/>
                      <a:pt x="36138" y="7144"/>
                    </a:cubicBezTo>
                    <a:cubicBezTo>
                      <a:pt x="36138" y="3200"/>
                      <a:pt x="32937" y="0"/>
                      <a:pt x="289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" name="Freeform: Shape 218">
                <a:extLst>
                  <a:ext uri="{FF2B5EF4-FFF2-40B4-BE49-F238E27FC236}">
                    <a16:creationId xmlns:a16="http://schemas.microsoft.com/office/drawing/2014/main" id="{4C325E76-1159-BB34-B5A4-DCE1CD6EF4E7}"/>
                  </a:ext>
                </a:extLst>
              </p:cNvPr>
              <p:cNvSpPr/>
              <p:nvPr/>
            </p:nvSpPr>
            <p:spPr>
              <a:xfrm>
                <a:off x="-1312082" y="3515267"/>
                <a:ext cx="74161" cy="74171"/>
              </a:xfrm>
              <a:custGeom>
                <a:avLst/>
                <a:gdLst>
                  <a:gd name="connsiteX0" fmla="*/ 37071 w 74161"/>
                  <a:gd name="connsiteY0" fmla="*/ 0 h 74171"/>
                  <a:gd name="connsiteX1" fmla="*/ 0 w 74161"/>
                  <a:gd name="connsiteY1" fmla="*/ 37081 h 74171"/>
                  <a:gd name="connsiteX2" fmla="*/ 37071 w 74161"/>
                  <a:gd name="connsiteY2" fmla="*/ 74171 h 74171"/>
                  <a:gd name="connsiteX3" fmla="*/ 74162 w 74161"/>
                  <a:gd name="connsiteY3" fmla="*/ 37081 h 74171"/>
                  <a:gd name="connsiteX4" fmla="*/ 37071 w 74161"/>
                  <a:gd name="connsiteY4" fmla="*/ 0 h 74171"/>
                  <a:gd name="connsiteX5" fmla="*/ 37071 w 74161"/>
                  <a:gd name="connsiteY5" fmla="*/ 59874 h 74171"/>
                  <a:gd name="connsiteX6" fmla="*/ 14288 w 74161"/>
                  <a:gd name="connsiteY6" fmla="*/ 37071 h 74171"/>
                  <a:gd name="connsiteX7" fmla="*/ 37071 w 74161"/>
                  <a:gd name="connsiteY7" fmla="*/ 14278 h 74171"/>
                  <a:gd name="connsiteX8" fmla="*/ 59874 w 74161"/>
                  <a:gd name="connsiteY8" fmla="*/ 37071 h 74171"/>
                  <a:gd name="connsiteX9" fmla="*/ 37071 w 74161"/>
                  <a:gd name="connsiteY9" fmla="*/ 59874 h 74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4161" h="74171">
                    <a:moveTo>
                      <a:pt x="37071" y="0"/>
                    </a:moveTo>
                    <a:cubicBezTo>
                      <a:pt x="16631" y="0"/>
                      <a:pt x="0" y="16631"/>
                      <a:pt x="0" y="37081"/>
                    </a:cubicBezTo>
                    <a:cubicBezTo>
                      <a:pt x="0" y="57531"/>
                      <a:pt x="16631" y="74171"/>
                      <a:pt x="37071" y="74171"/>
                    </a:cubicBezTo>
                    <a:cubicBezTo>
                      <a:pt x="57512" y="74171"/>
                      <a:pt x="74162" y="57531"/>
                      <a:pt x="74162" y="37081"/>
                    </a:cubicBezTo>
                    <a:cubicBezTo>
                      <a:pt x="74162" y="16631"/>
                      <a:pt x="57521" y="0"/>
                      <a:pt x="37071" y="0"/>
                    </a:cubicBezTo>
                    <a:close/>
                    <a:moveTo>
                      <a:pt x="37071" y="59874"/>
                    </a:moveTo>
                    <a:cubicBezTo>
                      <a:pt x="24517" y="59874"/>
                      <a:pt x="14288" y="49644"/>
                      <a:pt x="14288" y="37071"/>
                    </a:cubicBezTo>
                    <a:cubicBezTo>
                      <a:pt x="14288" y="24498"/>
                      <a:pt x="24508" y="14278"/>
                      <a:pt x="37071" y="14278"/>
                    </a:cubicBezTo>
                    <a:cubicBezTo>
                      <a:pt x="49635" y="14278"/>
                      <a:pt x="59874" y="24498"/>
                      <a:pt x="59874" y="37071"/>
                    </a:cubicBezTo>
                    <a:cubicBezTo>
                      <a:pt x="59874" y="49644"/>
                      <a:pt x="49644" y="59874"/>
                      <a:pt x="37071" y="59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19">
                <a:extLst>
                  <a:ext uri="{FF2B5EF4-FFF2-40B4-BE49-F238E27FC236}">
                    <a16:creationId xmlns:a16="http://schemas.microsoft.com/office/drawing/2014/main" id="{A39AA040-81FB-F61F-8736-E45F9A96FA17}"/>
                  </a:ext>
                </a:extLst>
              </p:cNvPr>
              <p:cNvSpPr/>
              <p:nvPr/>
            </p:nvSpPr>
            <p:spPr>
              <a:xfrm>
                <a:off x="-1221480" y="3515267"/>
                <a:ext cx="57978" cy="14287"/>
              </a:xfrm>
              <a:custGeom>
                <a:avLst/>
                <a:gdLst>
                  <a:gd name="connsiteX0" fmla="*/ 50835 w 57978"/>
                  <a:gd name="connsiteY0" fmla="*/ 0 h 14287"/>
                  <a:gd name="connsiteX1" fmla="*/ 7144 w 57978"/>
                  <a:gd name="connsiteY1" fmla="*/ 0 h 14287"/>
                  <a:gd name="connsiteX2" fmla="*/ 0 w 57978"/>
                  <a:gd name="connsiteY2" fmla="*/ 7144 h 14287"/>
                  <a:gd name="connsiteX3" fmla="*/ 7144 w 57978"/>
                  <a:gd name="connsiteY3" fmla="*/ 14288 h 14287"/>
                  <a:gd name="connsiteX4" fmla="*/ 50835 w 57978"/>
                  <a:gd name="connsiteY4" fmla="*/ 14288 h 14287"/>
                  <a:gd name="connsiteX5" fmla="*/ 57979 w 57978"/>
                  <a:gd name="connsiteY5" fmla="*/ 7144 h 14287"/>
                  <a:gd name="connsiteX6" fmla="*/ 50835 w 57978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78" h="14287">
                    <a:moveTo>
                      <a:pt x="50835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50835" y="14288"/>
                    </a:lnTo>
                    <a:cubicBezTo>
                      <a:pt x="54778" y="14288"/>
                      <a:pt x="57979" y="11087"/>
                      <a:pt x="57979" y="7144"/>
                    </a:cubicBezTo>
                    <a:cubicBezTo>
                      <a:pt x="57979" y="3200"/>
                      <a:pt x="54778" y="0"/>
                      <a:pt x="508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20">
                <a:extLst>
                  <a:ext uri="{FF2B5EF4-FFF2-40B4-BE49-F238E27FC236}">
                    <a16:creationId xmlns:a16="http://schemas.microsoft.com/office/drawing/2014/main" id="{C70394E5-2822-CAFC-553E-12E6473FF86C}"/>
                  </a:ext>
                </a:extLst>
              </p:cNvPr>
              <p:cNvSpPr/>
              <p:nvPr/>
            </p:nvSpPr>
            <p:spPr>
              <a:xfrm>
                <a:off x="-1199620" y="3545204"/>
                <a:ext cx="36118" cy="14287"/>
              </a:xfrm>
              <a:custGeom>
                <a:avLst/>
                <a:gdLst>
                  <a:gd name="connsiteX0" fmla="*/ 28975 w 36118"/>
                  <a:gd name="connsiteY0" fmla="*/ 0 h 14287"/>
                  <a:gd name="connsiteX1" fmla="*/ 7144 w 36118"/>
                  <a:gd name="connsiteY1" fmla="*/ 0 h 14287"/>
                  <a:gd name="connsiteX2" fmla="*/ 0 w 36118"/>
                  <a:gd name="connsiteY2" fmla="*/ 7144 h 14287"/>
                  <a:gd name="connsiteX3" fmla="*/ 7144 w 36118"/>
                  <a:gd name="connsiteY3" fmla="*/ 14288 h 14287"/>
                  <a:gd name="connsiteX4" fmla="*/ 28975 w 36118"/>
                  <a:gd name="connsiteY4" fmla="*/ 14288 h 14287"/>
                  <a:gd name="connsiteX5" fmla="*/ 36119 w 36118"/>
                  <a:gd name="connsiteY5" fmla="*/ 7144 h 14287"/>
                  <a:gd name="connsiteX6" fmla="*/ 28975 w 36118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118" h="14287">
                    <a:moveTo>
                      <a:pt x="28975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28975" y="14288"/>
                    </a:lnTo>
                    <a:cubicBezTo>
                      <a:pt x="32918" y="14288"/>
                      <a:pt x="36119" y="11087"/>
                      <a:pt x="36119" y="7144"/>
                    </a:cubicBezTo>
                    <a:cubicBezTo>
                      <a:pt x="36119" y="3200"/>
                      <a:pt x="32918" y="0"/>
                      <a:pt x="2897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21">
                <a:extLst>
                  <a:ext uri="{FF2B5EF4-FFF2-40B4-BE49-F238E27FC236}">
                    <a16:creationId xmlns:a16="http://schemas.microsoft.com/office/drawing/2014/main" id="{B8EF9402-7F24-1656-0172-4187C9450EF9}"/>
                  </a:ext>
                </a:extLst>
              </p:cNvPr>
              <p:cNvSpPr/>
              <p:nvPr/>
            </p:nvSpPr>
            <p:spPr>
              <a:xfrm>
                <a:off x="-1430211" y="3027235"/>
                <a:ext cx="195557" cy="59531"/>
              </a:xfrm>
              <a:custGeom>
                <a:avLst/>
                <a:gdLst>
                  <a:gd name="connsiteX0" fmla="*/ 165792 w 195557"/>
                  <a:gd name="connsiteY0" fmla="*/ 0 h 59531"/>
                  <a:gd name="connsiteX1" fmla="*/ 29766 w 195557"/>
                  <a:gd name="connsiteY1" fmla="*/ 0 h 59531"/>
                  <a:gd name="connsiteX2" fmla="*/ 0 w 195557"/>
                  <a:gd name="connsiteY2" fmla="*/ 29766 h 59531"/>
                  <a:gd name="connsiteX3" fmla="*/ 29766 w 195557"/>
                  <a:gd name="connsiteY3" fmla="*/ 59531 h 59531"/>
                  <a:gd name="connsiteX4" fmla="*/ 165792 w 195557"/>
                  <a:gd name="connsiteY4" fmla="*/ 59531 h 59531"/>
                  <a:gd name="connsiteX5" fmla="*/ 195558 w 195557"/>
                  <a:gd name="connsiteY5" fmla="*/ 29766 h 59531"/>
                  <a:gd name="connsiteX6" fmla="*/ 165792 w 195557"/>
                  <a:gd name="connsiteY6" fmla="*/ 0 h 59531"/>
                  <a:gd name="connsiteX7" fmla="*/ 14288 w 195557"/>
                  <a:gd name="connsiteY7" fmla="*/ 29766 h 59531"/>
                  <a:gd name="connsiteX8" fmla="*/ 29766 w 195557"/>
                  <a:gd name="connsiteY8" fmla="*/ 14288 h 59531"/>
                  <a:gd name="connsiteX9" fmla="*/ 90630 w 195557"/>
                  <a:gd name="connsiteY9" fmla="*/ 14288 h 59531"/>
                  <a:gd name="connsiteX10" fmla="*/ 90630 w 195557"/>
                  <a:gd name="connsiteY10" fmla="*/ 45244 h 59531"/>
                  <a:gd name="connsiteX11" fmla="*/ 29766 w 195557"/>
                  <a:gd name="connsiteY11" fmla="*/ 45244 h 59531"/>
                  <a:gd name="connsiteX12" fmla="*/ 14288 w 195557"/>
                  <a:gd name="connsiteY12" fmla="*/ 29766 h 59531"/>
                  <a:gd name="connsiteX13" fmla="*/ 165792 w 195557"/>
                  <a:gd name="connsiteY13" fmla="*/ 45244 h 59531"/>
                  <a:gd name="connsiteX14" fmla="*/ 104918 w 195557"/>
                  <a:gd name="connsiteY14" fmla="*/ 45244 h 59531"/>
                  <a:gd name="connsiteX15" fmla="*/ 104918 w 195557"/>
                  <a:gd name="connsiteY15" fmla="*/ 14288 h 59531"/>
                  <a:gd name="connsiteX16" fmla="*/ 165792 w 195557"/>
                  <a:gd name="connsiteY16" fmla="*/ 14288 h 59531"/>
                  <a:gd name="connsiteX17" fmla="*/ 181270 w 195557"/>
                  <a:gd name="connsiteY17" fmla="*/ 29766 h 59531"/>
                  <a:gd name="connsiteX18" fmla="*/ 165792 w 195557"/>
                  <a:gd name="connsiteY18" fmla="*/ 45244 h 59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5557" h="59531">
                    <a:moveTo>
                      <a:pt x="165792" y="0"/>
                    </a:moveTo>
                    <a:lnTo>
                      <a:pt x="29766" y="0"/>
                    </a:lnTo>
                    <a:cubicBezTo>
                      <a:pt x="13354" y="0"/>
                      <a:pt x="0" y="13354"/>
                      <a:pt x="0" y="29766"/>
                    </a:cubicBezTo>
                    <a:cubicBezTo>
                      <a:pt x="0" y="46177"/>
                      <a:pt x="13354" y="59531"/>
                      <a:pt x="29766" y="59531"/>
                    </a:cubicBezTo>
                    <a:lnTo>
                      <a:pt x="165792" y="59531"/>
                    </a:lnTo>
                    <a:cubicBezTo>
                      <a:pt x="182204" y="59531"/>
                      <a:pt x="195558" y="46177"/>
                      <a:pt x="195558" y="29766"/>
                    </a:cubicBezTo>
                    <a:cubicBezTo>
                      <a:pt x="195558" y="13354"/>
                      <a:pt x="182194" y="0"/>
                      <a:pt x="165792" y="0"/>
                    </a:cubicBezTo>
                    <a:close/>
                    <a:moveTo>
                      <a:pt x="14288" y="29766"/>
                    </a:moveTo>
                    <a:cubicBezTo>
                      <a:pt x="14288" y="21231"/>
                      <a:pt x="21231" y="14288"/>
                      <a:pt x="29766" y="14288"/>
                    </a:cubicBezTo>
                    <a:lnTo>
                      <a:pt x="90630" y="14288"/>
                    </a:lnTo>
                    <a:lnTo>
                      <a:pt x="90630" y="45244"/>
                    </a:lnTo>
                    <a:lnTo>
                      <a:pt x="29766" y="45244"/>
                    </a:lnTo>
                    <a:cubicBezTo>
                      <a:pt x="21231" y="45244"/>
                      <a:pt x="14288" y="38300"/>
                      <a:pt x="14288" y="29766"/>
                    </a:cubicBezTo>
                    <a:close/>
                    <a:moveTo>
                      <a:pt x="165792" y="45244"/>
                    </a:moveTo>
                    <a:lnTo>
                      <a:pt x="104918" y="45244"/>
                    </a:lnTo>
                    <a:lnTo>
                      <a:pt x="104918" y="14288"/>
                    </a:lnTo>
                    <a:lnTo>
                      <a:pt x="165792" y="14288"/>
                    </a:lnTo>
                    <a:cubicBezTo>
                      <a:pt x="174327" y="14288"/>
                      <a:pt x="181270" y="21231"/>
                      <a:pt x="181270" y="29766"/>
                    </a:cubicBezTo>
                    <a:cubicBezTo>
                      <a:pt x="181270" y="38300"/>
                      <a:pt x="174327" y="45244"/>
                      <a:pt x="165792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FDFFBA0-2087-36F2-9299-3CDC320094C1}"/>
              </a:ext>
            </a:extLst>
          </p:cNvPr>
          <p:cNvGrpSpPr/>
          <p:nvPr/>
        </p:nvGrpSpPr>
        <p:grpSpPr>
          <a:xfrm>
            <a:off x="3897195" y="1606368"/>
            <a:ext cx="702195" cy="477231"/>
            <a:chOff x="1192331" y="4918169"/>
            <a:chExt cx="702195" cy="47723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3B100E7-27BC-D41F-8694-712577F808D0}"/>
                </a:ext>
              </a:extLst>
            </p:cNvPr>
            <p:cNvSpPr>
              <a:spLocks/>
            </p:cNvSpPr>
            <p:nvPr/>
          </p:nvSpPr>
          <p:spPr>
            <a:xfrm>
              <a:off x="1192331" y="4918169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Applications</a:t>
              </a:r>
            </a:p>
          </p:txBody>
        </p:sp>
        <p:grpSp>
          <p:nvGrpSpPr>
            <p:cNvPr id="31" name="Graphic 243">
              <a:extLst>
                <a:ext uri="{FF2B5EF4-FFF2-40B4-BE49-F238E27FC236}">
                  <a16:creationId xmlns:a16="http://schemas.microsoft.com/office/drawing/2014/main" id="{4F388455-5A32-8CA7-2038-1D64917FED0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36226" y="5116000"/>
              <a:ext cx="214406" cy="279400"/>
              <a:chOff x="-1950604" y="2362747"/>
              <a:chExt cx="1118893" cy="1458067"/>
            </a:xfrm>
            <a:solidFill>
              <a:schemeClr val="bg1"/>
            </a:solidFill>
          </p:grpSpPr>
          <p:sp>
            <p:nvSpPr>
              <p:cNvPr id="33" name="Freeform: Shape 228">
                <a:extLst>
                  <a:ext uri="{FF2B5EF4-FFF2-40B4-BE49-F238E27FC236}">
                    <a16:creationId xmlns:a16="http://schemas.microsoft.com/office/drawing/2014/main" id="{01F518EB-70E4-81F0-C713-87B09A9E326E}"/>
                  </a:ext>
                </a:extLst>
              </p:cNvPr>
              <p:cNvSpPr/>
              <p:nvPr/>
            </p:nvSpPr>
            <p:spPr>
              <a:xfrm>
                <a:off x="-1625772" y="3571548"/>
                <a:ext cx="95194" cy="201598"/>
              </a:xfrm>
              <a:custGeom>
                <a:avLst/>
                <a:gdLst>
                  <a:gd name="connsiteX0" fmla="*/ 12797 w 95194"/>
                  <a:gd name="connsiteY0" fmla="*/ 201599 h 201598"/>
                  <a:gd name="connsiteX1" fmla="*/ 8062 w 95194"/>
                  <a:gd name="connsiteY1" fmla="*/ 200666 h 201598"/>
                  <a:gd name="connsiteX2" fmla="*/ 901 w 95194"/>
                  <a:gd name="connsiteY2" fmla="*/ 184081 h 201598"/>
                  <a:gd name="connsiteX3" fmla="*/ 70516 w 95194"/>
                  <a:gd name="connsiteY3" fmla="*/ 8093 h 201598"/>
                  <a:gd name="connsiteX4" fmla="*/ 87096 w 95194"/>
                  <a:gd name="connsiteY4" fmla="*/ 899 h 201598"/>
                  <a:gd name="connsiteX5" fmla="*/ 94290 w 95194"/>
                  <a:gd name="connsiteY5" fmla="*/ 17484 h 201598"/>
                  <a:gd name="connsiteX6" fmla="*/ 24681 w 95194"/>
                  <a:gd name="connsiteY6" fmla="*/ 193506 h 201598"/>
                  <a:gd name="connsiteX7" fmla="*/ 12797 w 95194"/>
                  <a:gd name="connsiteY7" fmla="*/ 201599 h 20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5194" h="201598">
                    <a:moveTo>
                      <a:pt x="12797" y="201599"/>
                    </a:moveTo>
                    <a:cubicBezTo>
                      <a:pt x="11238" y="201599"/>
                      <a:pt x="9627" y="201299"/>
                      <a:pt x="8062" y="200666"/>
                    </a:cubicBezTo>
                    <a:cubicBezTo>
                      <a:pt x="1512" y="198101"/>
                      <a:pt x="-1696" y="190642"/>
                      <a:pt x="901" y="184081"/>
                    </a:cubicBezTo>
                    <a:lnTo>
                      <a:pt x="70516" y="8093"/>
                    </a:lnTo>
                    <a:cubicBezTo>
                      <a:pt x="73107" y="1531"/>
                      <a:pt x="80535" y="-1700"/>
                      <a:pt x="87096" y="899"/>
                    </a:cubicBezTo>
                    <a:cubicBezTo>
                      <a:pt x="93700" y="3496"/>
                      <a:pt x="96891" y="10924"/>
                      <a:pt x="94290" y="17484"/>
                    </a:cubicBezTo>
                    <a:lnTo>
                      <a:pt x="24681" y="193506"/>
                    </a:lnTo>
                    <a:cubicBezTo>
                      <a:pt x="22690" y="198534"/>
                      <a:pt x="17854" y="201599"/>
                      <a:pt x="12797" y="2015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229">
                <a:extLst>
                  <a:ext uri="{FF2B5EF4-FFF2-40B4-BE49-F238E27FC236}">
                    <a16:creationId xmlns:a16="http://schemas.microsoft.com/office/drawing/2014/main" id="{8C7D51CD-71E2-ABD8-BA88-690F675F8F8B}"/>
                  </a:ext>
                </a:extLst>
              </p:cNvPr>
              <p:cNvSpPr/>
              <p:nvPr/>
            </p:nvSpPr>
            <p:spPr>
              <a:xfrm>
                <a:off x="-1556153" y="3571548"/>
                <a:ext cx="95216" cy="201599"/>
              </a:xfrm>
              <a:custGeom>
                <a:avLst/>
                <a:gdLst>
                  <a:gd name="connsiteX0" fmla="*/ 82431 w 95216"/>
                  <a:gd name="connsiteY0" fmla="*/ 201599 h 201599"/>
                  <a:gd name="connsiteX1" fmla="*/ 70535 w 95216"/>
                  <a:gd name="connsiteY1" fmla="*/ 193506 h 201599"/>
                  <a:gd name="connsiteX2" fmla="*/ 897 w 95216"/>
                  <a:gd name="connsiteY2" fmla="*/ 17484 h 201599"/>
                  <a:gd name="connsiteX3" fmla="*/ 8084 w 95216"/>
                  <a:gd name="connsiteY3" fmla="*/ 899 h 201599"/>
                  <a:gd name="connsiteX4" fmla="*/ 24672 w 95216"/>
                  <a:gd name="connsiteY4" fmla="*/ 8093 h 201599"/>
                  <a:gd name="connsiteX5" fmla="*/ 94315 w 95216"/>
                  <a:gd name="connsiteY5" fmla="*/ 184081 h 201599"/>
                  <a:gd name="connsiteX6" fmla="*/ 87121 w 95216"/>
                  <a:gd name="connsiteY6" fmla="*/ 200667 h 201599"/>
                  <a:gd name="connsiteX7" fmla="*/ 82431 w 95216"/>
                  <a:gd name="connsiteY7" fmla="*/ 201599 h 201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5216" h="201599">
                    <a:moveTo>
                      <a:pt x="82431" y="201599"/>
                    </a:moveTo>
                    <a:cubicBezTo>
                      <a:pt x="77332" y="201599"/>
                      <a:pt x="72499" y="198535"/>
                      <a:pt x="70535" y="193506"/>
                    </a:cubicBezTo>
                    <a:lnTo>
                      <a:pt x="897" y="17484"/>
                    </a:lnTo>
                    <a:cubicBezTo>
                      <a:pt x="-1696" y="10923"/>
                      <a:pt x="1524" y="3496"/>
                      <a:pt x="8084" y="899"/>
                    </a:cubicBezTo>
                    <a:cubicBezTo>
                      <a:pt x="14655" y="-1700"/>
                      <a:pt x="22074" y="1531"/>
                      <a:pt x="24672" y="8093"/>
                    </a:cubicBezTo>
                    <a:lnTo>
                      <a:pt x="94315" y="184081"/>
                    </a:lnTo>
                    <a:cubicBezTo>
                      <a:pt x="96922" y="190642"/>
                      <a:pt x="93680" y="198103"/>
                      <a:pt x="87121" y="200667"/>
                    </a:cubicBezTo>
                    <a:cubicBezTo>
                      <a:pt x="85591" y="201299"/>
                      <a:pt x="83990" y="201599"/>
                      <a:pt x="82431" y="2015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230">
                <a:extLst>
                  <a:ext uri="{FF2B5EF4-FFF2-40B4-BE49-F238E27FC236}">
                    <a16:creationId xmlns:a16="http://schemas.microsoft.com/office/drawing/2014/main" id="{BEC698EF-0398-C913-C548-B798F1F69200}"/>
                  </a:ext>
                </a:extLst>
              </p:cNvPr>
              <p:cNvSpPr/>
              <p:nvPr/>
            </p:nvSpPr>
            <p:spPr>
              <a:xfrm>
                <a:off x="-1599124" y="3680531"/>
                <a:ext cx="111508" cy="25578"/>
              </a:xfrm>
              <a:custGeom>
                <a:avLst/>
                <a:gdLst>
                  <a:gd name="connsiteX0" fmla="*/ 98721 w 111508"/>
                  <a:gd name="connsiteY0" fmla="*/ 25579 h 25578"/>
                  <a:gd name="connsiteX1" fmla="*/ 12798 w 111508"/>
                  <a:gd name="connsiteY1" fmla="*/ 25579 h 25578"/>
                  <a:gd name="connsiteX2" fmla="*/ 0 w 111508"/>
                  <a:gd name="connsiteY2" fmla="*/ 12790 h 25578"/>
                  <a:gd name="connsiteX3" fmla="*/ 12789 w 111508"/>
                  <a:gd name="connsiteY3" fmla="*/ 1 h 25578"/>
                  <a:gd name="connsiteX4" fmla="*/ 98721 w 111508"/>
                  <a:gd name="connsiteY4" fmla="*/ 0 h 25578"/>
                  <a:gd name="connsiteX5" fmla="*/ 111508 w 111508"/>
                  <a:gd name="connsiteY5" fmla="*/ 12790 h 25578"/>
                  <a:gd name="connsiteX6" fmla="*/ 98721 w 111508"/>
                  <a:gd name="connsiteY6" fmla="*/ 25579 h 25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508" h="25578">
                    <a:moveTo>
                      <a:pt x="98721" y="25579"/>
                    </a:moveTo>
                    <a:lnTo>
                      <a:pt x="12798" y="25579"/>
                    </a:lnTo>
                    <a:cubicBezTo>
                      <a:pt x="5738" y="25579"/>
                      <a:pt x="0" y="19851"/>
                      <a:pt x="0" y="12790"/>
                    </a:cubicBezTo>
                    <a:cubicBezTo>
                      <a:pt x="13" y="5727"/>
                      <a:pt x="5727" y="1"/>
                      <a:pt x="12789" y="1"/>
                    </a:cubicBezTo>
                    <a:lnTo>
                      <a:pt x="98721" y="0"/>
                    </a:lnTo>
                    <a:cubicBezTo>
                      <a:pt x="105781" y="0"/>
                      <a:pt x="111508" y="5729"/>
                      <a:pt x="111508" y="12790"/>
                    </a:cubicBezTo>
                    <a:cubicBezTo>
                      <a:pt x="111521" y="19850"/>
                      <a:pt x="105777" y="25579"/>
                      <a:pt x="98721" y="25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231">
                <a:extLst>
                  <a:ext uri="{FF2B5EF4-FFF2-40B4-BE49-F238E27FC236}">
                    <a16:creationId xmlns:a16="http://schemas.microsoft.com/office/drawing/2014/main" id="{AB35D4CF-4906-810B-571A-9C38C366066A}"/>
                  </a:ext>
                </a:extLst>
              </p:cNvPr>
              <p:cNvSpPr/>
              <p:nvPr/>
            </p:nvSpPr>
            <p:spPr>
              <a:xfrm>
                <a:off x="-1428367" y="3571682"/>
                <a:ext cx="119600" cy="113438"/>
              </a:xfrm>
              <a:custGeom>
                <a:avLst/>
                <a:gdLst>
                  <a:gd name="connsiteX0" fmla="*/ 25579 w 119600"/>
                  <a:gd name="connsiteY0" fmla="*/ 87860 h 113438"/>
                  <a:gd name="connsiteX1" fmla="*/ 62883 w 119600"/>
                  <a:gd name="connsiteY1" fmla="*/ 87860 h 113438"/>
                  <a:gd name="connsiteX2" fmla="*/ 94023 w 119600"/>
                  <a:gd name="connsiteY2" fmla="*/ 56720 h 113438"/>
                  <a:gd name="connsiteX3" fmla="*/ 62883 w 119600"/>
                  <a:gd name="connsiteY3" fmla="*/ 25579 h 113438"/>
                  <a:gd name="connsiteX4" fmla="*/ 25579 w 119600"/>
                  <a:gd name="connsiteY4" fmla="*/ 25578 h 113438"/>
                  <a:gd name="connsiteX5" fmla="*/ 25579 w 119600"/>
                  <a:gd name="connsiteY5" fmla="*/ 87860 h 113438"/>
                  <a:gd name="connsiteX6" fmla="*/ 62883 w 119600"/>
                  <a:gd name="connsiteY6" fmla="*/ 113439 h 113438"/>
                  <a:gd name="connsiteX7" fmla="*/ 12795 w 119600"/>
                  <a:gd name="connsiteY7" fmla="*/ 113439 h 113438"/>
                  <a:gd name="connsiteX8" fmla="*/ 0 w 119600"/>
                  <a:gd name="connsiteY8" fmla="*/ 100651 h 113438"/>
                  <a:gd name="connsiteX9" fmla="*/ 10 w 119600"/>
                  <a:gd name="connsiteY9" fmla="*/ 12787 h 113438"/>
                  <a:gd name="connsiteX10" fmla="*/ 12791 w 119600"/>
                  <a:gd name="connsiteY10" fmla="*/ 1 h 113438"/>
                  <a:gd name="connsiteX11" fmla="*/ 62883 w 119600"/>
                  <a:gd name="connsiteY11" fmla="*/ 0 h 113438"/>
                  <a:gd name="connsiteX12" fmla="*/ 119601 w 119600"/>
                  <a:gd name="connsiteY12" fmla="*/ 56720 h 113438"/>
                  <a:gd name="connsiteX13" fmla="*/ 62883 w 119600"/>
                  <a:gd name="connsiteY13" fmla="*/ 113439 h 11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9600" h="113438">
                    <a:moveTo>
                      <a:pt x="25579" y="87860"/>
                    </a:moveTo>
                    <a:lnTo>
                      <a:pt x="62883" y="87860"/>
                    </a:lnTo>
                    <a:cubicBezTo>
                      <a:pt x="80073" y="87860"/>
                      <a:pt x="94023" y="73906"/>
                      <a:pt x="94023" y="56720"/>
                    </a:cubicBezTo>
                    <a:cubicBezTo>
                      <a:pt x="94027" y="39567"/>
                      <a:pt x="80069" y="25579"/>
                      <a:pt x="62883" y="25579"/>
                    </a:cubicBezTo>
                    <a:lnTo>
                      <a:pt x="25579" y="25578"/>
                    </a:lnTo>
                    <a:lnTo>
                      <a:pt x="25579" y="87860"/>
                    </a:lnTo>
                    <a:close/>
                    <a:moveTo>
                      <a:pt x="62883" y="113439"/>
                    </a:moveTo>
                    <a:lnTo>
                      <a:pt x="12795" y="113439"/>
                    </a:lnTo>
                    <a:cubicBezTo>
                      <a:pt x="5735" y="113439"/>
                      <a:pt x="0" y="107712"/>
                      <a:pt x="0" y="100651"/>
                    </a:cubicBezTo>
                    <a:lnTo>
                      <a:pt x="10" y="12787"/>
                    </a:lnTo>
                    <a:cubicBezTo>
                      <a:pt x="10" y="5728"/>
                      <a:pt x="5731" y="1"/>
                      <a:pt x="12791" y="1"/>
                    </a:cubicBezTo>
                    <a:lnTo>
                      <a:pt x="62883" y="0"/>
                    </a:lnTo>
                    <a:cubicBezTo>
                      <a:pt x="94163" y="0"/>
                      <a:pt x="119601" y="25446"/>
                      <a:pt x="119601" y="56720"/>
                    </a:cubicBezTo>
                    <a:cubicBezTo>
                      <a:pt x="119612" y="87994"/>
                      <a:pt x="94156" y="113440"/>
                      <a:pt x="62883" y="1134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232">
                <a:extLst>
                  <a:ext uri="{FF2B5EF4-FFF2-40B4-BE49-F238E27FC236}">
                    <a16:creationId xmlns:a16="http://schemas.microsoft.com/office/drawing/2014/main" id="{0ADE6F23-2522-663A-8097-D6F152BD636B}"/>
                  </a:ext>
                </a:extLst>
              </p:cNvPr>
              <p:cNvSpPr/>
              <p:nvPr/>
            </p:nvSpPr>
            <p:spPr>
              <a:xfrm>
                <a:off x="-1428367" y="3659545"/>
                <a:ext cx="25579" cy="113439"/>
              </a:xfrm>
              <a:custGeom>
                <a:avLst/>
                <a:gdLst>
                  <a:gd name="connsiteX0" fmla="*/ 12795 w 25579"/>
                  <a:gd name="connsiteY0" fmla="*/ 113440 h 113439"/>
                  <a:gd name="connsiteX1" fmla="*/ 0 w 25579"/>
                  <a:gd name="connsiteY1" fmla="*/ 100651 h 113439"/>
                  <a:gd name="connsiteX2" fmla="*/ 10 w 25579"/>
                  <a:gd name="connsiteY2" fmla="*/ 12789 h 113439"/>
                  <a:gd name="connsiteX3" fmla="*/ 12791 w 25579"/>
                  <a:gd name="connsiteY3" fmla="*/ 0 h 113439"/>
                  <a:gd name="connsiteX4" fmla="*/ 25579 w 25579"/>
                  <a:gd name="connsiteY4" fmla="*/ 12790 h 113439"/>
                  <a:gd name="connsiteX5" fmla="*/ 25579 w 25579"/>
                  <a:gd name="connsiteY5" fmla="*/ 100650 h 113439"/>
                  <a:gd name="connsiteX6" fmla="*/ 12795 w 25579"/>
                  <a:gd name="connsiteY6" fmla="*/ 113440 h 113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579" h="113439">
                    <a:moveTo>
                      <a:pt x="12795" y="113440"/>
                    </a:moveTo>
                    <a:cubicBezTo>
                      <a:pt x="5735" y="113440"/>
                      <a:pt x="0" y="107711"/>
                      <a:pt x="0" y="100651"/>
                    </a:cubicBezTo>
                    <a:lnTo>
                      <a:pt x="10" y="12789"/>
                    </a:lnTo>
                    <a:cubicBezTo>
                      <a:pt x="10" y="5727"/>
                      <a:pt x="5731" y="0"/>
                      <a:pt x="12791" y="0"/>
                    </a:cubicBezTo>
                    <a:cubicBezTo>
                      <a:pt x="19855" y="0"/>
                      <a:pt x="25579" y="5729"/>
                      <a:pt x="25579" y="12790"/>
                    </a:cubicBezTo>
                    <a:lnTo>
                      <a:pt x="25579" y="100650"/>
                    </a:lnTo>
                    <a:cubicBezTo>
                      <a:pt x="25579" y="107711"/>
                      <a:pt x="19851" y="113441"/>
                      <a:pt x="12795" y="1134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233">
                <a:extLst>
                  <a:ext uri="{FF2B5EF4-FFF2-40B4-BE49-F238E27FC236}">
                    <a16:creationId xmlns:a16="http://schemas.microsoft.com/office/drawing/2014/main" id="{9EF34423-1C68-EC6C-217B-069B6277ACE1}"/>
                  </a:ext>
                </a:extLst>
              </p:cNvPr>
              <p:cNvSpPr/>
              <p:nvPr/>
            </p:nvSpPr>
            <p:spPr>
              <a:xfrm>
                <a:off x="-1276191" y="3571682"/>
                <a:ext cx="119633" cy="113438"/>
              </a:xfrm>
              <a:custGeom>
                <a:avLst/>
                <a:gdLst>
                  <a:gd name="connsiteX0" fmla="*/ 25587 w 119633"/>
                  <a:gd name="connsiteY0" fmla="*/ 87860 h 113438"/>
                  <a:gd name="connsiteX1" fmla="*/ 62920 w 119633"/>
                  <a:gd name="connsiteY1" fmla="*/ 87860 h 113438"/>
                  <a:gd name="connsiteX2" fmla="*/ 94055 w 119633"/>
                  <a:gd name="connsiteY2" fmla="*/ 56720 h 113438"/>
                  <a:gd name="connsiteX3" fmla="*/ 62911 w 119633"/>
                  <a:gd name="connsiteY3" fmla="*/ 25579 h 113438"/>
                  <a:gd name="connsiteX4" fmla="*/ 25587 w 119633"/>
                  <a:gd name="connsiteY4" fmla="*/ 25578 h 113438"/>
                  <a:gd name="connsiteX5" fmla="*/ 25587 w 119633"/>
                  <a:gd name="connsiteY5" fmla="*/ 87860 h 113438"/>
                  <a:gd name="connsiteX6" fmla="*/ 62920 w 119633"/>
                  <a:gd name="connsiteY6" fmla="*/ 113439 h 113438"/>
                  <a:gd name="connsiteX7" fmla="*/ 12786 w 119633"/>
                  <a:gd name="connsiteY7" fmla="*/ 113439 h 113438"/>
                  <a:gd name="connsiteX8" fmla="*/ 0 w 119633"/>
                  <a:gd name="connsiteY8" fmla="*/ 100651 h 113438"/>
                  <a:gd name="connsiteX9" fmla="*/ 4 w 119633"/>
                  <a:gd name="connsiteY9" fmla="*/ 12787 h 113438"/>
                  <a:gd name="connsiteX10" fmla="*/ 12786 w 119633"/>
                  <a:gd name="connsiteY10" fmla="*/ 1 h 113438"/>
                  <a:gd name="connsiteX11" fmla="*/ 62920 w 119633"/>
                  <a:gd name="connsiteY11" fmla="*/ 0 h 113438"/>
                  <a:gd name="connsiteX12" fmla="*/ 119633 w 119633"/>
                  <a:gd name="connsiteY12" fmla="*/ 56720 h 113438"/>
                  <a:gd name="connsiteX13" fmla="*/ 62920 w 119633"/>
                  <a:gd name="connsiteY13" fmla="*/ 113439 h 11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9633" h="113438">
                    <a:moveTo>
                      <a:pt x="25587" y="87860"/>
                    </a:moveTo>
                    <a:lnTo>
                      <a:pt x="62920" y="87860"/>
                    </a:lnTo>
                    <a:cubicBezTo>
                      <a:pt x="80113" y="87860"/>
                      <a:pt x="94055" y="73906"/>
                      <a:pt x="94055" y="56720"/>
                    </a:cubicBezTo>
                    <a:cubicBezTo>
                      <a:pt x="94066" y="39567"/>
                      <a:pt x="80098" y="25579"/>
                      <a:pt x="62911" y="25579"/>
                    </a:cubicBezTo>
                    <a:lnTo>
                      <a:pt x="25587" y="25578"/>
                    </a:lnTo>
                    <a:lnTo>
                      <a:pt x="25587" y="87860"/>
                    </a:lnTo>
                    <a:close/>
                    <a:moveTo>
                      <a:pt x="62920" y="113439"/>
                    </a:moveTo>
                    <a:lnTo>
                      <a:pt x="12786" y="113439"/>
                    </a:lnTo>
                    <a:cubicBezTo>
                      <a:pt x="5728" y="113439"/>
                      <a:pt x="0" y="107712"/>
                      <a:pt x="0" y="100651"/>
                    </a:cubicBezTo>
                    <a:lnTo>
                      <a:pt x="4" y="12787"/>
                    </a:lnTo>
                    <a:cubicBezTo>
                      <a:pt x="4" y="5728"/>
                      <a:pt x="5725" y="1"/>
                      <a:pt x="12786" y="1"/>
                    </a:cubicBezTo>
                    <a:lnTo>
                      <a:pt x="62920" y="0"/>
                    </a:lnTo>
                    <a:cubicBezTo>
                      <a:pt x="94200" y="0"/>
                      <a:pt x="119633" y="25446"/>
                      <a:pt x="119633" y="56720"/>
                    </a:cubicBezTo>
                    <a:cubicBezTo>
                      <a:pt x="119633" y="87994"/>
                      <a:pt x="94187" y="113440"/>
                      <a:pt x="62920" y="1134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234">
                <a:extLst>
                  <a:ext uri="{FF2B5EF4-FFF2-40B4-BE49-F238E27FC236}">
                    <a16:creationId xmlns:a16="http://schemas.microsoft.com/office/drawing/2014/main" id="{E17245BE-5CAB-9B20-DA3B-92CE392E4724}"/>
                  </a:ext>
                </a:extLst>
              </p:cNvPr>
              <p:cNvSpPr/>
              <p:nvPr/>
            </p:nvSpPr>
            <p:spPr>
              <a:xfrm>
                <a:off x="-1276192" y="3659545"/>
                <a:ext cx="25587" cy="113439"/>
              </a:xfrm>
              <a:custGeom>
                <a:avLst/>
                <a:gdLst>
                  <a:gd name="connsiteX0" fmla="*/ 12786 w 25587"/>
                  <a:gd name="connsiteY0" fmla="*/ 113440 h 113439"/>
                  <a:gd name="connsiteX1" fmla="*/ 0 w 25587"/>
                  <a:gd name="connsiteY1" fmla="*/ 100651 h 113439"/>
                  <a:gd name="connsiteX2" fmla="*/ 4 w 25587"/>
                  <a:gd name="connsiteY2" fmla="*/ 12789 h 113439"/>
                  <a:gd name="connsiteX3" fmla="*/ 12786 w 25587"/>
                  <a:gd name="connsiteY3" fmla="*/ 0 h 113439"/>
                  <a:gd name="connsiteX4" fmla="*/ 25578 w 25587"/>
                  <a:gd name="connsiteY4" fmla="*/ 12790 h 113439"/>
                  <a:gd name="connsiteX5" fmla="*/ 25587 w 25587"/>
                  <a:gd name="connsiteY5" fmla="*/ 100650 h 113439"/>
                  <a:gd name="connsiteX6" fmla="*/ 12786 w 25587"/>
                  <a:gd name="connsiteY6" fmla="*/ 113440 h 113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587" h="113439">
                    <a:moveTo>
                      <a:pt x="12786" y="113440"/>
                    </a:moveTo>
                    <a:cubicBezTo>
                      <a:pt x="5728" y="113440"/>
                      <a:pt x="0" y="107711"/>
                      <a:pt x="0" y="100651"/>
                    </a:cubicBezTo>
                    <a:lnTo>
                      <a:pt x="4" y="12789"/>
                    </a:lnTo>
                    <a:cubicBezTo>
                      <a:pt x="4" y="5727"/>
                      <a:pt x="5725" y="0"/>
                      <a:pt x="12786" y="0"/>
                    </a:cubicBezTo>
                    <a:cubicBezTo>
                      <a:pt x="19890" y="0"/>
                      <a:pt x="25578" y="5729"/>
                      <a:pt x="25578" y="12790"/>
                    </a:cubicBezTo>
                    <a:lnTo>
                      <a:pt x="25587" y="100650"/>
                    </a:lnTo>
                    <a:cubicBezTo>
                      <a:pt x="25587" y="107711"/>
                      <a:pt x="19883" y="113441"/>
                      <a:pt x="12786" y="1134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235">
                <a:extLst>
                  <a:ext uri="{FF2B5EF4-FFF2-40B4-BE49-F238E27FC236}">
                    <a16:creationId xmlns:a16="http://schemas.microsoft.com/office/drawing/2014/main" id="{4AA4FBC7-E13C-1645-046F-D110073C10B4}"/>
                  </a:ext>
                </a:extLst>
              </p:cNvPr>
              <p:cNvSpPr/>
              <p:nvPr/>
            </p:nvSpPr>
            <p:spPr>
              <a:xfrm>
                <a:off x="-1950604" y="2362747"/>
                <a:ext cx="1118884" cy="1458063"/>
              </a:xfrm>
              <a:custGeom>
                <a:avLst/>
                <a:gdLst>
                  <a:gd name="connsiteX0" fmla="*/ 1106089 w 1118884"/>
                  <a:gd name="connsiteY0" fmla="*/ 1458063 h 1458063"/>
                  <a:gd name="connsiteX1" fmla="*/ 12800 w 1118884"/>
                  <a:gd name="connsiteY1" fmla="*/ 1458063 h 1458063"/>
                  <a:gd name="connsiteX2" fmla="*/ 0 w 1118884"/>
                  <a:gd name="connsiteY2" fmla="*/ 1445274 h 1458063"/>
                  <a:gd name="connsiteX3" fmla="*/ 2 w 1118884"/>
                  <a:gd name="connsiteY3" fmla="*/ 12790 h 1458063"/>
                  <a:gd name="connsiteX4" fmla="*/ 12788 w 1118884"/>
                  <a:gd name="connsiteY4" fmla="*/ 1 h 1458063"/>
                  <a:gd name="connsiteX5" fmla="*/ 775369 w 1118884"/>
                  <a:gd name="connsiteY5" fmla="*/ 0 h 1458063"/>
                  <a:gd name="connsiteX6" fmla="*/ 788149 w 1118884"/>
                  <a:gd name="connsiteY6" fmla="*/ 12790 h 1458063"/>
                  <a:gd name="connsiteX7" fmla="*/ 775358 w 1118884"/>
                  <a:gd name="connsiteY7" fmla="*/ 25579 h 1458063"/>
                  <a:gd name="connsiteX8" fmla="*/ 25587 w 1118884"/>
                  <a:gd name="connsiteY8" fmla="*/ 25579 h 1458063"/>
                  <a:gd name="connsiteX9" fmla="*/ 25587 w 1118884"/>
                  <a:gd name="connsiteY9" fmla="*/ 1432479 h 1458063"/>
                  <a:gd name="connsiteX10" fmla="*/ 1093302 w 1118884"/>
                  <a:gd name="connsiteY10" fmla="*/ 1432479 h 1458063"/>
                  <a:gd name="connsiteX11" fmla="*/ 1093302 w 1118884"/>
                  <a:gd name="connsiteY11" fmla="*/ 343543 h 1458063"/>
                  <a:gd name="connsiteX12" fmla="*/ 1106082 w 1118884"/>
                  <a:gd name="connsiteY12" fmla="*/ 330754 h 1458063"/>
                  <a:gd name="connsiteX13" fmla="*/ 1118873 w 1118884"/>
                  <a:gd name="connsiteY13" fmla="*/ 343544 h 1458063"/>
                  <a:gd name="connsiteX14" fmla="*/ 1118885 w 1118884"/>
                  <a:gd name="connsiteY14" fmla="*/ 1445263 h 1458063"/>
                  <a:gd name="connsiteX15" fmla="*/ 1106086 w 1118884"/>
                  <a:gd name="connsiteY15" fmla="*/ 1458052 h 1458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18884" h="1458063">
                    <a:moveTo>
                      <a:pt x="1106089" y="1458063"/>
                    </a:moveTo>
                    <a:lnTo>
                      <a:pt x="12800" y="1458063"/>
                    </a:lnTo>
                    <a:cubicBezTo>
                      <a:pt x="5697" y="1458063"/>
                      <a:pt x="0" y="1452368"/>
                      <a:pt x="0" y="1445274"/>
                    </a:cubicBezTo>
                    <a:lnTo>
                      <a:pt x="2" y="12790"/>
                    </a:lnTo>
                    <a:cubicBezTo>
                      <a:pt x="2" y="5729"/>
                      <a:pt x="5695" y="1"/>
                      <a:pt x="12788" y="1"/>
                    </a:cubicBezTo>
                    <a:lnTo>
                      <a:pt x="775369" y="0"/>
                    </a:lnTo>
                    <a:cubicBezTo>
                      <a:pt x="782429" y="0"/>
                      <a:pt x="788149" y="5729"/>
                      <a:pt x="788149" y="12790"/>
                    </a:cubicBezTo>
                    <a:cubicBezTo>
                      <a:pt x="788157" y="19851"/>
                      <a:pt x="782420" y="25579"/>
                      <a:pt x="775358" y="25579"/>
                    </a:cubicBezTo>
                    <a:lnTo>
                      <a:pt x="25587" y="25579"/>
                    </a:lnTo>
                    <a:lnTo>
                      <a:pt x="25587" y="1432479"/>
                    </a:lnTo>
                    <a:lnTo>
                      <a:pt x="1093302" y="1432479"/>
                    </a:lnTo>
                    <a:lnTo>
                      <a:pt x="1093302" y="343543"/>
                    </a:lnTo>
                    <a:cubicBezTo>
                      <a:pt x="1093302" y="336449"/>
                      <a:pt x="1099022" y="330754"/>
                      <a:pt x="1106082" y="330754"/>
                    </a:cubicBezTo>
                    <a:cubicBezTo>
                      <a:pt x="1113190" y="330753"/>
                      <a:pt x="1118873" y="336450"/>
                      <a:pt x="1118873" y="343544"/>
                    </a:cubicBezTo>
                    <a:lnTo>
                      <a:pt x="1118885" y="1445263"/>
                    </a:lnTo>
                    <a:cubicBezTo>
                      <a:pt x="1118885" y="1452357"/>
                      <a:pt x="1113178" y="1458052"/>
                      <a:pt x="1106086" y="14580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" name="Freeform: Shape 236">
                <a:extLst>
                  <a:ext uri="{FF2B5EF4-FFF2-40B4-BE49-F238E27FC236}">
                    <a16:creationId xmlns:a16="http://schemas.microsoft.com/office/drawing/2014/main" id="{0ACC471D-9F48-398D-1F5A-8C3F4F2E4BF3}"/>
                  </a:ext>
                </a:extLst>
              </p:cNvPr>
              <p:cNvSpPr/>
              <p:nvPr/>
            </p:nvSpPr>
            <p:spPr>
              <a:xfrm>
                <a:off x="-1188027" y="2362755"/>
                <a:ext cx="356316" cy="356300"/>
              </a:xfrm>
              <a:custGeom>
                <a:avLst/>
                <a:gdLst>
                  <a:gd name="connsiteX0" fmla="*/ 25587 w 356316"/>
                  <a:gd name="connsiteY0" fmla="*/ 43660 h 356300"/>
                  <a:gd name="connsiteX1" fmla="*/ 25587 w 356316"/>
                  <a:gd name="connsiteY1" fmla="*/ 303579 h 356300"/>
                  <a:gd name="connsiteX2" fmla="*/ 52758 w 356316"/>
                  <a:gd name="connsiteY2" fmla="*/ 330756 h 356300"/>
                  <a:gd name="connsiteX3" fmla="*/ 312643 w 356316"/>
                  <a:gd name="connsiteY3" fmla="*/ 330755 h 356300"/>
                  <a:gd name="connsiteX4" fmla="*/ 25587 w 356316"/>
                  <a:gd name="connsiteY4" fmla="*/ 43660 h 356300"/>
                  <a:gd name="connsiteX5" fmla="*/ 356317 w 356316"/>
                  <a:gd name="connsiteY5" fmla="*/ 343980 h 356300"/>
                  <a:gd name="connsiteX6" fmla="*/ 356317 w 356316"/>
                  <a:gd name="connsiteY6" fmla="*/ 343038 h 356300"/>
                  <a:gd name="connsiteX7" fmla="*/ 352585 w 356316"/>
                  <a:gd name="connsiteY7" fmla="*/ 334485 h 356300"/>
                  <a:gd name="connsiteX8" fmla="*/ 21848 w 356316"/>
                  <a:gd name="connsiteY8" fmla="*/ 3760 h 356300"/>
                  <a:gd name="connsiteX9" fmla="*/ 7894 w 356316"/>
                  <a:gd name="connsiteY9" fmla="*/ 962 h 356300"/>
                  <a:gd name="connsiteX10" fmla="*/ 1 w 356316"/>
                  <a:gd name="connsiteY10" fmla="*/ 12786 h 356300"/>
                  <a:gd name="connsiteX11" fmla="*/ 0 w 356316"/>
                  <a:gd name="connsiteY11" fmla="*/ 303579 h 356300"/>
                  <a:gd name="connsiteX12" fmla="*/ 52758 w 356316"/>
                  <a:gd name="connsiteY12" fmla="*/ 356301 h 356300"/>
                  <a:gd name="connsiteX13" fmla="*/ 343518 w 356316"/>
                  <a:gd name="connsiteY13" fmla="*/ 356301 h 356300"/>
                  <a:gd name="connsiteX14" fmla="*/ 355339 w 356316"/>
                  <a:gd name="connsiteY14" fmla="*/ 348409 h 356300"/>
                  <a:gd name="connsiteX15" fmla="*/ 356317 w 356316"/>
                  <a:gd name="connsiteY15" fmla="*/ 343980 h 35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6316" h="356300">
                    <a:moveTo>
                      <a:pt x="25587" y="43660"/>
                    </a:moveTo>
                    <a:lnTo>
                      <a:pt x="25587" y="303579"/>
                    </a:lnTo>
                    <a:cubicBezTo>
                      <a:pt x="25587" y="318532"/>
                      <a:pt x="37769" y="330756"/>
                      <a:pt x="52758" y="330756"/>
                    </a:cubicBezTo>
                    <a:lnTo>
                      <a:pt x="312643" y="330755"/>
                    </a:lnTo>
                    <a:lnTo>
                      <a:pt x="25587" y="43660"/>
                    </a:lnTo>
                    <a:close/>
                    <a:moveTo>
                      <a:pt x="356317" y="343980"/>
                    </a:moveTo>
                    <a:lnTo>
                      <a:pt x="356317" y="343038"/>
                    </a:lnTo>
                    <a:cubicBezTo>
                      <a:pt x="356200" y="339887"/>
                      <a:pt x="354910" y="336815"/>
                      <a:pt x="352585" y="334485"/>
                    </a:cubicBezTo>
                    <a:lnTo>
                      <a:pt x="21848" y="3760"/>
                    </a:lnTo>
                    <a:cubicBezTo>
                      <a:pt x="18185" y="96"/>
                      <a:pt x="12696" y="-1003"/>
                      <a:pt x="7894" y="962"/>
                    </a:cubicBezTo>
                    <a:cubicBezTo>
                      <a:pt x="3130" y="2962"/>
                      <a:pt x="1" y="7622"/>
                      <a:pt x="1" y="12786"/>
                    </a:cubicBezTo>
                    <a:lnTo>
                      <a:pt x="0" y="303579"/>
                    </a:lnTo>
                    <a:cubicBezTo>
                      <a:pt x="0" y="332654"/>
                      <a:pt x="23681" y="356301"/>
                      <a:pt x="52758" y="356301"/>
                    </a:cubicBezTo>
                    <a:lnTo>
                      <a:pt x="343518" y="356301"/>
                    </a:lnTo>
                    <a:cubicBezTo>
                      <a:pt x="348713" y="356302"/>
                      <a:pt x="353379" y="353204"/>
                      <a:pt x="355339" y="348409"/>
                    </a:cubicBezTo>
                    <a:cubicBezTo>
                      <a:pt x="355940" y="346975"/>
                      <a:pt x="356260" y="345476"/>
                      <a:pt x="356317" y="3439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237">
                <a:extLst>
                  <a:ext uri="{FF2B5EF4-FFF2-40B4-BE49-F238E27FC236}">
                    <a16:creationId xmlns:a16="http://schemas.microsoft.com/office/drawing/2014/main" id="{ED1EFE64-8847-0384-9964-4A00E84C55A0}"/>
                  </a:ext>
                </a:extLst>
              </p:cNvPr>
              <p:cNvSpPr/>
              <p:nvPr/>
            </p:nvSpPr>
            <p:spPr>
              <a:xfrm>
                <a:off x="-1819076" y="3523860"/>
                <a:ext cx="855827" cy="296954"/>
              </a:xfrm>
              <a:custGeom>
                <a:avLst/>
                <a:gdLst>
                  <a:gd name="connsiteX0" fmla="*/ 25591 w 855827"/>
                  <a:gd name="connsiteY0" fmla="*/ 271375 h 296954"/>
                  <a:gd name="connsiteX1" fmla="*/ 830247 w 855827"/>
                  <a:gd name="connsiteY1" fmla="*/ 271375 h 296954"/>
                  <a:gd name="connsiteX2" fmla="*/ 830247 w 855827"/>
                  <a:gd name="connsiteY2" fmla="*/ 66878 h 296954"/>
                  <a:gd name="connsiteX3" fmla="*/ 788948 w 855827"/>
                  <a:gd name="connsiteY3" fmla="*/ 25579 h 296954"/>
                  <a:gd name="connsiteX4" fmla="*/ 66881 w 855827"/>
                  <a:gd name="connsiteY4" fmla="*/ 25578 h 296954"/>
                  <a:gd name="connsiteX5" fmla="*/ 25577 w 855827"/>
                  <a:gd name="connsiteY5" fmla="*/ 66879 h 296954"/>
                  <a:gd name="connsiteX6" fmla="*/ 25591 w 855827"/>
                  <a:gd name="connsiteY6" fmla="*/ 271375 h 296954"/>
                  <a:gd name="connsiteX7" fmla="*/ 843044 w 855827"/>
                  <a:gd name="connsiteY7" fmla="*/ 296954 h 296954"/>
                  <a:gd name="connsiteX8" fmla="*/ 12791 w 855827"/>
                  <a:gd name="connsiteY8" fmla="*/ 296954 h 296954"/>
                  <a:gd name="connsiteX9" fmla="*/ 0 w 855827"/>
                  <a:gd name="connsiteY9" fmla="*/ 284165 h 296954"/>
                  <a:gd name="connsiteX10" fmla="*/ 8 w 855827"/>
                  <a:gd name="connsiteY10" fmla="*/ 66878 h 296954"/>
                  <a:gd name="connsiteX11" fmla="*/ 66877 w 855827"/>
                  <a:gd name="connsiteY11" fmla="*/ 1 h 296954"/>
                  <a:gd name="connsiteX12" fmla="*/ 788956 w 855827"/>
                  <a:gd name="connsiteY12" fmla="*/ 0 h 296954"/>
                  <a:gd name="connsiteX13" fmla="*/ 855824 w 855827"/>
                  <a:gd name="connsiteY13" fmla="*/ 66879 h 296954"/>
                  <a:gd name="connsiteX14" fmla="*/ 855828 w 855827"/>
                  <a:gd name="connsiteY14" fmla="*/ 284165 h 296954"/>
                  <a:gd name="connsiteX15" fmla="*/ 843044 w 855827"/>
                  <a:gd name="connsiteY15" fmla="*/ 296954 h 296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55827" h="296954">
                    <a:moveTo>
                      <a:pt x="25591" y="271375"/>
                    </a:moveTo>
                    <a:lnTo>
                      <a:pt x="830247" y="271375"/>
                    </a:lnTo>
                    <a:lnTo>
                      <a:pt x="830247" y="66878"/>
                    </a:lnTo>
                    <a:cubicBezTo>
                      <a:pt x="830247" y="44097"/>
                      <a:pt x="811727" y="25579"/>
                      <a:pt x="788948" y="25579"/>
                    </a:cubicBezTo>
                    <a:lnTo>
                      <a:pt x="66881" y="25578"/>
                    </a:lnTo>
                    <a:cubicBezTo>
                      <a:pt x="44101" y="25578"/>
                      <a:pt x="25577" y="44098"/>
                      <a:pt x="25577" y="66879"/>
                    </a:cubicBezTo>
                    <a:lnTo>
                      <a:pt x="25591" y="271375"/>
                    </a:lnTo>
                    <a:close/>
                    <a:moveTo>
                      <a:pt x="843044" y="296954"/>
                    </a:moveTo>
                    <a:lnTo>
                      <a:pt x="12791" y="296954"/>
                    </a:lnTo>
                    <a:cubicBezTo>
                      <a:pt x="5733" y="296954"/>
                      <a:pt x="0" y="291259"/>
                      <a:pt x="0" y="284165"/>
                    </a:cubicBezTo>
                    <a:lnTo>
                      <a:pt x="8" y="66878"/>
                    </a:lnTo>
                    <a:cubicBezTo>
                      <a:pt x="8" y="30008"/>
                      <a:pt x="30008" y="1"/>
                      <a:pt x="66877" y="1"/>
                    </a:cubicBezTo>
                    <a:lnTo>
                      <a:pt x="788956" y="0"/>
                    </a:lnTo>
                    <a:cubicBezTo>
                      <a:pt x="825824" y="0"/>
                      <a:pt x="855824" y="30008"/>
                      <a:pt x="855824" y="66879"/>
                    </a:cubicBezTo>
                    <a:lnTo>
                      <a:pt x="855828" y="284165"/>
                    </a:lnTo>
                    <a:cubicBezTo>
                      <a:pt x="855828" y="291259"/>
                      <a:pt x="850096" y="296954"/>
                      <a:pt x="843044" y="296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238">
                <a:extLst>
                  <a:ext uri="{FF2B5EF4-FFF2-40B4-BE49-F238E27FC236}">
                    <a16:creationId xmlns:a16="http://schemas.microsoft.com/office/drawing/2014/main" id="{B6FD3B66-FB43-7E14-5B96-8AA25D944FF9}"/>
                  </a:ext>
                </a:extLst>
              </p:cNvPr>
              <p:cNvSpPr/>
              <p:nvPr/>
            </p:nvSpPr>
            <p:spPr>
              <a:xfrm>
                <a:off x="-1686188" y="2975444"/>
                <a:ext cx="422319" cy="422316"/>
              </a:xfrm>
              <a:custGeom>
                <a:avLst/>
                <a:gdLst>
                  <a:gd name="connsiteX0" fmla="*/ 70575 w 422319"/>
                  <a:gd name="connsiteY0" fmla="*/ 25577 h 422316"/>
                  <a:gd name="connsiteX1" fmla="*/ 25581 w 422319"/>
                  <a:gd name="connsiteY1" fmla="*/ 70576 h 422316"/>
                  <a:gd name="connsiteX2" fmla="*/ 25581 w 422319"/>
                  <a:gd name="connsiteY2" fmla="*/ 351741 h 422316"/>
                  <a:gd name="connsiteX3" fmla="*/ 70575 w 422319"/>
                  <a:gd name="connsiteY3" fmla="*/ 396739 h 422316"/>
                  <a:gd name="connsiteX4" fmla="*/ 351742 w 422319"/>
                  <a:gd name="connsiteY4" fmla="*/ 396738 h 422316"/>
                  <a:gd name="connsiteX5" fmla="*/ 396740 w 422319"/>
                  <a:gd name="connsiteY5" fmla="*/ 351742 h 422316"/>
                  <a:gd name="connsiteX6" fmla="*/ 396751 w 422319"/>
                  <a:gd name="connsiteY6" fmla="*/ 232706 h 422316"/>
                  <a:gd name="connsiteX7" fmla="*/ 238317 w 422319"/>
                  <a:gd name="connsiteY7" fmla="*/ 232706 h 422316"/>
                  <a:gd name="connsiteX8" fmla="*/ 167730 w 422319"/>
                  <a:gd name="connsiteY8" fmla="*/ 162133 h 422316"/>
                  <a:gd name="connsiteX9" fmla="*/ 167741 w 422319"/>
                  <a:gd name="connsiteY9" fmla="*/ 25577 h 422316"/>
                  <a:gd name="connsiteX10" fmla="*/ 70575 w 422319"/>
                  <a:gd name="connsiteY10" fmla="*/ 25577 h 422316"/>
                  <a:gd name="connsiteX11" fmla="*/ 351742 w 422319"/>
                  <a:gd name="connsiteY11" fmla="*/ 422317 h 422316"/>
                  <a:gd name="connsiteX12" fmla="*/ 70575 w 422319"/>
                  <a:gd name="connsiteY12" fmla="*/ 422317 h 422316"/>
                  <a:gd name="connsiteX13" fmla="*/ 0 w 422319"/>
                  <a:gd name="connsiteY13" fmla="*/ 351742 h 422316"/>
                  <a:gd name="connsiteX14" fmla="*/ 15 w 422319"/>
                  <a:gd name="connsiteY14" fmla="*/ 70574 h 422316"/>
                  <a:gd name="connsiteX15" fmla="*/ 70575 w 422319"/>
                  <a:gd name="connsiteY15" fmla="*/ 1 h 422316"/>
                  <a:gd name="connsiteX16" fmla="*/ 180524 w 422319"/>
                  <a:gd name="connsiteY16" fmla="*/ 0 h 422316"/>
                  <a:gd name="connsiteX17" fmla="*/ 193309 w 422319"/>
                  <a:gd name="connsiteY17" fmla="*/ 12790 h 422316"/>
                  <a:gd name="connsiteX18" fmla="*/ 193309 w 422319"/>
                  <a:gd name="connsiteY18" fmla="*/ 162132 h 422316"/>
                  <a:gd name="connsiteX19" fmla="*/ 238302 w 422319"/>
                  <a:gd name="connsiteY19" fmla="*/ 207129 h 422316"/>
                  <a:gd name="connsiteX20" fmla="*/ 409536 w 422319"/>
                  <a:gd name="connsiteY20" fmla="*/ 207128 h 422316"/>
                  <a:gd name="connsiteX21" fmla="*/ 422318 w 422319"/>
                  <a:gd name="connsiteY21" fmla="*/ 219919 h 422316"/>
                  <a:gd name="connsiteX22" fmla="*/ 422319 w 422319"/>
                  <a:gd name="connsiteY22" fmla="*/ 351741 h 422316"/>
                  <a:gd name="connsiteX23" fmla="*/ 351742 w 422319"/>
                  <a:gd name="connsiteY23" fmla="*/ 422317 h 422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22319" h="422316">
                    <a:moveTo>
                      <a:pt x="70575" y="25577"/>
                    </a:moveTo>
                    <a:cubicBezTo>
                      <a:pt x="45771" y="25577"/>
                      <a:pt x="25581" y="45762"/>
                      <a:pt x="25581" y="70576"/>
                    </a:cubicBezTo>
                    <a:lnTo>
                      <a:pt x="25581" y="351741"/>
                    </a:lnTo>
                    <a:cubicBezTo>
                      <a:pt x="25581" y="376556"/>
                      <a:pt x="45763" y="396739"/>
                      <a:pt x="70575" y="396739"/>
                    </a:cubicBezTo>
                    <a:lnTo>
                      <a:pt x="351742" y="396738"/>
                    </a:lnTo>
                    <a:cubicBezTo>
                      <a:pt x="376562" y="396738"/>
                      <a:pt x="396740" y="376556"/>
                      <a:pt x="396740" y="351742"/>
                    </a:cubicBezTo>
                    <a:lnTo>
                      <a:pt x="396751" y="232706"/>
                    </a:lnTo>
                    <a:lnTo>
                      <a:pt x="238317" y="232706"/>
                    </a:lnTo>
                    <a:cubicBezTo>
                      <a:pt x="199410" y="232706"/>
                      <a:pt x="167730" y="201034"/>
                      <a:pt x="167730" y="162133"/>
                    </a:cubicBezTo>
                    <a:lnTo>
                      <a:pt x="167741" y="25577"/>
                    </a:lnTo>
                    <a:lnTo>
                      <a:pt x="70575" y="25577"/>
                    </a:lnTo>
                    <a:close/>
                    <a:moveTo>
                      <a:pt x="351742" y="422317"/>
                    </a:moveTo>
                    <a:lnTo>
                      <a:pt x="70575" y="422317"/>
                    </a:lnTo>
                    <a:cubicBezTo>
                      <a:pt x="31654" y="422317"/>
                      <a:pt x="0" y="390643"/>
                      <a:pt x="0" y="351742"/>
                    </a:cubicBezTo>
                    <a:lnTo>
                      <a:pt x="15" y="70574"/>
                    </a:lnTo>
                    <a:cubicBezTo>
                      <a:pt x="15" y="31640"/>
                      <a:pt x="31643" y="1"/>
                      <a:pt x="70575" y="1"/>
                    </a:cubicBezTo>
                    <a:lnTo>
                      <a:pt x="180524" y="0"/>
                    </a:lnTo>
                    <a:cubicBezTo>
                      <a:pt x="187583" y="0"/>
                      <a:pt x="193309" y="5729"/>
                      <a:pt x="193309" y="12790"/>
                    </a:cubicBezTo>
                    <a:lnTo>
                      <a:pt x="193309" y="162132"/>
                    </a:lnTo>
                    <a:cubicBezTo>
                      <a:pt x="193309" y="186946"/>
                      <a:pt x="213491" y="207129"/>
                      <a:pt x="238302" y="207129"/>
                    </a:cubicBezTo>
                    <a:lnTo>
                      <a:pt x="409536" y="207128"/>
                    </a:lnTo>
                    <a:cubicBezTo>
                      <a:pt x="416594" y="207128"/>
                      <a:pt x="422318" y="212858"/>
                      <a:pt x="422318" y="219919"/>
                    </a:cubicBezTo>
                    <a:lnTo>
                      <a:pt x="422319" y="351741"/>
                    </a:lnTo>
                    <a:cubicBezTo>
                      <a:pt x="422319" y="390642"/>
                      <a:pt x="390647" y="422318"/>
                      <a:pt x="351742" y="42231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239">
                <a:extLst>
                  <a:ext uri="{FF2B5EF4-FFF2-40B4-BE49-F238E27FC236}">
                    <a16:creationId xmlns:a16="http://schemas.microsoft.com/office/drawing/2014/main" id="{6BDB5528-339C-0656-2E47-2B7C2BA47543}"/>
                  </a:ext>
                </a:extLst>
              </p:cNvPr>
              <p:cNvSpPr/>
              <p:nvPr/>
            </p:nvSpPr>
            <p:spPr>
              <a:xfrm>
                <a:off x="-1518458" y="2785834"/>
                <a:ext cx="422329" cy="422316"/>
              </a:xfrm>
              <a:custGeom>
                <a:avLst/>
                <a:gdLst>
                  <a:gd name="connsiteX0" fmla="*/ 70588 w 422329"/>
                  <a:gd name="connsiteY0" fmla="*/ 25578 h 422316"/>
                  <a:gd name="connsiteX1" fmla="*/ 25579 w 422329"/>
                  <a:gd name="connsiteY1" fmla="*/ 70576 h 422316"/>
                  <a:gd name="connsiteX2" fmla="*/ 25579 w 422329"/>
                  <a:gd name="connsiteY2" fmla="*/ 351742 h 422316"/>
                  <a:gd name="connsiteX3" fmla="*/ 70573 w 422329"/>
                  <a:gd name="connsiteY3" fmla="*/ 396739 h 422316"/>
                  <a:gd name="connsiteX4" fmla="*/ 351754 w 422329"/>
                  <a:gd name="connsiteY4" fmla="*/ 396738 h 422316"/>
                  <a:gd name="connsiteX5" fmla="*/ 396737 w 422329"/>
                  <a:gd name="connsiteY5" fmla="*/ 351743 h 422316"/>
                  <a:gd name="connsiteX6" fmla="*/ 396749 w 422329"/>
                  <a:gd name="connsiteY6" fmla="*/ 70575 h 422316"/>
                  <a:gd name="connsiteX7" fmla="*/ 351741 w 422329"/>
                  <a:gd name="connsiteY7" fmla="*/ 25580 h 422316"/>
                  <a:gd name="connsiteX8" fmla="*/ 70588 w 422329"/>
                  <a:gd name="connsiteY8" fmla="*/ 25578 h 422316"/>
                  <a:gd name="connsiteX9" fmla="*/ 351754 w 422329"/>
                  <a:gd name="connsiteY9" fmla="*/ 422317 h 422316"/>
                  <a:gd name="connsiteX10" fmla="*/ 70588 w 422329"/>
                  <a:gd name="connsiteY10" fmla="*/ 422317 h 422316"/>
                  <a:gd name="connsiteX11" fmla="*/ 0 w 422329"/>
                  <a:gd name="connsiteY11" fmla="*/ 351743 h 422316"/>
                  <a:gd name="connsiteX12" fmla="*/ 11 w 422329"/>
                  <a:gd name="connsiteY12" fmla="*/ 70575 h 422316"/>
                  <a:gd name="connsiteX13" fmla="*/ 70573 w 422329"/>
                  <a:gd name="connsiteY13" fmla="*/ 2 h 422316"/>
                  <a:gd name="connsiteX14" fmla="*/ 351754 w 422329"/>
                  <a:gd name="connsiteY14" fmla="*/ 0 h 422316"/>
                  <a:gd name="connsiteX15" fmla="*/ 422318 w 422329"/>
                  <a:gd name="connsiteY15" fmla="*/ 70576 h 422316"/>
                  <a:gd name="connsiteX16" fmla="*/ 422330 w 422329"/>
                  <a:gd name="connsiteY16" fmla="*/ 351742 h 422316"/>
                  <a:gd name="connsiteX17" fmla="*/ 351754 w 422329"/>
                  <a:gd name="connsiteY17" fmla="*/ 422317 h 422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22329" h="422316">
                    <a:moveTo>
                      <a:pt x="70588" y="25578"/>
                    </a:moveTo>
                    <a:cubicBezTo>
                      <a:pt x="45768" y="25578"/>
                      <a:pt x="25579" y="45763"/>
                      <a:pt x="25579" y="70576"/>
                    </a:cubicBezTo>
                    <a:lnTo>
                      <a:pt x="25579" y="351742"/>
                    </a:lnTo>
                    <a:cubicBezTo>
                      <a:pt x="25579" y="376557"/>
                      <a:pt x="45762" y="396739"/>
                      <a:pt x="70573" y="396739"/>
                    </a:cubicBezTo>
                    <a:lnTo>
                      <a:pt x="351754" y="396738"/>
                    </a:lnTo>
                    <a:cubicBezTo>
                      <a:pt x="376560" y="396738"/>
                      <a:pt x="396737" y="376557"/>
                      <a:pt x="396737" y="351743"/>
                    </a:cubicBezTo>
                    <a:lnTo>
                      <a:pt x="396749" y="70575"/>
                    </a:lnTo>
                    <a:cubicBezTo>
                      <a:pt x="396749" y="45762"/>
                      <a:pt x="376557" y="25580"/>
                      <a:pt x="351741" y="25580"/>
                    </a:cubicBezTo>
                    <a:lnTo>
                      <a:pt x="70588" y="25578"/>
                    </a:lnTo>
                    <a:close/>
                    <a:moveTo>
                      <a:pt x="351754" y="422317"/>
                    </a:moveTo>
                    <a:lnTo>
                      <a:pt x="70588" y="422317"/>
                    </a:lnTo>
                    <a:cubicBezTo>
                      <a:pt x="31680" y="422317"/>
                      <a:pt x="0" y="390644"/>
                      <a:pt x="0" y="351743"/>
                    </a:cubicBezTo>
                    <a:lnTo>
                      <a:pt x="11" y="70575"/>
                    </a:lnTo>
                    <a:cubicBezTo>
                      <a:pt x="11" y="31640"/>
                      <a:pt x="31674" y="2"/>
                      <a:pt x="70573" y="2"/>
                    </a:cubicBezTo>
                    <a:lnTo>
                      <a:pt x="351754" y="0"/>
                    </a:lnTo>
                    <a:cubicBezTo>
                      <a:pt x="390676" y="0"/>
                      <a:pt x="422318" y="31641"/>
                      <a:pt x="422318" y="70576"/>
                    </a:cubicBezTo>
                    <a:lnTo>
                      <a:pt x="422330" y="351742"/>
                    </a:lnTo>
                    <a:cubicBezTo>
                      <a:pt x="422330" y="390644"/>
                      <a:pt x="390676" y="422319"/>
                      <a:pt x="351754" y="42231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DEFC7B6-AD3C-8759-F7A7-09CC17CB07A2}"/>
              </a:ext>
            </a:extLst>
          </p:cNvPr>
          <p:cNvGrpSpPr/>
          <p:nvPr/>
        </p:nvGrpSpPr>
        <p:grpSpPr>
          <a:xfrm>
            <a:off x="2969767" y="1608396"/>
            <a:ext cx="702195" cy="460595"/>
            <a:chOff x="1574695" y="4292795"/>
            <a:chExt cx="702195" cy="46059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3AC40B1-4F53-653F-C589-74F5D81E720E}"/>
                </a:ext>
              </a:extLst>
            </p:cNvPr>
            <p:cNvSpPr>
              <a:spLocks/>
            </p:cNvSpPr>
            <p:nvPr/>
          </p:nvSpPr>
          <p:spPr>
            <a:xfrm>
              <a:off x="1574695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Database</a:t>
              </a:r>
            </a:p>
          </p:txBody>
        </p:sp>
        <p:grpSp>
          <p:nvGrpSpPr>
            <p:cNvPr id="51" name="Graphic 216">
              <a:extLst>
                <a:ext uri="{FF2B5EF4-FFF2-40B4-BE49-F238E27FC236}">
                  <a16:creationId xmlns:a16="http://schemas.microsoft.com/office/drawing/2014/main" id="{5F1CB31B-822D-DF52-1671-C79D7BE1DC5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41999" y="4473990"/>
              <a:ext cx="167588" cy="279400"/>
              <a:chOff x="-768941" y="4047690"/>
              <a:chExt cx="69135" cy="115261"/>
            </a:xfrm>
            <a:solidFill>
              <a:schemeClr val="bg1"/>
            </a:solidFill>
          </p:grpSpPr>
          <p:sp>
            <p:nvSpPr>
              <p:cNvPr id="52" name="Freeform: Shape 243">
                <a:extLst>
                  <a:ext uri="{FF2B5EF4-FFF2-40B4-BE49-F238E27FC236}">
                    <a16:creationId xmlns:a16="http://schemas.microsoft.com/office/drawing/2014/main" id="{70C57EDD-D8D8-8AAE-156A-9D3B7198146B}"/>
                  </a:ext>
                </a:extLst>
              </p:cNvPr>
              <p:cNvSpPr/>
              <p:nvPr/>
            </p:nvSpPr>
            <p:spPr>
              <a:xfrm>
                <a:off x="-768941" y="4047690"/>
                <a:ext cx="69135" cy="27723"/>
              </a:xfrm>
              <a:custGeom>
                <a:avLst/>
                <a:gdLst>
                  <a:gd name="connsiteX0" fmla="*/ 34567 w 69135"/>
                  <a:gd name="connsiteY0" fmla="*/ 2022 h 27723"/>
                  <a:gd name="connsiteX1" fmla="*/ 2022 w 69135"/>
                  <a:gd name="connsiteY1" fmla="*/ 13862 h 27723"/>
                  <a:gd name="connsiteX2" fmla="*/ 34566 w 69135"/>
                  <a:gd name="connsiteY2" fmla="*/ 25702 h 27723"/>
                  <a:gd name="connsiteX3" fmla="*/ 67113 w 69135"/>
                  <a:gd name="connsiteY3" fmla="*/ 13862 h 27723"/>
                  <a:gd name="connsiteX4" fmla="*/ 34567 w 69135"/>
                  <a:gd name="connsiteY4" fmla="*/ 2022 h 27723"/>
                  <a:gd name="connsiteX5" fmla="*/ 34567 w 69135"/>
                  <a:gd name="connsiteY5" fmla="*/ 27723 h 27723"/>
                  <a:gd name="connsiteX6" fmla="*/ 0 w 69135"/>
                  <a:gd name="connsiteY6" fmla="*/ 13862 h 27723"/>
                  <a:gd name="connsiteX7" fmla="*/ 34566 w 69135"/>
                  <a:gd name="connsiteY7" fmla="*/ 0 h 27723"/>
                  <a:gd name="connsiteX8" fmla="*/ 69136 w 69135"/>
                  <a:gd name="connsiteY8" fmla="*/ 13862 h 27723"/>
                  <a:gd name="connsiteX9" fmla="*/ 34567 w 69135"/>
                  <a:gd name="connsiteY9" fmla="*/ 27723 h 27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9135" h="27723">
                    <a:moveTo>
                      <a:pt x="34567" y="2022"/>
                    </a:moveTo>
                    <a:cubicBezTo>
                      <a:pt x="15100" y="2022"/>
                      <a:pt x="2022" y="8144"/>
                      <a:pt x="2022" y="13862"/>
                    </a:cubicBezTo>
                    <a:cubicBezTo>
                      <a:pt x="2022" y="19580"/>
                      <a:pt x="15099" y="25702"/>
                      <a:pt x="34566" y="25702"/>
                    </a:cubicBezTo>
                    <a:cubicBezTo>
                      <a:pt x="54037" y="25701"/>
                      <a:pt x="67113" y="19580"/>
                      <a:pt x="67113" y="13862"/>
                    </a:cubicBezTo>
                    <a:cubicBezTo>
                      <a:pt x="67114" y="8144"/>
                      <a:pt x="54036" y="2022"/>
                      <a:pt x="34567" y="2022"/>
                    </a:cubicBezTo>
                    <a:close/>
                    <a:moveTo>
                      <a:pt x="34567" y="27723"/>
                    </a:moveTo>
                    <a:cubicBezTo>
                      <a:pt x="15184" y="27723"/>
                      <a:pt x="0" y="21635"/>
                      <a:pt x="0" y="13862"/>
                    </a:cubicBezTo>
                    <a:cubicBezTo>
                      <a:pt x="0" y="6089"/>
                      <a:pt x="15184" y="0"/>
                      <a:pt x="34566" y="0"/>
                    </a:cubicBezTo>
                    <a:cubicBezTo>
                      <a:pt x="53952" y="0"/>
                      <a:pt x="69136" y="6089"/>
                      <a:pt x="69136" y="13862"/>
                    </a:cubicBezTo>
                    <a:cubicBezTo>
                      <a:pt x="69136" y="21635"/>
                      <a:pt x="53952" y="27724"/>
                      <a:pt x="34567" y="27723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244">
                <a:extLst>
                  <a:ext uri="{FF2B5EF4-FFF2-40B4-BE49-F238E27FC236}">
                    <a16:creationId xmlns:a16="http://schemas.microsoft.com/office/drawing/2014/main" id="{B2CE7065-2E32-C304-43F9-8AD2274B6344}"/>
                  </a:ext>
                </a:extLst>
              </p:cNvPr>
              <p:cNvSpPr/>
              <p:nvPr/>
            </p:nvSpPr>
            <p:spPr>
              <a:xfrm>
                <a:off x="-768941" y="4060540"/>
                <a:ext cx="69135" cy="34429"/>
              </a:xfrm>
              <a:custGeom>
                <a:avLst/>
                <a:gdLst>
                  <a:gd name="connsiteX0" fmla="*/ 34567 w 69135"/>
                  <a:gd name="connsiteY0" fmla="*/ 34430 h 34429"/>
                  <a:gd name="connsiteX1" fmla="*/ 0 w 69135"/>
                  <a:gd name="connsiteY1" fmla="*/ 23711 h 34429"/>
                  <a:gd name="connsiteX2" fmla="*/ 0 w 69135"/>
                  <a:gd name="connsiteY2" fmla="*/ 1011 h 34429"/>
                  <a:gd name="connsiteX3" fmla="*/ 1011 w 69135"/>
                  <a:gd name="connsiteY3" fmla="*/ 0 h 34429"/>
                  <a:gd name="connsiteX4" fmla="*/ 2022 w 69135"/>
                  <a:gd name="connsiteY4" fmla="*/ 1011 h 34429"/>
                  <a:gd name="connsiteX5" fmla="*/ 2022 w 69135"/>
                  <a:gd name="connsiteY5" fmla="*/ 23711 h 34429"/>
                  <a:gd name="connsiteX6" fmla="*/ 34567 w 69135"/>
                  <a:gd name="connsiteY6" fmla="*/ 32408 h 34429"/>
                  <a:gd name="connsiteX7" fmla="*/ 67114 w 69135"/>
                  <a:gd name="connsiteY7" fmla="*/ 23711 h 34429"/>
                  <a:gd name="connsiteX8" fmla="*/ 67114 w 69135"/>
                  <a:gd name="connsiteY8" fmla="*/ 1011 h 34429"/>
                  <a:gd name="connsiteX9" fmla="*/ 68125 w 69135"/>
                  <a:gd name="connsiteY9" fmla="*/ 0 h 34429"/>
                  <a:gd name="connsiteX10" fmla="*/ 69136 w 69135"/>
                  <a:gd name="connsiteY10" fmla="*/ 1011 h 34429"/>
                  <a:gd name="connsiteX11" fmla="*/ 69136 w 69135"/>
                  <a:gd name="connsiteY11" fmla="*/ 23711 h 34429"/>
                  <a:gd name="connsiteX12" fmla="*/ 34567 w 69135"/>
                  <a:gd name="connsiteY12" fmla="*/ 34430 h 34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429">
                    <a:moveTo>
                      <a:pt x="34567" y="34430"/>
                    </a:moveTo>
                    <a:cubicBezTo>
                      <a:pt x="17809" y="34430"/>
                      <a:pt x="0" y="30673"/>
                      <a:pt x="0" y="23711"/>
                    </a:cubicBezTo>
                    <a:lnTo>
                      <a:pt x="0" y="1011"/>
                    </a:lnTo>
                    <a:cubicBezTo>
                      <a:pt x="0" y="453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711"/>
                    </a:lnTo>
                    <a:cubicBezTo>
                      <a:pt x="2022" y="27824"/>
                      <a:pt x="15389" y="32408"/>
                      <a:pt x="34567" y="32408"/>
                    </a:cubicBezTo>
                    <a:cubicBezTo>
                      <a:pt x="53747" y="32408"/>
                      <a:pt x="67114" y="27824"/>
                      <a:pt x="67114" y="2371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711"/>
                    </a:lnTo>
                    <a:cubicBezTo>
                      <a:pt x="69136" y="30673"/>
                      <a:pt x="51324" y="34430"/>
                      <a:pt x="34567" y="3443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245">
                <a:extLst>
                  <a:ext uri="{FF2B5EF4-FFF2-40B4-BE49-F238E27FC236}">
                    <a16:creationId xmlns:a16="http://schemas.microsoft.com/office/drawing/2014/main" id="{2EAF32DA-3D34-73F2-0CF1-E8DD2770AADF}"/>
                  </a:ext>
                </a:extLst>
              </p:cNvPr>
              <p:cNvSpPr/>
              <p:nvPr/>
            </p:nvSpPr>
            <p:spPr>
              <a:xfrm>
                <a:off x="-768941" y="4083240"/>
                <a:ext cx="69135" cy="34390"/>
              </a:xfrm>
              <a:custGeom>
                <a:avLst/>
                <a:gdLst>
                  <a:gd name="connsiteX0" fmla="*/ 34567 w 69135"/>
                  <a:gd name="connsiteY0" fmla="*/ 34390 h 34390"/>
                  <a:gd name="connsiteX1" fmla="*/ 0 w 69135"/>
                  <a:gd name="connsiteY1" fmla="*/ 23671 h 34390"/>
                  <a:gd name="connsiteX2" fmla="*/ 0 w 69135"/>
                  <a:gd name="connsiteY2" fmla="*/ 1011 h 34390"/>
                  <a:gd name="connsiteX3" fmla="*/ 1011 w 69135"/>
                  <a:gd name="connsiteY3" fmla="*/ 0 h 34390"/>
                  <a:gd name="connsiteX4" fmla="*/ 2022 w 69135"/>
                  <a:gd name="connsiteY4" fmla="*/ 1011 h 34390"/>
                  <a:gd name="connsiteX5" fmla="*/ 2022 w 69135"/>
                  <a:gd name="connsiteY5" fmla="*/ 23670 h 34390"/>
                  <a:gd name="connsiteX6" fmla="*/ 34567 w 69135"/>
                  <a:gd name="connsiteY6" fmla="*/ 32368 h 34390"/>
                  <a:gd name="connsiteX7" fmla="*/ 67114 w 69135"/>
                  <a:gd name="connsiteY7" fmla="*/ 23671 h 34390"/>
                  <a:gd name="connsiteX8" fmla="*/ 67114 w 69135"/>
                  <a:gd name="connsiteY8" fmla="*/ 1011 h 34390"/>
                  <a:gd name="connsiteX9" fmla="*/ 68125 w 69135"/>
                  <a:gd name="connsiteY9" fmla="*/ 0 h 34390"/>
                  <a:gd name="connsiteX10" fmla="*/ 69136 w 69135"/>
                  <a:gd name="connsiteY10" fmla="*/ 1011 h 34390"/>
                  <a:gd name="connsiteX11" fmla="*/ 69136 w 69135"/>
                  <a:gd name="connsiteY11" fmla="*/ 23671 h 34390"/>
                  <a:gd name="connsiteX12" fmla="*/ 34567 w 69135"/>
                  <a:gd name="connsiteY12" fmla="*/ 34390 h 3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0">
                    <a:moveTo>
                      <a:pt x="34567" y="34390"/>
                    </a:moveTo>
                    <a:cubicBezTo>
                      <a:pt x="17809" y="34390"/>
                      <a:pt x="0" y="30633"/>
                      <a:pt x="0" y="23671"/>
                    </a:cubicBezTo>
                    <a:lnTo>
                      <a:pt x="0" y="1011"/>
                    </a:lnTo>
                    <a:cubicBezTo>
                      <a:pt x="0" y="453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0"/>
                    </a:lnTo>
                    <a:cubicBezTo>
                      <a:pt x="2022" y="27784"/>
                      <a:pt x="15389" y="32368"/>
                      <a:pt x="34567" y="32368"/>
                    </a:cubicBezTo>
                    <a:cubicBezTo>
                      <a:pt x="53747" y="32368"/>
                      <a:pt x="67114" y="27785"/>
                      <a:pt x="67114" y="2367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3"/>
                      <a:pt x="51324" y="34390"/>
                      <a:pt x="34567" y="3439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5" name="Freeform: Shape 246">
                <a:extLst>
                  <a:ext uri="{FF2B5EF4-FFF2-40B4-BE49-F238E27FC236}">
                    <a16:creationId xmlns:a16="http://schemas.microsoft.com/office/drawing/2014/main" id="{76DB0C54-5B94-11D6-39E6-B3E9B958DDB6}"/>
                  </a:ext>
                </a:extLst>
              </p:cNvPr>
              <p:cNvSpPr/>
              <p:nvPr/>
            </p:nvSpPr>
            <p:spPr>
              <a:xfrm>
                <a:off x="-768941" y="4105900"/>
                <a:ext cx="69135" cy="34390"/>
              </a:xfrm>
              <a:custGeom>
                <a:avLst/>
                <a:gdLst>
                  <a:gd name="connsiteX0" fmla="*/ 34567 w 69135"/>
                  <a:gd name="connsiteY0" fmla="*/ 34390 h 34390"/>
                  <a:gd name="connsiteX1" fmla="*/ 0 w 69135"/>
                  <a:gd name="connsiteY1" fmla="*/ 23671 h 34390"/>
                  <a:gd name="connsiteX2" fmla="*/ 0 w 69135"/>
                  <a:gd name="connsiteY2" fmla="*/ 1011 h 34390"/>
                  <a:gd name="connsiteX3" fmla="*/ 1011 w 69135"/>
                  <a:gd name="connsiteY3" fmla="*/ 0 h 34390"/>
                  <a:gd name="connsiteX4" fmla="*/ 2022 w 69135"/>
                  <a:gd name="connsiteY4" fmla="*/ 1011 h 34390"/>
                  <a:gd name="connsiteX5" fmla="*/ 2022 w 69135"/>
                  <a:gd name="connsiteY5" fmla="*/ 23670 h 34390"/>
                  <a:gd name="connsiteX6" fmla="*/ 34567 w 69135"/>
                  <a:gd name="connsiteY6" fmla="*/ 32368 h 34390"/>
                  <a:gd name="connsiteX7" fmla="*/ 67114 w 69135"/>
                  <a:gd name="connsiteY7" fmla="*/ 23671 h 34390"/>
                  <a:gd name="connsiteX8" fmla="*/ 67114 w 69135"/>
                  <a:gd name="connsiteY8" fmla="*/ 1011 h 34390"/>
                  <a:gd name="connsiteX9" fmla="*/ 68125 w 69135"/>
                  <a:gd name="connsiteY9" fmla="*/ 0 h 34390"/>
                  <a:gd name="connsiteX10" fmla="*/ 69136 w 69135"/>
                  <a:gd name="connsiteY10" fmla="*/ 1011 h 34390"/>
                  <a:gd name="connsiteX11" fmla="*/ 69136 w 69135"/>
                  <a:gd name="connsiteY11" fmla="*/ 23671 h 34390"/>
                  <a:gd name="connsiteX12" fmla="*/ 34567 w 69135"/>
                  <a:gd name="connsiteY12" fmla="*/ 34390 h 3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0">
                    <a:moveTo>
                      <a:pt x="34567" y="34390"/>
                    </a:moveTo>
                    <a:cubicBezTo>
                      <a:pt x="17809" y="34390"/>
                      <a:pt x="0" y="30633"/>
                      <a:pt x="0" y="23671"/>
                    </a:cubicBezTo>
                    <a:lnTo>
                      <a:pt x="0" y="1011"/>
                    </a:lnTo>
                    <a:cubicBezTo>
                      <a:pt x="0" y="452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0"/>
                    </a:lnTo>
                    <a:cubicBezTo>
                      <a:pt x="2022" y="27784"/>
                      <a:pt x="15389" y="32368"/>
                      <a:pt x="34567" y="32368"/>
                    </a:cubicBezTo>
                    <a:cubicBezTo>
                      <a:pt x="53747" y="32368"/>
                      <a:pt x="67114" y="27785"/>
                      <a:pt x="67114" y="2367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3"/>
                      <a:pt x="51324" y="34390"/>
                      <a:pt x="34567" y="3439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6" name="Freeform: Shape 247">
                <a:extLst>
                  <a:ext uri="{FF2B5EF4-FFF2-40B4-BE49-F238E27FC236}">
                    <a16:creationId xmlns:a16="http://schemas.microsoft.com/office/drawing/2014/main" id="{7E69CF7F-62BC-DF89-BEB8-D0AE149059C5}"/>
                  </a:ext>
                </a:extLst>
              </p:cNvPr>
              <p:cNvSpPr/>
              <p:nvPr/>
            </p:nvSpPr>
            <p:spPr>
              <a:xfrm>
                <a:off x="-768941" y="4128560"/>
                <a:ext cx="69135" cy="34391"/>
              </a:xfrm>
              <a:custGeom>
                <a:avLst/>
                <a:gdLst>
                  <a:gd name="connsiteX0" fmla="*/ 34567 w 69135"/>
                  <a:gd name="connsiteY0" fmla="*/ 34391 h 34391"/>
                  <a:gd name="connsiteX1" fmla="*/ 0 w 69135"/>
                  <a:gd name="connsiteY1" fmla="*/ 23671 h 34391"/>
                  <a:gd name="connsiteX2" fmla="*/ 0 w 69135"/>
                  <a:gd name="connsiteY2" fmla="*/ 1011 h 34391"/>
                  <a:gd name="connsiteX3" fmla="*/ 1011 w 69135"/>
                  <a:gd name="connsiteY3" fmla="*/ 0 h 34391"/>
                  <a:gd name="connsiteX4" fmla="*/ 2022 w 69135"/>
                  <a:gd name="connsiteY4" fmla="*/ 1011 h 34391"/>
                  <a:gd name="connsiteX5" fmla="*/ 2022 w 69135"/>
                  <a:gd name="connsiteY5" fmla="*/ 23671 h 34391"/>
                  <a:gd name="connsiteX6" fmla="*/ 34567 w 69135"/>
                  <a:gd name="connsiteY6" fmla="*/ 32369 h 34391"/>
                  <a:gd name="connsiteX7" fmla="*/ 67114 w 69135"/>
                  <a:gd name="connsiteY7" fmla="*/ 23671 h 34391"/>
                  <a:gd name="connsiteX8" fmla="*/ 67114 w 69135"/>
                  <a:gd name="connsiteY8" fmla="*/ 1011 h 34391"/>
                  <a:gd name="connsiteX9" fmla="*/ 68125 w 69135"/>
                  <a:gd name="connsiteY9" fmla="*/ 0 h 34391"/>
                  <a:gd name="connsiteX10" fmla="*/ 69136 w 69135"/>
                  <a:gd name="connsiteY10" fmla="*/ 1011 h 34391"/>
                  <a:gd name="connsiteX11" fmla="*/ 69136 w 69135"/>
                  <a:gd name="connsiteY11" fmla="*/ 23671 h 34391"/>
                  <a:gd name="connsiteX12" fmla="*/ 34567 w 69135"/>
                  <a:gd name="connsiteY12" fmla="*/ 34391 h 34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1">
                    <a:moveTo>
                      <a:pt x="34567" y="34391"/>
                    </a:moveTo>
                    <a:cubicBezTo>
                      <a:pt x="17809" y="34391"/>
                      <a:pt x="0" y="30634"/>
                      <a:pt x="0" y="23671"/>
                    </a:cubicBezTo>
                    <a:lnTo>
                      <a:pt x="0" y="1011"/>
                    </a:lnTo>
                    <a:cubicBezTo>
                      <a:pt x="0" y="452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1"/>
                    </a:lnTo>
                    <a:cubicBezTo>
                      <a:pt x="2022" y="27785"/>
                      <a:pt x="15389" y="32369"/>
                      <a:pt x="34567" y="32369"/>
                    </a:cubicBezTo>
                    <a:cubicBezTo>
                      <a:pt x="53747" y="32369"/>
                      <a:pt x="67114" y="27786"/>
                      <a:pt x="67114" y="23671"/>
                    </a:cubicBezTo>
                    <a:lnTo>
                      <a:pt x="67114" y="1011"/>
                    </a:lnTo>
                    <a:cubicBezTo>
                      <a:pt x="67114" y="452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4"/>
                      <a:pt x="51324" y="34391"/>
                      <a:pt x="34567" y="34391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73DCFF8-B0F5-4887-8DA2-797CB9BCD687}"/>
              </a:ext>
            </a:extLst>
          </p:cNvPr>
          <p:cNvGrpSpPr>
            <a:grpSpLocks noChangeAspect="1"/>
          </p:cNvGrpSpPr>
          <p:nvPr/>
        </p:nvGrpSpPr>
        <p:grpSpPr>
          <a:xfrm>
            <a:off x="2168307" y="1748553"/>
            <a:ext cx="255042" cy="320438"/>
            <a:chOff x="-531169" y="3093269"/>
            <a:chExt cx="185737" cy="233362"/>
          </a:xfrm>
          <a:solidFill>
            <a:schemeClr val="bg1"/>
          </a:solidFill>
        </p:grpSpPr>
        <p:sp>
          <p:nvSpPr>
            <p:cNvPr id="60" name="Freeform: Shape 225">
              <a:extLst>
                <a:ext uri="{FF2B5EF4-FFF2-40B4-BE49-F238E27FC236}">
                  <a16:creationId xmlns:a16="http://schemas.microsoft.com/office/drawing/2014/main" id="{3A2DDE54-8D38-4303-FA65-2858D23B8737}"/>
                </a:ext>
              </a:extLst>
            </p:cNvPr>
            <p:cNvSpPr/>
            <p:nvPr/>
          </p:nvSpPr>
          <p:spPr>
            <a:xfrm>
              <a:off x="-521644" y="3255194"/>
              <a:ext cx="119062" cy="61912"/>
            </a:xfrm>
            <a:custGeom>
              <a:avLst/>
              <a:gdLst>
                <a:gd name="connsiteX0" fmla="*/ 116681 w 119062"/>
                <a:gd name="connsiteY0" fmla="*/ 0 h 61912"/>
                <a:gd name="connsiteX1" fmla="*/ 2381 w 119062"/>
                <a:gd name="connsiteY1" fmla="*/ 0 h 61912"/>
                <a:gd name="connsiteX2" fmla="*/ 0 w 119062"/>
                <a:gd name="connsiteY2" fmla="*/ 2381 h 61912"/>
                <a:gd name="connsiteX3" fmla="*/ 0 w 119062"/>
                <a:gd name="connsiteY3" fmla="*/ 59531 h 61912"/>
                <a:gd name="connsiteX4" fmla="*/ 2381 w 119062"/>
                <a:gd name="connsiteY4" fmla="*/ 61913 h 61912"/>
                <a:gd name="connsiteX5" fmla="*/ 116681 w 119062"/>
                <a:gd name="connsiteY5" fmla="*/ 61913 h 61912"/>
                <a:gd name="connsiteX6" fmla="*/ 119063 w 119062"/>
                <a:gd name="connsiteY6" fmla="*/ 59531 h 61912"/>
                <a:gd name="connsiteX7" fmla="*/ 119063 w 119062"/>
                <a:gd name="connsiteY7" fmla="*/ 2381 h 61912"/>
                <a:gd name="connsiteX8" fmla="*/ 116681 w 119062"/>
                <a:gd name="connsiteY8" fmla="*/ 0 h 61912"/>
                <a:gd name="connsiteX9" fmla="*/ 114300 w 119062"/>
                <a:gd name="connsiteY9" fmla="*/ 57150 h 61912"/>
                <a:gd name="connsiteX10" fmla="*/ 4763 w 119062"/>
                <a:gd name="connsiteY10" fmla="*/ 57150 h 61912"/>
                <a:gd name="connsiteX11" fmla="*/ 4763 w 119062"/>
                <a:gd name="connsiteY11" fmla="*/ 4763 h 61912"/>
                <a:gd name="connsiteX12" fmla="*/ 114300 w 119062"/>
                <a:gd name="connsiteY12" fmla="*/ 4763 h 6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062" h="61912">
                  <a:moveTo>
                    <a:pt x="116681" y="0"/>
                  </a:move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lnTo>
                    <a:pt x="0" y="59531"/>
                  </a:lnTo>
                  <a:cubicBezTo>
                    <a:pt x="0" y="60846"/>
                    <a:pt x="1066" y="61913"/>
                    <a:pt x="2381" y="61913"/>
                  </a:cubicBezTo>
                  <a:lnTo>
                    <a:pt x="116681" y="61913"/>
                  </a:lnTo>
                  <a:cubicBezTo>
                    <a:pt x="117996" y="61913"/>
                    <a:pt x="119063" y="60846"/>
                    <a:pt x="119063" y="59531"/>
                  </a:cubicBezTo>
                  <a:lnTo>
                    <a:pt x="119063" y="2381"/>
                  </a:lnTo>
                  <a:cubicBezTo>
                    <a:pt x="119063" y="1066"/>
                    <a:pt x="117996" y="0"/>
                    <a:pt x="116681" y="0"/>
                  </a:cubicBezTo>
                  <a:close/>
                  <a:moveTo>
                    <a:pt x="114300" y="57150"/>
                  </a:moveTo>
                  <a:lnTo>
                    <a:pt x="4763" y="57150"/>
                  </a:lnTo>
                  <a:lnTo>
                    <a:pt x="4763" y="4763"/>
                  </a:lnTo>
                  <a:lnTo>
                    <a:pt x="114300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1" name="Freeform: Shape 226">
              <a:extLst>
                <a:ext uri="{FF2B5EF4-FFF2-40B4-BE49-F238E27FC236}">
                  <a16:creationId xmlns:a16="http://schemas.microsoft.com/office/drawing/2014/main" id="{E26B38DE-F6F4-C005-4573-AE456CEA540D}"/>
                </a:ext>
              </a:extLst>
            </p:cNvPr>
            <p:cNvSpPr/>
            <p:nvPr/>
          </p:nvSpPr>
          <p:spPr>
            <a:xfrm>
              <a:off x="-513224" y="3267777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3" name="Freeform: Shape 228">
              <a:extLst>
                <a:ext uri="{FF2B5EF4-FFF2-40B4-BE49-F238E27FC236}">
                  <a16:creationId xmlns:a16="http://schemas.microsoft.com/office/drawing/2014/main" id="{E8D2CD26-936E-DD0B-8561-2EF13A788672}"/>
                </a:ext>
              </a:extLst>
            </p:cNvPr>
            <p:cNvSpPr/>
            <p:nvPr/>
          </p:nvSpPr>
          <p:spPr>
            <a:xfrm>
              <a:off x="-513224" y="3282922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8" name="Freeform: Shape 229">
              <a:extLst>
                <a:ext uri="{FF2B5EF4-FFF2-40B4-BE49-F238E27FC236}">
                  <a16:creationId xmlns:a16="http://schemas.microsoft.com/office/drawing/2014/main" id="{E7779E18-2FF0-83D8-F434-D03FFAF46436}"/>
                </a:ext>
              </a:extLst>
            </p:cNvPr>
            <p:cNvSpPr/>
            <p:nvPr/>
          </p:nvSpPr>
          <p:spPr>
            <a:xfrm>
              <a:off x="-513224" y="3298057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9" name="Freeform: Shape 230">
              <a:extLst>
                <a:ext uri="{FF2B5EF4-FFF2-40B4-BE49-F238E27FC236}">
                  <a16:creationId xmlns:a16="http://schemas.microsoft.com/office/drawing/2014/main" id="{0A5DD804-093A-4988-8414-9AF535BBA0F1}"/>
                </a:ext>
              </a:extLst>
            </p:cNvPr>
            <p:cNvSpPr/>
            <p:nvPr/>
          </p:nvSpPr>
          <p:spPr>
            <a:xfrm>
              <a:off x="-531169" y="3093269"/>
              <a:ext cx="185737" cy="233362"/>
            </a:xfrm>
            <a:custGeom>
              <a:avLst/>
              <a:gdLst>
                <a:gd name="connsiteX0" fmla="*/ 183356 w 185737"/>
                <a:gd name="connsiteY0" fmla="*/ 9525 h 233362"/>
                <a:gd name="connsiteX1" fmla="*/ 176213 w 185737"/>
                <a:gd name="connsiteY1" fmla="*/ 9525 h 233362"/>
                <a:gd name="connsiteX2" fmla="*/ 176213 w 185737"/>
                <a:gd name="connsiteY2" fmla="*/ 2381 h 233362"/>
                <a:gd name="connsiteX3" fmla="*/ 173831 w 185737"/>
                <a:gd name="connsiteY3" fmla="*/ 0 h 233362"/>
                <a:gd name="connsiteX4" fmla="*/ 107156 w 185737"/>
                <a:gd name="connsiteY4" fmla="*/ 0 h 233362"/>
                <a:gd name="connsiteX5" fmla="*/ 104775 w 185737"/>
                <a:gd name="connsiteY5" fmla="*/ 2381 h 233362"/>
                <a:gd name="connsiteX6" fmla="*/ 104775 w 185737"/>
                <a:gd name="connsiteY6" fmla="*/ 9525 h 233362"/>
                <a:gd name="connsiteX7" fmla="*/ 78772 w 185737"/>
                <a:gd name="connsiteY7" fmla="*/ 9525 h 233362"/>
                <a:gd name="connsiteX8" fmla="*/ 77086 w 185737"/>
                <a:gd name="connsiteY8" fmla="*/ 10220 h 233362"/>
                <a:gd name="connsiteX9" fmla="*/ 48320 w 185737"/>
                <a:gd name="connsiteY9" fmla="*/ 38986 h 233362"/>
                <a:gd name="connsiteX10" fmla="*/ 47625 w 185737"/>
                <a:gd name="connsiteY10" fmla="*/ 40672 h 233362"/>
                <a:gd name="connsiteX11" fmla="*/ 47625 w 185737"/>
                <a:gd name="connsiteY11" fmla="*/ 66675 h 233362"/>
                <a:gd name="connsiteX12" fmla="*/ 31147 w 185737"/>
                <a:gd name="connsiteY12" fmla="*/ 66675 h 233362"/>
                <a:gd name="connsiteX13" fmla="*/ 29461 w 185737"/>
                <a:gd name="connsiteY13" fmla="*/ 67370 h 233362"/>
                <a:gd name="connsiteX14" fmla="*/ 695 w 185737"/>
                <a:gd name="connsiteY14" fmla="*/ 96136 h 233362"/>
                <a:gd name="connsiteX15" fmla="*/ 0 w 185737"/>
                <a:gd name="connsiteY15" fmla="*/ 97822 h 233362"/>
                <a:gd name="connsiteX16" fmla="*/ 0 w 185737"/>
                <a:gd name="connsiteY16" fmla="*/ 230981 h 233362"/>
                <a:gd name="connsiteX17" fmla="*/ 2381 w 185737"/>
                <a:gd name="connsiteY17" fmla="*/ 233363 h 233362"/>
                <a:gd name="connsiteX18" fmla="*/ 135731 w 185737"/>
                <a:gd name="connsiteY18" fmla="*/ 233363 h 233362"/>
                <a:gd name="connsiteX19" fmla="*/ 138113 w 185737"/>
                <a:gd name="connsiteY19" fmla="*/ 230981 h 233362"/>
                <a:gd name="connsiteX20" fmla="*/ 138113 w 185737"/>
                <a:gd name="connsiteY20" fmla="*/ 176213 h 233362"/>
                <a:gd name="connsiteX21" fmla="*/ 183356 w 185737"/>
                <a:gd name="connsiteY21" fmla="*/ 176213 h 233362"/>
                <a:gd name="connsiteX22" fmla="*/ 185738 w 185737"/>
                <a:gd name="connsiteY22" fmla="*/ 173831 h 233362"/>
                <a:gd name="connsiteX23" fmla="*/ 185738 w 185737"/>
                <a:gd name="connsiteY23" fmla="*/ 11906 h 233362"/>
                <a:gd name="connsiteX24" fmla="*/ 183356 w 185737"/>
                <a:gd name="connsiteY24" fmla="*/ 9525 h 233362"/>
                <a:gd name="connsiteX25" fmla="*/ 109538 w 185737"/>
                <a:gd name="connsiteY25" fmla="*/ 4763 h 233362"/>
                <a:gd name="connsiteX26" fmla="*/ 171450 w 185737"/>
                <a:gd name="connsiteY26" fmla="*/ 4763 h 233362"/>
                <a:gd name="connsiteX27" fmla="*/ 171450 w 185737"/>
                <a:gd name="connsiteY27" fmla="*/ 47625 h 233362"/>
                <a:gd name="connsiteX28" fmla="*/ 109538 w 185737"/>
                <a:gd name="connsiteY28" fmla="*/ 47625 h 233362"/>
                <a:gd name="connsiteX29" fmla="*/ 109538 w 185737"/>
                <a:gd name="connsiteY29" fmla="*/ 4763 h 233362"/>
                <a:gd name="connsiteX30" fmla="*/ 133350 w 185737"/>
                <a:gd name="connsiteY30" fmla="*/ 228600 h 233362"/>
                <a:gd name="connsiteX31" fmla="*/ 4763 w 185737"/>
                <a:gd name="connsiteY31" fmla="*/ 228600 h 233362"/>
                <a:gd name="connsiteX32" fmla="*/ 4763 w 185737"/>
                <a:gd name="connsiteY32" fmla="*/ 98812 h 233362"/>
                <a:gd name="connsiteX33" fmla="*/ 32137 w 185737"/>
                <a:gd name="connsiteY33" fmla="*/ 71438 h 233362"/>
                <a:gd name="connsiteX34" fmla="*/ 57150 w 185737"/>
                <a:gd name="connsiteY34" fmla="*/ 71438 h 233362"/>
                <a:gd name="connsiteX35" fmla="*/ 57150 w 185737"/>
                <a:gd name="connsiteY35" fmla="*/ 107156 h 233362"/>
                <a:gd name="connsiteX36" fmla="*/ 59531 w 185737"/>
                <a:gd name="connsiteY36" fmla="*/ 109538 h 233362"/>
                <a:gd name="connsiteX37" fmla="*/ 126206 w 185737"/>
                <a:gd name="connsiteY37" fmla="*/ 109538 h 233362"/>
                <a:gd name="connsiteX38" fmla="*/ 128588 w 185737"/>
                <a:gd name="connsiteY38" fmla="*/ 107156 h 233362"/>
                <a:gd name="connsiteX39" fmla="*/ 128588 w 185737"/>
                <a:gd name="connsiteY39" fmla="*/ 71438 h 233362"/>
                <a:gd name="connsiteX40" fmla="*/ 133350 w 185737"/>
                <a:gd name="connsiteY40" fmla="*/ 71438 h 233362"/>
                <a:gd name="connsiteX41" fmla="*/ 133350 w 185737"/>
                <a:gd name="connsiteY41" fmla="*/ 228600 h 233362"/>
                <a:gd name="connsiteX42" fmla="*/ 123825 w 185737"/>
                <a:gd name="connsiteY42" fmla="*/ 69056 h 233362"/>
                <a:gd name="connsiteX43" fmla="*/ 123825 w 185737"/>
                <a:gd name="connsiteY43" fmla="*/ 104775 h 233362"/>
                <a:gd name="connsiteX44" fmla="*/ 61913 w 185737"/>
                <a:gd name="connsiteY44" fmla="*/ 104775 h 233362"/>
                <a:gd name="connsiteX45" fmla="*/ 61913 w 185737"/>
                <a:gd name="connsiteY45" fmla="*/ 61913 h 233362"/>
                <a:gd name="connsiteX46" fmla="*/ 123825 w 185737"/>
                <a:gd name="connsiteY46" fmla="*/ 61913 h 233362"/>
                <a:gd name="connsiteX47" fmla="*/ 138113 w 185737"/>
                <a:gd name="connsiteY47" fmla="*/ 152400 h 233362"/>
                <a:gd name="connsiteX48" fmla="*/ 165411 w 185737"/>
                <a:gd name="connsiteY48" fmla="*/ 152400 h 233362"/>
                <a:gd name="connsiteX49" fmla="*/ 167792 w 185737"/>
                <a:gd name="connsiteY49" fmla="*/ 150019 h 233362"/>
                <a:gd name="connsiteX50" fmla="*/ 165411 w 185737"/>
                <a:gd name="connsiteY50" fmla="*/ 147638 h 233362"/>
                <a:gd name="connsiteX51" fmla="*/ 138113 w 185737"/>
                <a:gd name="connsiteY51" fmla="*/ 147638 h 233362"/>
                <a:gd name="connsiteX52" fmla="*/ 138113 w 185737"/>
                <a:gd name="connsiteY52" fmla="*/ 137265 h 233362"/>
                <a:gd name="connsiteX53" fmla="*/ 165411 w 185737"/>
                <a:gd name="connsiteY53" fmla="*/ 137265 h 233362"/>
                <a:gd name="connsiteX54" fmla="*/ 167792 w 185737"/>
                <a:gd name="connsiteY54" fmla="*/ 134884 h 233362"/>
                <a:gd name="connsiteX55" fmla="*/ 165411 w 185737"/>
                <a:gd name="connsiteY55" fmla="*/ 132502 h 233362"/>
                <a:gd name="connsiteX56" fmla="*/ 138113 w 185737"/>
                <a:gd name="connsiteY56" fmla="*/ 132502 h 233362"/>
                <a:gd name="connsiteX57" fmla="*/ 138113 w 185737"/>
                <a:gd name="connsiteY57" fmla="*/ 122120 h 233362"/>
                <a:gd name="connsiteX58" fmla="*/ 165411 w 185737"/>
                <a:gd name="connsiteY58" fmla="*/ 122120 h 233362"/>
                <a:gd name="connsiteX59" fmla="*/ 167792 w 185737"/>
                <a:gd name="connsiteY59" fmla="*/ 119739 h 233362"/>
                <a:gd name="connsiteX60" fmla="*/ 165411 w 185737"/>
                <a:gd name="connsiteY60" fmla="*/ 117358 h 233362"/>
                <a:gd name="connsiteX61" fmla="*/ 138113 w 185737"/>
                <a:gd name="connsiteY61" fmla="*/ 117358 h 233362"/>
                <a:gd name="connsiteX62" fmla="*/ 138113 w 185737"/>
                <a:gd name="connsiteY62" fmla="*/ 109538 h 233362"/>
                <a:gd name="connsiteX63" fmla="*/ 171450 w 185737"/>
                <a:gd name="connsiteY63" fmla="*/ 109538 h 233362"/>
                <a:gd name="connsiteX64" fmla="*/ 171450 w 185737"/>
                <a:gd name="connsiteY64" fmla="*/ 161925 h 233362"/>
                <a:gd name="connsiteX65" fmla="*/ 138113 w 185737"/>
                <a:gd name="connsiteY65" fmla="*/ 161925 h 233362"/>
                <a:gd name="connsiteX66" fmla="*/ 180975 w 185737"/>
                <a:gd name="connsiteY66" fmla="*/ 171450 h 233362"/>
                <a:gd name="connsiteX67" fmla="*/ 138113 w 185737"/>
                <a:gd name="connsiteY67" fmla="*/ 171450 h 233362"/>
                <a:gd name="connsiteX68" fmla="*/ 138113 w 185737"/>
                <a:gd name="connsiteY68" fmla="*/ 166688 h 233362"/>
                <a:gd name="connsiteX69" fmla="*/ 173831 w 185737"/>
                <a:gd name="connsiteY69" fmla="*/ 166688 h 233362"/>
                <a:gd name="connsiteX70" fmla="*/ 176213 w 185737"/>
                <a:gd name="connsiteY70" fmla="*/ 164306 h 233362"/>
                <a:gd name="connsiteX71" fmla="*/ 176213 w 185737"/>
                <a:gd name="connsiteY71" fmla="*/ 107156 h 233362"/>
                <a:gd name="connsiteX72" fmla="*/ 173831 w 185737"/>
                <a:gd name="connsiteY72" fmla="*/ 104775 h 233362"/>
                <a:gd name="connsiteX73" fmla="*/ 138113 w 185737"/>
                <a:gd name="connsiteY73" fmla="*/ 104775 h 233362"/>
                <a:gd name="connsiteX74" fmla="*/ 138113 w 185737"/>
                <a:gd name="connsiteY74" fmla="*/ 69056 h 233362"/>
                <a:gd name="connsiteX75" fmla="*/ 135731 w 185737"/>
                <a:gd name="connsiteY75" fmla="*/ 66675 h 233362"/>
                <a:gd name="connsiteX76" fmla="*/ 128588 w 185737"/>
                <a:gd name="connsiteY76" fmla="*/ 66675 h 233362"/>
                <a:gd name="connsiteX77" fmla="*/ 128588 w 185737"/>
                <a:gd name="connsiteY77" fmla="*/ 59531 h 233362"/>
                <a:gd name="connsiteX78" fmla="*/ 126206 w 185737"/>
                <a:gd name="connsiteY78" fmla="*/ 57150 h 233362"/>
                <a:gd name="connsiteX79" fmla="*/ 59531 w 185737"/>
                <a:gd name="connsiteY79" fmla="*/ 57150 h 233362"/>
                <a:gd name="connsiteX80" fmla="*/ 57150 w 185737"/>
                <a:gd name="connsiteY80" fmla="*/ 59531 h 233362"/>
                <a:gd name="connsiteX81" fmla="*/ 57150 w 185737"/>
                <a:gd name="connsiteY81" fmla="*/ 66675 h 233362"/>
                <a:gd name="connsiteX82" fmla="*/ 52388 w 185737"/>
                <a:gd name="connsiteY82" fmla="*/ 66675 h 233362"/>
                <a:gd name="connsiteX83" fmla="*/ 52388 w 185737"/>
                <a:gd name="connsiteY83" fmla="*/ 41662 h 233362"/>
                <a:gd name="connsiteX84" fmla="*/ 79762 w 185737"/>
                <a:gd name="connsiteY84" fmla="*/ 14288 h 233362"/>
                <a:gd name="connsiteX85" fmla="*/ 104775 w 185737"/>
                <a:gd name="connsiteY85" fmla="*/ 14288 h 233362"/>
                <a:gd name="connsiteX86" fmla="*/ 104775 w 185737"/>
                <a:gd name="connsiteY86" fmla="*/ 50006 h 233362"/>
                <a:gd name="connsiteX87" fmla="*/ 107156 w 185737"/>
                <a:gd name="connsiteY87" fmla="*/ 52388 h 233362"/>
                <a:gd name="connsiteX88" fmla="*/ 173831 w 185737"/>
                <a:gd name="connsiteY88" fmla="*/ 52388 h 233362"/>
                <a:gd name="connsiteX89" fmla="*/ 176213 w 185737"/>
                <a:gd name="connsiteY89" fmla="*/ 50006 h 233362"/>
                <a:gd name="connsiteX90" fmla="*/ 176213 w 185737"/>
                <a:gd name="connsiteY90" fmla="*/ 14288 h 233362"/>
                <a:gd name="connsiteX91" fmla="*/ 180975 w 185737"/>
                <a:gd name="connsiteY91" fmla="*/ 14288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85737" h="233362">
                  <a:moveTo>
                    <a:pt x="183356" y="9525"/>
                  </a:moveTo>
                  <a:lnTo>
                    <a:pt x="176213" y="9525"/>
                  </a:lnTo>
                  <a:lnTo>
                    <a:pt x="176213" y="2381"/>
                  </a:lnTo>
                  <a:cubicBezTo>
                    <a:pt x="176213" y="1066"/>
                    <a:pt x="175146" y="0"/>
                    <a:pt x="173831" y="0"/>
                  </a:cubicBezTo>
                  <a:lnTo>
                    <a:pt x="107156" y="0"/>
                  </a:lnTo>
                  <a:cubicBezTo>
                    <a:pt x="105841" y="0"/>
                    <a:pt x="104775" y="1066"/>
                    <a:pt x="104775" y="2381"/>
                  </a:cubicBezTo>
                  <a:lnTo>
                    <a:pt x="104775" y="9525"/>
                  </a:lnTo>
                  <a:lnTo>
                    <a:pt x="78772" y="9525"/>
                  </a:lnTo>
                  <a:cubicBezTo>
                    <a:pt x="78140" y="9525"/>
                    <a:pt x="77534" y="9775"/>
                    <a:pt x="77086" y="10220"/>
                  </a:cubicBezTo>
                  <a:lnTo>
                    <a:pt x="48320" y="38986"/>
                  </a:lnTo>
                  <a:cubicBezTo>
                    <a:pt x="47875" y="39434"/>
                    <a:pt x="47625" y="40040"/>
                    <a:pt x="47625" y="40672"/>
                  </a:cubicBezTo>
                  <a:lnTo>
                    <a:pt x="47625" y="66675"/>
                  </a:lnTo>
                  <a:lnTo>
                    <a:pt x="31147" y="66675"/>
                  </a:lnTo>
                  <a:cubicBezTo>
                    <a:pt x="30515" y="66675"/>
                    <a:pt x="29909" y="66925"/>
                    <a:pt x="29461" y="67370"/>
                  </a:cubicBezTo>
                  <a:lnTo>
                    <a:pt x="695" y="96136"/>
                  </a:lnTo>
                  <a:cubicBezTo>
                    <a:pt x="250" y="96584"/>
                    <a:pt x="0" y="97190"/>
                    <a:pt x="0" y="97822"/>
                  </a:cubicBezTo>
                  <a:lnTo>
                    <a:pt x="0" y="230981"/>
                  </a:lnTo>
                  <a:cubicBezTo>
                    <a:pt x="0" y="232296"/>
                    <a:pt x="1066" y="233363"/>
                    <a:pt x="2381" y="233363"/>
                  </a:cubicBezTo>
                  <a:lnTo>
                    <a:pt x="135731" y="233363"/>
                  </a:lnTo>
                  <a:cubicBezTo>
                    <a:pt x="137046" y="233363"/>
                    <a:pt x="138113" y="232296"/>
                    <a:pt x="138113" y="230981"/>
                  </a:cubicBezTo>
                  <a:lnTo>
                    <a:pt x="138113" y="176213"/>
                  </a:lnTo>
                  <a:lnTo>
                    <a:pt x="183356" y="176213"/>
                  </a:lnTo>
                  <a:cubicBezTo>
                    <a:pt x="184671" y="176213"/>
                    <a:pt x="185738" y="175146"/>
                    <a:pt x="185738" y="173831"/>
                  </a:cubicBezTo>
                  <a:lnTo>
                    <a:pt x="185738" y="11906"/>
                  </a:lnTo>
                  <a:cubicBezTo>
                    <a:pt x="185738" y="10591"/>
                    <a:pt x="184671" y="9525"/>
                    <a:pt x="183356" y="9525"/>
                  </a:cubicBezTo>
                  <a:close/>
                  <a:moveTo>
                    <a:pt x="109538" y="4763"/>
                  </a:moveTo>
                  <a:lnTo>
                    <a:pt x="171450" y="4763"/>
                  </a:lnTo>
                  <a:lnTo>
                    <a:pt x="171450" y="47625"/>
                  </a:lnTo>
                  <a:lnTo>
                    <a:pt x="109538" y="47625"/>
                  </a:lnTo>
                  <a:lnTo>
                    <a:pt x="109538" y="4763"/>
                  </a:lnTo>
                  <a:close/>
                  <a:moveTo>
                    <a:pt x="133350" y="228600"/>
                  </a:moveTo>
                  <a:lnTo>
                    <a:pt x="4763" y="228600"/>
                  </a:lnTo>
                  <a:lnTo>
                    <a:pt x="4763" y="98812"/>
                  </a:lnTo>
                  <a:lnTo>
                    <a:pt x="32137" y="71438"/>
                  </a:lnTo>
                  <a:lnTo>
                    <a:pt x="57150" y="71438"/>
                  </a:lnTo>
                  <a:lnTo>
                    <a:pt x="57150" y="107156"/>
                  </a:lnTo>
                  <a:cubicBezTo>
                    <a:pt x="57150" y="108471"/>
                    <a:pt x="58216" y="109538"/>
                    <a:pt x="59531" y="109538"/>
                  </a:cubicBezTo>
                  <a:lnTo>
                    <a:pt x="126206" y="109538"/>
                  </a:lnTo>
                  <a:cubicBezTo>
                    <a:pt x="127521" y="109538"/>
                    <a:pt x="128588" y="108471"/>
                    <a:pt x="128588" y="107156"/>
                  </a:cubicBezTo>
                  <a:lnTo>
                    <a:pt x="128588" y="71438"/>
                  </a:lnTo>
                  <a:lnTo>
                    <a:pt x="133350" y="71438"/>
                  </a:lnTo>
                  <a:lnTo>
                    <a:pt x="133350" y="228600"/>
                  </a:lnTo>
                  <a:close/>
                  <a:moveTo>
                    <a:pt x="123825" y="69056"/>
                  </a:moveTo>
                  <a:lnTo>
                    <a:pt x="123825" y="104775"/>
                  </a:lnTo>
                  <a:lnTo>
                    <a:pt x="61913" y="104775"/>
                  </a:lnTo>
                  <a:lnTo>
                    <a:pt x="61913" y="61913"/>
                  </a:lnTo>
                  <a:lnTo>
                    <a:pt x="123825" y="61913"/>
                  </a:lnTo>
                  <a:close/>
                  <a:moveTo>
                    <a:pt x="138113" y="152400"/>
                  </a:moveTo>
                  <a:lnTo>
                    <a:pt x="165411" y="152400"/>
                  </a:lnTo>
                  <a:cubicBezTo>
                    <a:pt x="166726" y="152400"/>
                    <a:pt x="167792" y="151334"/>
                    <a:pt x="167792" y="150019"/>
                  </a:cubicBezTo>
                  <a:cubicBezTo>
                    <a:pt x="167792" y="148704"/>
                    <a:pt x="166726" y="147638"/>
                    <a:pt x="165411" y="147638"/>
                  </a:cubicBezTo>
                  <a:lnTo>
                    <a:pt x="138113" y="147638"/>
                  </a:lnTo>
                  <a:lnTo>
                    <a:pt x="138113" y="137265"/>
                  </a:lnTo>
                  <a:lnTo>
                    <a:pt x="165411" y="137265"/>
                  </a:lnTo>
                  <a:cubicBezTo>
                    <a:pt x="166726" y="137265"/>
                    <a:pt x="167792" y="136199"/>
                    <a:pt x="167792" y="134884"/>
                  </a:cubicBezTo>
                  <a:cubicBezTo>
                    <a:pt x="167792" y="133568"/>
                    <a:pt x="166726" y="132502"/>
                    <a:pt x="165411" y="132502"/>
                  </a:cubicBezTo>
                  <a:lnTo>
                    <a:pt x="138113" y="132502"/>
                  </a:lnTo>
                  <a:lnTo>
                    <a:pt x="138113" y="122120"/>
                  </a:lnTo>
                  <a:lnTo>
                    <a:pt x="165411" y="122120"/>
                  </a:lnTo>
                  <a:cubicBezTo>
                    <a:pt x="166726" y="122120"/>
                    <a:pt x="167792" y="121054"/>
                    <a:pt x="167792" y="119739"/>
                  </a:cubicBezTo>
                  <a:cubicBezTo>
                    <a:pt x="167792" y="118424"/>
                    <a:pt x="166726" y="117358"/>
                    <a:pt x="165411" y="117358"/>
                  </a:cubicBezTo>
                  <a:lnTo>
                    <a:pt x="138113" y="117358"/>
                  </a:lnTo>
                  <a:lnTo>
                    <a:pt x="138113" y="109538"/>
                  </a:lnTo>
                  <a:lnTo>
                    <a:pt x="171450" y="109538"/>
                  </a:lnTo>
                  <a:lnTo>
                    <a:pt x="171450" y="161925"/>
                  </a:lnTo>
                  <a:lnTo>
                    <a:pt x="138113" y="161925"/>
                  </a:lnTo>
                  <a:close/>
                  <a:moveTo>
                    <a:pt x="180975" y="171450"/>
                  </a:moveTo>
                  <a:lnTo>
                    <a:pt x="138113" y="171450"/>
                  </a:lnTo>
                  <a:lnTo>
                    <a:pt x="138113" y="166688"/>
                  </a:lnTo>
                  <a:lnTo>
                    <a:pt x="173831" y="166688"/>
                  </a:lnTo>
                  <a:cubicBezTo>
                    <a:pt x="175146" y="166688"/>
                    <a:pt x="176213" y="165621"/>
                    <a:pt x="176213" y="164306"/>
                  </a:cubicBezTo>
                  <a:lnTo>
                    <a:pt x="176213" y="107156"/>
                  </a:lnTo>
                  <a:cubicBezTo>
                    <a:pt x="176213" y="105841"/>
                    <a:pt x="175146" y="104775"/>
                    <a:pt x="173831" y="104775"/>
                  </a:cubicBezTo>
                  <a:lnTo>
                    <a:pt x="138113" y="104775"/>
                  </a:lnTo>
                  <a:lnTo>
                    <a:pt x="138113" y="69056"/>
                  </a:lnTo>
                  <a:cubicBezTo>
                    <a:pt x="138113" y="67741"/>
                    <a:pt x="137046" y="66675"/>
                    <a:pt x="135731" y="66675"/>
                  </a:cubicBezTo>
                  <a:lnTo>
                    <a:pt x="128588" y="66675"/>
                  </a:lnTo>
                  <a:lnTo>
                    <a:pt x="128588" y="59531"/>
                  </a:lnTo>
                  <a:cubicBezTo>
                    <a:pt x="128588" y="58216"/>
                    <a:pt x="127521" y="57150"/>
                    <a:pt x="126206" y="57150"/>
                  </a:cubicBezTo>
                  <a:lnTo>
                    <a:pt x="59531" y="57150"/>
                  </a:lnTo>
                  <a:cubicBezTo>
                    <a:pt x="58216" y="57150"/>
                    <a:pt x="57150" y="58216"/>
                    <a:pt x="57150" y="59531"/>
                  </a:cubicBezTo>
                  <a:lnTo>
                    <a:pt x="57150" y="66675"/>
                  </a:lnTo>
                  <a:lnTo>
                    <a:pt x="52388" y="66675"/>
                  </a:lnTo>
                  <a:lnTo>
                    <a:pt x="52388" y="41662"/>
                  </a:lnTo>
                  <a:lnTo>
                    <a:pt x="79762" y="14288"/>
                  </a:lnTo>
                  <a:lnTo>
                    <a:pt x="104775" y="14288"/>
                  </a:lnTo>
                  <a:lnTo>
                    <a:pt x="104775" y="50006"/>
                  </a:lnTo>
                  <a:cubicBezTo>
                    <a:pt x="104775" y="51321"/>
                    <a:pt x="105841" y="52388"/>
                    <a:pt x="107156" y="52388"/>
                  </a:cubicBezTo>
                  <a:lnTo>
                    <a:pt x="173831" y="52388"/>
                  </a:lnTo>
                  <a:cubicBezTo>
                    <a:pt x="175146" y="52388"/>
                    <a:pt x="176213" y="51321"/>
                    <a:pt x="176213" y="50006"/>
                  </a:cubicBezTo>
                  <a:lnTo>
                    <a:pt x="176213" y="14288"/>
                  </a:lnTo>
                  <a:lnTo>
                    <a:pt x="180975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450" name="Rectangle 449">
            <a:extLst>
              <a:ext uri="{FF2B5EF4-FFF2-40B4-BE49-F238E27FC236}">
                <a16:creationId xmlns:a16="http://schemas.microsoft.com/office/drawing/2014/main" id="{276097EF-7C3D-8420-C8B0-A73FA4C9E75B}"/>
              </a:ext>
            </a:extLst>
          </p:cNvPr>
          <p:cNvSpPr>
            <a:spLocks/>
          </p:cNvSpPr>
          <p:nvPr/>
        </p:nvSpPr>
        <p:spPr>
          <a:xfrm>
            <a:off x="1944076" y="1608749"/>
            <a:ext cx="702195" cy="12311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Files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C0DF9B1-BBBA-EA6F-C541-0D29403AE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156" y="2179517"/>
            <a:ext cx="896922" cy="137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0F7EB7DE-192F-6406-63AF-4DA898CEBEE8}"/>
              </a:ext>
            </a:extLst>
          </p:cNvPr>
          <p:cNvSpPr txBox="1"/>
          <p:nvPr/>
        </p:nvSpPr>
        <p:spPr>
          <a:xfrm>
            <a:off x="3557268" y="4642285"/>
            <a:ext cx="2411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System Font Regular"/>
              <a:buChar char="❌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 No Inline Backup Detection</a:t>
            </a: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2C6A42AC-3D25-1B20-BC47-6DFDFCFC8627}"/>
              </a:ext>
            </a:extLst>
          </p:cNvPr>
          <p:cNvSpPr txBox="1"/>
          <p:nvPr/>
        </p:nvSpPr>
        <p:spPr>
          <a:xfrm>
            <a:off x="125826" y="5576874"/>
            <a:ext cx="2411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System Font Regular"/>
              <a:buChar char="❌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 No Pre-Backup Detection</a:t>
            </a: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F915604B-9C31-1EA1-BD25-E20B6549F291}"/>
              </a:ext>
            </a:extLst>
          </p:cNvPr>
          <p:cNvSpPr txBox="1"/>
          <p:nvPr/>
        </p:nvSpPr>
        <p:spPr>
          <a:xfrm>
            <a:off x="1692226" y="716704"/>
            <a:ext cx="39103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System Font Regular"/>
              <a:buChar char="❌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 No Risk Management of PII and Sensitive Data</a:t>
            </a: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D98CCA14-0DF4-8427-E24B-F7D146EE38DF}"/>
              </a:ext>
            </a:extLst>
          </p:cNvPr>
          <p:cNvSpPr txBox="1"/>
          <p:nvPr/>
        </p:nvSpPr>
        <p:spPr>
          <a:xfrm>
            <a:off x="6883081" y="5353334"/>
            <a:ext cx="22393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System Font Regular"/>
              <a:buChar char="❌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 No tools to run forensics on existing backups</a:t>
            </a:r>
          </a:p>
        </p:txBody>
      </p:sp>
      <p:graphicFrame>
        <p:nvGraphicFramePr>
          <p:cNvPr id="8" name="Table 30">
            <a:extLst>
              <a:ext uri="{FF2B5EF4-FFF2-40B4-BE49-F238E27FC236}">
                <a16:creationId xmlns:a16="http://schemas.microsoft.com/office/drawing/2014/main" id="{3166E15A-5D45-B679-FF09-103F82F5F312}"/>
              </a:ext>
            </a:extLst>
          </p:cNvPr>
          <p:cNvGraphicFramePr>
            <a:graphicFrameLocks noGrp="1"/>
          </p:cNvGraphicFramePr>
          <p:nvPr/>
        </p:nvGraphicFramePr>
        <p:xfrm>
          <a:off x="9694890" y="4038203"/>
          <a:ext cx="2239426" cy="2065132"/>
        </p:xfrm>
        <a:graphic>
          <a:graphicData uri="http://schemas.openxmlformats.org/drawingml/2006/table">
            <a:tbl>
              <a:tblPr firstRow="1" bandRow="1"/>
              <a:tblGrid>
                <a:gridCol w="2239426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20651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 dirty="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03B949B-CBA1-E62E-4293-E0749A09C203}"/>
              </a:ext>
            </a:extLst>
          </p:cNvPr>
          <p:cNvSpPr txBox="1"/>
          <p:nvPr/>
        </p:nvSpPr>
        <p:spPr>
          <a:xfrm>
            <a:off x="9667194" y="3800629"/>
            <a:ext cx="2437182" cy="253916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/>
                <a:sym typeface="Arial"/>
              </a:rPr>
              <a:t>East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97FBB7-5A0A-4735-58D1-84C7F62A4BF8}"/>
              </a:ext>
            </a:extLst>
          </p:cNvPr>
          <p:cNvSpPr txBox="1"/>
          <p:nvPr/>
        </p:nvSpPr>
        <p:spPr>
          <a:xfrm>
            <a:off x="2677342" y="2427446"/>
            <a:ext cx="13983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PowerStore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4" name="Picture 6" descr="How To Successfully Setup An Avamar Backup Policy.">
            <a:extLst>
              <a:ext uri="{FF2B5EF4-FFF2-40B4-BE49-F238E27FC236}">
                <a16:creationId xmlns:a16="http://schemas.microsoft.com/office/drawing/2014/main" id="{E37A031F-9E20-8063-4E6F-C61A10A98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4559" y="3293583"/>
            <a:ext cx="800699" cy="474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ata Domain DD2200 | SANStorageWorks.com">
            <a:extLst>
              <a:ext uri="{FF2B5EF4-FFF2-40B4-BE49-F238E27FC236}">
                <a16:creationId xmlns:a16="http://schemas.microsoft.com/office/drawing/2014/main" id="{190B4185-05D7-F28C-C971-561A6FB96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522" y="5010554"/>
            <a:ext cx="2062449" cy="614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8" descr="Data Domain DD2200 | SANStorageWorks.com">
            <a:extLst>
              <a:ext uri="{FF2B5EF4-FFF2-40B4-BE49-F238E27FC236}">
                <a16:creationId xmlns:a16="http://schemas.microsoft.com/office/drawing/2014/main" id="{78AC6826-CB6A-AEDF-A82C-B87797393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710" y="5341821"/>
            <a:ext cx="2062449" cy="614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6" descr="How To Successfully Setup An Avamar Backup Policy.">
            <a:extLst>
              <a:ext uri="{FF2B5EF4-FFF2-40B4-BE49-F238E27FC236}">
                <a16:creationId xmlns:a16="http://schemas.microsoft.com/office/drawing/2014/main" id="{9F1B8035-F227-856B-3240-9D75D304C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0959" y="4528183"/>
            <a:ext cx="949652" cy="562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64" name="Group 463">
            <a:extLst>
              <a:ext uri="{FF2B5EF4-FFF2-40B4-BE49-F238E27FC236}">
                <a16:creationId xmlns:a16="http://schemas.microsoft.com/office/drawing/2014/main" id="{7C84ED2E-C5EF-EA77-2F69-AA3EEA323698}"/>
              </a:ext>
            </a:extLst>
          </p:cNvPr>
          <p:cNvGrpSpPr/>
          <p:nvPr/>
        </p:nvGrpSpPr>
        <p:grpSpPr>
          <a:xfrm>
            <a:off x="2433802" y="3259297"/>
            <a:ext cx="571500" cy="571500"/>
            <a:chOff x="4397636" y="3767179"/>
            <a:chExt cx="571500" cy="571500"/>
          </a:xfrm>
        </p:grpSpPr>
        <p:pic>
          <p:nvPicPr>
            <p:cNvPr id="472" name="Graphic 471">
              <a:extLst>
                <a:ext uri="{FF2B5EF4-FFF2-40B4-BE49-F238E27FC236}">
                  <a16:creationId xmlns:a16="http://schemas.microsoft.com/office/drawing/2014/main" id="{5934FBDA-0E0F-399B-5EE1-BA322D2A5A3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97636" y="3767179"/>
              <a:ext cx="571500" cy="571500"/>
            </a:xfrm>
            <a:prstGeom prst="rect">
              <a:avLst/>
            </a:prstGeom>
          </p:spPr>
        </p:pic>
        <p:sp>
          <p:nvSpPr>
            <p:cNvPr id="475" name="Oval 474">
              <a:extLst>
                <a:ext uri="{FF2B5EF4-FFF2-40B4-BE49-F238E27FC236}">
                  <a16:creationId xmlns:a16="http://schemas.microsoft.com/office/drawing/2014/main" id="{0E0DCBBA-B9B5-819E-5DF2-74EF5DB1C850}"/>
                </a:ext>
              </a:extLst>
            </p:cNvPr>
            <p:cNvSpPr/>
            <p:nvPr/>
          </p:nvSpPr>
          <p:spPr>
            <a:xfrm>
              <a:off x="4639913" y="4052929"/>
              <a:ext cx="195083" cy="221124"/>
            </a:xfrm>
            <a:prstGeom prst="ellipse">
              <a:avLst/>
            </a:prstGeom>
            <a:solidFill>
              <a:srgbClr val="5C5F6B"/>
            </a:solidFill>
            <a:ln w="12700" cap="flat" cmpd="sng" algn="ctr">
              <a:solidFill>
                <a:srgbClr val="83489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MCS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911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6142774-890B-5FCB-F4B9-B18CAF1AFA20}"/>
              </a:ext>
            </a:extLst>
          </p:cNvPr>
          <p:cNvCxnSpPr>
            <a:cxnSpLocks/>
          </p:cNvCxnSpPr>
          <p:nvPr/>
        </p:nvCxnSpPr>
        <p:spPr>
          <a:xfrm>
            <a:off x="5847683" y="4396190"/>
            <a:ext cx="17963" cy="604272"/>
          </a:xfrm>
          <a:prstGeom prst="straightConnector1">
            <a:avLst/>
          </a:prstGeom>
          <a:ln w="22225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7" name="Table 30">
            <a:extLst>
              <a:ext uri="{FF2B5EF4-FFF2-40B4-BE49-F238E27FC236}">
                <a16:creationId xmlns:a16="http://schemas.microsoft.com/office/drawing/2014/main" id="{F1FFA546-CF52-7ACC-A473-33B8ABB6E8CA}"/>
              </a:ext>
            </a:extLst>
          </p:cNvPr>
          <p:cNvGraphicFramePr>
            <a:graphicFrameLocks noGrp="1"/>
          </p:cNvGraphicFramePr>
          <p:nvPr/>
        </p:nvGraphicFramePr>
        <p:xfrm>
          <a:off x="3936004" y="1854926"/>
          <a:ext cx="3910390" cy="4690410"/>
        </p:xfrm>
        <a:graphic>
          <a:graphicData uri="http://schemas.openxmlformats.org/drawingml/2006/table">
            <a:tbl>
              <a:tblPr firstRow="1" bandRow="1"/>
              <a:tblGrid>
                <a:gridCol w="3910390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4690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graphicFrame>
        <p:nvGraphicFramePr>
          <p:cNvPr id="19" name="Table 30">
            <a:extLst>
              <a:ext uri="{FF2B5EF4-FFF2-40B4-BE49-F238E27FC236}">
                <a16:creationId xmlns:a16="http://schemas.microsoft.com/office/drawing/2014/main" id="{DF212009-9732-9B7C-3A43-ECAF6F97A008}"/>
              </a:ext>
            </a:extLst>
          </p:cNvPr>
          <p:cNvGraphicFramePr>
            <a:graphicFrameLocks noGrp="1"/>
          </p:cNvGraphicFramePr>
          <p:nvPr/>
        </p:nvGraphicFramePr>
        <p:xfrm>
          <a:off x="4155655" y="4366400"/>
          <a:ext cx="3536388" cy="1960132"/>
        </p:xfrm>
        <a:graphic>
          <a:graphicData uri="http://schemas.openxmlformats.org/drawingml/2006/table">
            <a:tbl>
              <a:tblPr firstRow="1" bandRow="1"/>
              <a:tblGrid>
                <a:gridCol w="3536388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1994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Protected Data Layer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845955"/>
                  </a:ext>
                </a:extLst>
              </a:tr>
              <a:tr h="17315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graphicFrame>
        <p:nvGraphicFramePr>
          <p:cNvPr id="207" name="Table 206">
            <a:extLst>
              <a:ext uri="{FF2B5EF4-FFF2-40B4-BE49-F238E27FC236}">
                <a16:creationId xmlns:a16="http://schemas.microsoft.com/office/drawing/2014/main" id="{A696BC4A-8D6D-C571-9E2C-8BC62D6EB0B5}"/>
              </a:ext>
            </a:extLst>
          </p:cNvPr>
          <p:cNvGraphicFramePr>
            <a:graphicFrameLocks noGrp="1"/>
          </p:cNvGraphicFramePr>
          <p:nvPr/>
        </p:nvGraphicFramePr>
        <p:xfrm>
          <a:off x="4102623" y="1970375"/>
          <a:ext cx="3589419" cy="1306384"/>
        </p:xfrm>
        <a:graphic>
          <a:graphicData uri="http://schemas.openxmlformats.org/drawingml/2006/table">
            <a:tbl>
              <a:tblPr firstRow="1" bandRow="1"/>
              <a:tblGrid>
                <a:gridCol w="3589419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</a:tblGrid>
              <a:tr h="2220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900" b="1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Clients &amp; Protected Storage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530383"/>
                  </a:ext>
                </a:extLst>
              </a:tr>
              <a:tr h="10777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Work Sans" pitchFamily="2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7AC10F-17F7-657F-97C5-7261C2DB6C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10884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4FC826-72BB-4AF1-BA01-A94F7396A7D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108842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F2D3B9B-F505-1798-1F01-4E2DADFFCE19}"/>
              </a:ext>
            </a:extLst>
          </p:cNvPr>
          <p:cNvSpPr txBox="1"/>
          <p:nvPr/>
        </p:nvSpPr>
        <p:spPr>
          <a:xfrm>
            <a:off x="3878631" y="1568338"/>
            <a:ext cx="2437182" cy="253916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/>
                <a:sym typeface="Arial"/>
              </a:rPr>
              <a:t>Primary DC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4649FE-8683-2E84-1FAE-5AD6845D9986}"/>
              </a:ext>
            </a:extLst>
          </p:cNvPr>
          <p:cNvSpPr txBox="1"/>
          <p:nvPr/>
        </p:nvSpPr>
        <p:spPr>
          <a:xfrm>
            <a:off x="5960392" y="3499389"/>
            <a:ext cx="13983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Veeam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6762E27-EFDF-C6E2-30D1-AADF09C3586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79239" y="3302351"/>
            <a:ext cx="571500" cy="571500"/>
          </a:xfrm>
          <a:prstGeom prst="rect">
            <a:avLst/>
          </a:prstGeom>
        </p:spPr>
      </p:pic>
      <p:sp>
        <p:nvSpPr>
          <p:cNvPr id="434" name="Oval 433">
            <a:extLst>
              <a:ext uri="{FF2B5EF4-FFF2-40B4-BE49-F238E27FC236}">
                <a16:creationId xmlns:a16="http://schemas.microsoft.com/office/drawing/2014/main" id="{9E807FB9-4BF4-0FBF-2B21-AD0A63864E2C}"/>
              </a:ext>
            </a:extLst>
          </p:cNvPr>
          <p:cNvSpPr/>
          <p:nvPr/>
        </p:nvSpPr>
        <p:spPr>
          <a:xfrm>
            <a:off x="5206661" y="3613303"/>
            <a:ext cx="182880" cy="182880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834895">
                <a:shade val="15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VS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71AF1E2D-A11D-004D-FF79-FC1D72E0CE91}"/>
              </a:ext>
            </a:extLst>
          </p:cNvPr>
          <p:cNvSpPr txBox="1"/>
          <p:nvPr/>
        </p:nvSpPr>
        <p:spPr>
          <a:xfrm>
            <a:off x="448724" y="299694"/>
            <a:ext cx="800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Current State – 1 Site and Cloud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E00BB3-1513-30D1-2D5A-13934829E832}"/>
              </a:ext>
            </a:extLst>
          </p:cNvPr>
          <p:cNvSpPr txBox="1"/>
          <p:nvPr/>
        </p:nvSpPr>
        <p:spPr>
          <a:xfrm>
            <a:off x="446238" y="1537139"/>
            <a:ext cx="2526489" cy="36009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Site Design:​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Primary DC – 1st Copy to Synology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Primary DC - 2nd Copy to Wasabi (Not all data replicated)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M365 - 1st Copy to Rubrik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 /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EntraID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– not protected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Assumptions:​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30 Day Retention​ - All Copies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100% Data Replication​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Challenges:​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Immutability on Prem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Single Platform to Manage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 easily scaled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Expensive Maintenance Costs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Disparate Contract Expiration Dates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Veeam, Rubrik, Wasabi, Synology?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Multiple calls for Support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42E290-35E6-4253-AE6D-87850AC65D24}"/>
              </a:ext>
            </a:extLst>
          </p:cNvPr>
          <p:cNvSpPr txBox="1"/>
          <p:nvPr/>
        </p:nvSpPr>
        <p:spPr>
          <a:xfrm>
            <a:off x="4232366" y="3030191"/>
            <a:ext cx="34271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 VMs | 10TB Physical Servers</a:t>
            </a:r>
          </a:p>
        </p:txBody>
      </p:sp>
      <p:sp>
        <p:nvSpPr>
          <p:cNvPr id="5" name="Rectangle: Rounded Corners 22">
            <a:extLst>
              <a:ext uri="{FF2B5EF4-FFF2-40B4-BE49-F238E27FC236}">
                <a16:creationId xmlns:a16="http://schemas.microsoft.com/office/drawing/2014/main" id="{AB275CE3-CA35-539F-C52A-A25AD6474FAE}"/>
              </a:ext>
            </a:extLst>
          </p:cNvPr>
          <p:cNvSpPr/>
          <p:nvPr/>
        </p:nvSpPr>
        <p:spPr>
          <a:xfrm>
            <a:off x="9172414" y="2980008"/>
            <a:ext cx="2692484" cy="981105"/>
          </a:xfrm>
          <a:prstGeom prst="roundRect">
            <a:avLst>
              <a:gd name="adj" fmla="val 5858"/>
            </a:avLst>
          </a:prstGeom>
          <a:gradFill>
            <a:gsLst>
              <a:gs pos="1000">
                <a:srgbClr val="7030A0"/>
              </a:gs>
              <a:gs pos="50000">
                <a:srgbClr val="000218">
                  <a:lumMod val="100000"/>
                </a:srgbClr>
              </a:gs>
            </a:gsLst>
            <a:lin ang="5400000" scaled="1"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27">
            <a:extLst>
              <a:ext uri="{FF2B5EF4-FFF2-40B4-BE49-F238E27FC236}">
                <a16:creationId xmlns:a16="http://schemas.microsoft.com/office/drawing/2014/main" id="{7C0B8CDF-C92E-993A-A863-70290F5FC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075" y="3464951"/>
            <a:ext cx="688961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M365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F1F17FF-79F1-6197-A792-DEAB03EEE59F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8857" y="3081564"/>
            <a:ext cx="275398" cy="302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Microsoft Entra ID - Wikipedia">
            <a:extLst>
              <a:ext uri="{FF2B5EF4-FFF2-40B4-BE49-F238E27FC236}">
                <a16:creationId xmlns:a16="http://schemas.microsoft.com/office/drawing/2014/main" id="{CE25127C-6126-D492-2061-CBF13781ABF1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2340" y="3077747"/>
            <a:ext cx="376971" cy="376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27">
            <a:extLst>
              <a:ext uri="{FF2B5EF4-FFF2-40B4-BE49-F238E27FC236}">
                <a16:creationId xmlns:a16="http://schemas.microsoft.com/office/drawing/2014/main" id="{3920E8A0-A18E-FED4-9339-A481D5395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4142" y="3475617"/>
            <a:ext cx="952058" cy="19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 / ENTRA ID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388439-361C-63D7-18CC-124B8064DE54}"/>
              </a:ext>
            </a:extLst>
          </p:cNvPr>
          <p:cNvSpPr txBox="1"/>
          <p:nvPr/>
        </p:nvSpPr>
        <p:spPr>
          <a:xfrm>
            <a:off x="5128933" y="5977053"/>
            <a:ext cx="17812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System Font Regular"/>
              <a:buChar char="❌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 Not Immutable</a:t>
            </a:r>
          </a:p>
        </p:txBody>
      </p:sp>
      <p:sp>
        <p:nvSpPr>
          <p:cNvPr id="47" name="TextBox 27">
            <a:extLst>
              <a:ext uri="{FF2B5EF4-FFF2-40B4-BE49-F238E27FC236}">
                <a16:creationId xmlns:a16="http://schemas.microsoft.com/office/drawing/2014/main" id="{EF479740-818F-2D60-76A2-AA1D47C29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9735" y="3619023"/>
            <a:ext cx="688961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1000 users</a:t>
            </a:r>
          </a:p>
        </p:txBody>
      </p:sp>
      <p:sp>
        <p:nvSpPr>
          <p:cNvPr id="48" name="TextBox 27">
            <a:extLst>
              <a:ext uri="{FF2B5EF4-FFF2-40B4-BE49-F238E27FC236}">
                <a16:creationId xmlns:a16="http://schemas.microsoft.com/office/drawing/2014/main" id="{8C1AC035-BEDF-4DEB-3F34-2E697C0FB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3483" y="3627856"/>
            <a:ext cx="688961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68,000 users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1913258-4B09-2EE3-7379-67B145AE0D28}"/>
              </a:ext>
            </a:extLst>
          </p:cNvPr>
          <p:cNvCxnSpPr>
            <a:cxnSpLocks/>
            <a:stCxn id="59" idx="3"/>
            <a:endCxn id="62" idx="16"/>
          </p:cNvCxnSpPr>
          <p:nvPr/>
        </p:nvCxnSpPr>
        <p:spPr>
          <a:xfrm>
            <a:off x="6610794" y="5300377"/>
            <a:ext cx="3171400" cy="4114"/>
          </a:xfrm>
          <a:prstGeom prst="straightConnector1">
            <a:avLst/>
          </a:prstGeom>
          <a:ln w="22225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673D8E56-FBC3-38B7-76AF-05C018C9D4DD}"/>
              </a:ext>
            </a:extLst>
          </p:cNvPr>
          <p:cNvSpPr/>
          <p:nvPr/>
        </p:nvSpPr>
        <p:spPr>
          <a:xfrm>
            <a:off x="9195492" y="5165428"/>
            <a:ext cx="341066" cy="341066"/>
          </a:xfrm>
          <a:prstGeom prst="ellipse">
            <a:avLst/>
          </a:prstGeom>
          <a:solidFill>
            <a:srgbClr val="339025"/>
          </a:solidFill>
          <a:ln w="12700" cap="flat" cmpd="sng" algn="ctr">
            <a:solidFill>
              <a:srgbClr val="83489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E821C3E-DC1B-0693-4F91-995E8F3B5A7A}"/>
              </a:ext>
            </a:extLst>
          </p:cNvPr>
          <p:cNvSpPr/>
          <p:nvPr/>
        </p:nvSpPr>
        <p:spPr>
          <a:xfrm>
            <a:off x="6979707" y="5138125"/>
            <a:ext cx="341066" cy="341066"/>
          </a:xfrm>
          <a:prstGeom prst="ellipse">
            <a:avLst/>
          </a:prstGeom>
          <a:solidFill>
            <a:srgbClr val="339025"/>
          </a:solidFill>
          <a:ln w="12700" cap="flat" cmpd="sng" algn="ctr">
            <a:solidFill>
              <a:srgbClr val="83489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1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2AACE878-1504-61FE-6E7C-769C4CBEC46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rcRect/>
          <a:stretch/>
        </p:blipFill>
        <p:spPr>
          <a:xfrm>
            <a:off x="5080176" y="5014598"/>
            <a:ext cx="1530618" cy="571558"/>
          </a:xfrm>
          <a:prstGeom prst="rect">
            <a:avLst/>
          </a:prstGeom>
        </p:spPr>
      </p:pic>
      <p:pic>
        <p:nvPicPr>
          <p:cNvPr id="1028" name="Picture 4" descr="brand">
            <a:extLst>
              <a:ext uri="{FF2B5EF4-FFF2-40B4-BE49-F238E27FC236}">
                <a16:creationId xmlns:a16="http://schemas.microsoft.com/office/drawing/2014/main" id="{2DBC232D-279D-6CBE-B91F-E4F21A285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8958" y="1283115"/>
            <a:ext cx="815000" cy="86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Freeform: Shape 184">
            <a:extLst>
              <a:ext uri="{FF2B5EF4-FFF2-40B4-BE49-F238E27FC236}">
                <a16:creationId xmlns:a16="http://schemas.microsoft.com/office/drawing/2014/main" id="{785AB9F7-16FF-E64B-E65B-CA387B87DAF1}"/>
              </a:ext>
            </a:extLst>
          </p:cNvPr>
          <p:cNvSpPr/>
          <p:nvPr/>
        </p:nvSpPr>
        <p:spPr>
          <a:xfrm>
            <a:off x="9768814" y="4829007"/>
            <a:ext cx="1389045" cy="779886"/>
          </a:xfrm>
          <a:custGeom>
            <a:avLst/>
            <a:gdLst>
              <a:gd name="connsiteX0" fmla="*/ 1384864 w 1389045"/>
              <a:gd name="connsiteY0" fmla="*/ 535695 h 779886"/>
              <a:gd name="connsiteX1" fmla="*/ 1351413 w 1389045"/>
              <a:gd name="connsiteY1" fmla="*/ 448723 h 779886"/>
              <a:gd name="connsiteX2" fmla="*/ 1284511 w 1389045"/>
              <a:gd name="connsiteY2" fmla="*/ 381821 h 779886"/>
              <a:gd name="connsiteX3" fmla="*/ 1197539 w 1389045"/>
              <a:gd name="connsiteY3" fmla="*/ 348371 h 779886"/>
              <a:gd name="connsiteX4" fmla="*/ 1130638 w 1389045"/>
              <a:gd name="connsiteY4" fmla="*/ 348371 h 779886"/>
              <a:gd name="connsiteX5" fmla="*/ 970074 w 1389045"/>
              <a:gd name="connsiteY5" fmla="*/ 110870 h 779886"/>
              <a:gd name="connsiteX6" fmla="*/ 692432 w 1389045"/>
              <a:gd name="connsiteY6" fmla="*/ 164391 h 779886"/>
              <a:gd name="connsiteX7" fmla="*/ 561974 w 1389045"/>
              <a:gd name="connsiteY7" fmla="*/ 30588 h 779886"/>
              <a:gd name="connsiteX8" fmla="*/ 344543 w 1389045"/>
              <a:gd name="connsiteY8" fmla="*/ 13862 h 779886"/>
              <a:gd name="connsiteX9" fmla="*/ 317783 w 1389045"/>
              <a:gd name="connsiteY9" fmla="*/ 23898 h 779886"/>
              <a:gd name="connsiteX10" fmla="*/ 301057 w 1389045"/>
              <a:gd name="connsiteY10" fmla="*/ 33933 h 779886"/>
              <a:gd name="connsiteX11" fmla="*/ 284332 w 1389045"/>
              <a:gd name="connsiteY11" fmla="*/ 43968 h 779886"/>
              <a:gd name="connsiteX12" fmla="*/ 180634 w 1389045"/>
              <a:gd name="connsiteY12" fmla="*/ 154356 h 779886"/>
              <a:gd name="connsiteX13" fmla="*/ 153874 w 1389045"/>
              <a:gd name="connsiteY13" fmla="*/ 348371 h 779886"/>
              <a:gd name="connsiteX14" fmla="*/ 153874 w 1389045"/>
              <a:gd name="connsiteY14" fmla="*/ 351716 h 779886"/>
              <a:gd name="connsiteX15" fmla="*/ 40141 w 1389045"/>
              <a:gd name="connsiteY15" fmla="*/ 428653 h 779886"/>
              <a:gd name="connsiteX16" fmla="*/ 13380 w 1389045"/>
              <a:gd name="connsiteY16" fmla="*/ 475484 h 779886"/>
              <a:gd name="connsiteX17" fmla="*/ 13380 w 1389045"/>
              <a:gd name="connsiteY17" fmla="*/ 475484 h 779886"/>
              <a:gd name="connsiteX18" fmla="*/ 6690 w 1389045"/>
              <a:gd name="connsiteY18" fmla="*/ 492209 h 779886"/>
              <a:gd name="connsiteX19" fmla="*/ 6690 w 1389045"/>
              <a:gd name="connsiteY19" fmla="*/ 492209 h 779886"/>
              <a:gd name="connsiteX20" fmla="*/ 3345 w 1389045"/>
              <a:gd name="connsiteY20" fmla="*/ 508935 h 779886"/>
              <a:gd name="connsiteX21" fmla="*/ 0 w 1389045"/>
              <a:gd name="connsiteY21" fmla="*/ 525660 h 779886"/>
              <a:gd name="connsiteX22" fmla="*/ 0 w 1389045"/>
              <a:gd name="connsiteY22" fmla="*/ 542385 h 779886"/>
              <a:gd name="connsiteX23" fmla="*/ 0 w 1389045"/>
              <a:gd name="connsiteY23" fmla="*/ 545730 h 779886"/>
              <a:gd name="connsiteX24" fmla="*/ 0 w 1389045"/>
              <a:gd name="connsiteY24" fmla="*/ 559111 h 779886"/>
              <a:gd name="connsiteX25" fmla="*/ 0 w 1389045"/>
              <a:gd name="connsiteY25" fmla="*/ 562456 h 779886"/>
              <a:gd name="connsiteX26" fmla="*/ 0 w 1389045"/>
              <a:gd name="connsiteY26" fmla="*/ 579181 h 779886"/>
              <a:gd name="connsiteX27" fmla="*/ 16725 w 1389045"/>
              <a:gd name="connsiteY27" fmla="*/ 639393 h 779886"/>
              <a:gd name="connsiteX28" fmla="*/ 26761 w 1389045"/>
              <a:gd name="connsiteY28" fmla="*/ 659463 h 779886"/>
              <a:gd name="connsiteX29" fmla="*/ 40141 w 1389045"/>
              <a:gd name="connsiteY29" fmla="*/ 679534 h 779886"/>
              <a:gd name="connsiteX30" fmla="*/ 73592 w 1389045"/>
              <a:gd name="connsiteY30" fmla="*/ 719675 h 779886"/>
              <a:gd name="connsiteX31" fmla="*/ 220775 w 1389045"/>
              <a:gd name="connsiteY31" fmla="*/ 779886 h 779886"/>
              <a:gd name="connsiteX32" fmla="*/ 1174124 w 1389045"/>
              <a:gd name="connsiteY32" fmla="*/ 779886 h 779886"/>
              <a:gd name="connsiteX33" fmla="*/ 1271131 w 1389045"/>
              <a:gd name="connsiteY33" fmla="*/ 763161 h 779886"/>
              <a:gd name="connsiteX34" fmla="*/ 1344723 w 1389045"/>
              <a:gd name="connsiteY34" fmla="*/ 709640 h 779886"/>
              <a:gd name="connsiteX35" fmla="*/ 1388209 w 1389045"/>
              <a:gd name="connsiteY35" fmla="*/ 629358 h 779886"/>
              <a:gd name="connsiteX36" fmla="*/ 1384864 w 1389045"/>
              <a:gd name="connsiteY36" fmla="*/ 535695 h 779886"/>
              <a:gd name="connsiteX37" fmla="*/ 1334688 w 1389045"/>
              <a:gd name="connsiteY37" fmla="*/ 612632 h 779886"/>
              <a:gd name="connsiteX38" fmla="*/ 1297892 w 1389045"/>
              <a:gd name="connsiteY38" fmla="*/ 679534 h 779886"/>
              <a:gd name="connsiteX39" fmla="*/ 1237680 w 1389045"/>
              <a:gd name="connsiteY39" fmla="*/ 723020 h 779886"/>
              <a:gd name="connsiteX40" fmla="*/ 1164088 w 1389045"/>
              <a:gd name="connsiteY40" fmla="*/ 739745 h 779886"/>
              <a:gd name="connsiteX41" fmla="*/ 210740 w 1389045"/>
              <a:gd name="connsiteY41" fmla="*/ 739745 h 779886"/>
              <a:gd name="connsiteX42" fmla="*/ 90317 w 1389045"/>
              <a:gd name="connsiteY42" fmla="*/ 696259 h 779886"/>
              <a:gd name="connsiteX43" fmla="*/ 33451 w 1389045"/>
              <a:gd name="connsiteY43" fmla="*/ 579181 h 779886"/>
              <a:gd name="connsiteX44" fmla="*/ 70247 w 1389045"/>
              <a:gd name="connsiteY44" fmla="*/ 455413 h 779886"/>
              <a:gd name="connsiteX45" fmla="*/ 180634 w 1389045"/>
              <a:gd name="connsiteY45" fmla="*/ 388512 h 779886"/>
              <a:gd name="connsiteX46" fmla="*/ 194015 w 1389045"/>
              <a:gd name="connsiteY46" fmla="*/ 378476 h 779886"/>
              <a:gd name="connsiteX47" fmla="*/ 197360 w 1389045"/>
              <a:gd name="connsiteY47" fmla="*/ 361751 h 779886"/>
              <a:gd name="connsiteX48" fmla="*/ 214085 w 1389045"/>
              <a:gd name="connsiteY48" fmla="*/ 174426 h 779886"/>
              <a:gd name="connsiteX49" fmla="*/ 274297 w 1389045"/>
              <a:gd name="connsiteY49" fmla="*/ 100835 h 779886"/>
              <a:gd name="connsiteX50" fmla="*/ 287677 w 1389045"/>
              <a:gd name="connsiteY50" fmla="*/ 90799 h 779886"/>
              <a:gd name="connsiteX51" fmla="*/ 304402 w 1389045"/>
              <a:gd name="connsiteY51" fmla="*/ 77419 h 779886"/>
              <a:gd name="connsiteX52" fmla="*/ 317783 w 1389045"/>
              <a:gd name="connsiteY52" fmla="*/ 70729 h 779886"/>
              <a:gd name="connsiteX53" fmla="*/ 357924 w 1389045"/>
              <a:gd name="connsiteY53" fmla="*/ 54003 h 779886"/>
              <a:gd name="connsiteX54" fmla="*/ 545248 w 1389045"/>
              <a:gd name="connsiteY54" fmla="*/ 67384 h 779886"/>
              <a:gd name="connsiteX55" fmla="*/ 662326 w 1389045"/>
              <a:gd name="connsiteY55" fmla="*/ 207877 h 779886"/>
              <a:gd name="connsiteX56" fmla="*/ 679052 w 1389045"/>
              <a:gd name="connsiteY56" fmla="*/ 221258 h 779886"/>
              <a:gd name="connsiteX57" fmla="*/ 699122 w 1389045"/>
              <a:gd name="connsiteY57" fmla="*/ 214567 h 779886"/>
              <a:gd name="connsiteX58" fmla="*/ 953348 w 1389045"/>
              <a:gd name="connsiteY58" fmla="*/ 147666 h 779886"/>
              <a:gd name="connsiteX59" fmla="*/ 1087152 w 1389045"/>
              <a:gd name="connsiteY59" fmla="*/ 368441 h 779886"/>
              <a:gd name="connsiteX60" fmla="*/ 1093842 w 1389045"/>
              <a:gd name="connsiteY60" fmla="*/ 385167 h 779886"/>
              <a:gd name="connsiteX61" fmla="*/ 1113912 w 1389045"/>
              <a:gd name="connsiteY61" fmla="*/ 388512 h 779886"/>
              <a:gd name="connsiteX62" fmla="*/ 1190849 w 1389045"/>
              <a:gd name="connsiteY62" fmla="*/ 385167 h 779886"/>
              <a:gd name="connsiteX63" fmla="*/ 1261096 w 1389045"/>
              <a:gd name="connsiteY63" fmla="*/ 411927 h 779886"/>
              <a:gd name="connsiteX64" fmla="*/ 1314617 w 1389045"/>
              <a:gd name="connsiteY64" fmla="*/ 465448 h 779886"/>
              <a:gd name="connsiteX65" fmla="*/ 1341378 w 1389045"/>
              <a:gd name="connsiteY65" fmla="*/ 535695 h 779886"/>
              <a:gd name="connsiteX66" fmla="*/ 1334688 w 1389045"/>
              <a:gd name="connsiteY66" fmla="*/ 612632 h 77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389045" h="779886">
                <a:moveTo>
                  <a:pt x="1384864" y="535695"/>
                </a:moveTo>
                <a:cubicBezTo>
                  <a:pt x="1378174" y="505589"/>
                  <a:pt x="1368138" y="475484"/>
                  <a:pt x="1351413" y="448723"/>
                </a:cubicBezTo>
                <a:cubicBezTo>
                  <a:pt x="1331343" y="421962"/>
                  <a:pt x="1311272" y="398547"/>
                  <a:pt x="1284511" y="381821"/>
                </a:cubicBezTo>
                <a:cubicBezTo>
                  <a:pt x="1257751" y="365096"/>
                  <a:pt x="1227645" y="351716"/>
                  <a:pt x="1197539" y="348371"/>
                </a:cubicBezTo>
                <a:cubicBezTo>
                  <a:pt x="1174124" y="345026"/>
                  <a:pt x="1150708" y="345026"/>
                  <a:pt x="1130638" y="348371"/>
                </a:cubicBezTo>
                <a:cubicBezTo>
                  <a:pt x="1130638" y="241328"/>
                  <a:pt x="1070426" y="151011"/>
                  <a:pt x="970074" y="110870"/>
                </a:cubicBezTo>
                <a:cubicBezTo>
                  <a:pt x="869721" y="70729"/>
                  <a:pt x="766024" y="90799"/>
                  <a:pt x="692432" y="164391"/>
                </a:cubicBezTo>
                <a:cubicBezTo>
                  <a:pt x="665671" y="107525"/>
                  <a:pt x="618840" y="60694"/>
                  <a:pt x="561974" y="30588"/>
                </a:cubicBezTo>
                <a:cubicBezTo>
                  <a:pt x="495072" y="-2863"/>
                  <a:pt x="418135" y="-9553"/>
                  <a:pt x="344543" y="13862"/>
                </a:cubicBezTo>
                <a:cubicBezTo>
                  <a:pt x="334508" y="17208"/>
                  <a:pt x="327818" y="20553"/>
                  <a:pt x="317783" y="23898"/>
                </a:cubicBezTo>
                <a:cubicBezTo>
                  <a:pt x="311093" y="27243"/>
                  <a:pt x="304402" y="27243"/>
                  <a:pt x="301057" y="33933"/>
                </a:cubicBezTo>
                <a:cubicBezTo>
                  <a:pt x="294367" y="37278"/>
                  <a:pt x="287677" y="40623"/>
                  <a:pt x="284332" y="43968"/>
                </a:cubicBezTo>
                <a:cubicBezTo>
                  <a:pt x="237501" y="70729"/>
                  <a:pt x="204050" y="110870"/>
                  <a:pt x="180634" y="154356"/>
                </a:cubicBezTo>
                <a:cubicBezTo>
                  <a:pt x="147184" y="214567"/>
                  <a:pt x="137148" y="281469"/>
                  <a:pt x="153874" y="348371"/>
                </a:cubicBezTo>
                <a:cubicBezTo>
                  <a:pt x="153874" y="348371"/>
                  <a:pt x="153874" y="351716"/>
                  <a:pt x="153874" y="351716"/>
                </a:cubicBezTo>
                <a:cubicBezTo>
                  <a:pt x="107043" y="365096"/>
                  <a:pt x="70247" y="391857"/>
                  <a:pt x="40141" y="428653"/>
                </a:cubicBezTo>
                <a:cubicBezTo>
                  <a:pt x="30106" y="442033"/>
                  <a:pt x="20071" y="458758"/>
                  <a:pt x="13380" y="475484"/>
                </a:cubicBezTo>
                <a:lnTo>
                  <a:pt x="13380" y="475484"/>
                </a:lnTo>
                <a:cubicBezTo>
                  <a:pt x="10035" y="482174"/>
                  <a:pt x="10035" y="485519"/>
                  <a:pt x="6690" y="492209"/>
                </a:cubicBezTo>
                <a:lnTo>
                  <a:pt x="6690" y="492209"/>
                </a:lnTo>
                <a:cubicBezTo>
                  <a:pt x="3345" y="498899"/>
                  <a:pt x="3345" y="502244"/>
                  <a:pt x="3345" y="508935"/>
                </a:cubicBezTo>
                <a:cubicBezTo>
                  <a:pt x="3345" y="515625"/>
                  <a:pt x="0" y="522315"/>
                  <a:pt x="0" y="525660"/>
                </a:cubicBezTo>
                <a:cubicBezTo>
                  <a:pt x="0" y="532350"/>
                  <a:pt x="0" y="535695"/>
                  <a:pt x="0" y="542385"/>
                </a:cubicBezTo>
                <a:cubicBezTo>
                  <a:pt x="0" y="542385"/>
                  <a:pt x="0" y="542385"/>
                  <a:pt x="0" y="545730"/>
                </a:cubicBezTo>
                <a:cubicBezTo>
                  <a:pt x="0" y="549076"/>
                  <a:pt x="0" y="555766"/>
                  <a:pt x="0" y="559111"/>
                </a:cubicBezTo>
                <a:cubicBezTo>
                  <a:pt x="0" y="559111"/>
                  <a:pt x="0" y="562456"/>
                  <a:pt x="0" y="562456"/>
                </a:cubicBezTo>
                <a:cubicBezTo>
                  <a:pt x="0" y="569146"/>
                  <a:pt x="0" y="572491"/>
                  <a:pt x="0" y="579181"/>
                </a:cubicBezTo>
                <a:cubicBezTo>
                  <a:pt x="3345" y="599252"/>
                  <a:pt x="6690" y="619322"/>
                  <a:pt x="16725" y="639393"/>
                </a:cubicBezTo>
                <a:cubicBezTo>
                  <a:pt x="20071" y="646083"/>
                  <a:pt x="23416" y="652773"/>
                  <a:pt x="26761" y="659463"/>
                </a:cubicBezTo>
                <a:cubicBezTo>
                  <a:pt x="30106" y="666153"/>
                  <a:pt x="33451" y="672844"/>
                  <a:pt x="40141" y="679534"/>
                </a:cubicBezTo>
                <a:cubicBezTo>
                  <a:pt x="50176" y="692914"/>
                  <a:pt x="60211" y="706294"/>
                  <a:pt x="73592" y="719675"/>
                </a:cubicBezTo>
                <a:cubicBezTo>
                  <a:pt x="113733" y="759816"/>
                  <a:pt x="167254" y="779886"/>
                  <a:pt x="220775" y="779886"/>
                </a:cubicBezTo>
                <a:lnTo>
                  <a:pt x="1174124" y="779886"/>
                </a:lnTo>
                <a:cubicBezTo>
                  <a:pt x="1207575" y="779886"/>
                  <a:pt x="1237680" y="773196"/>
                  <a:pt x="1271131" y="763161"/>
                </a:cubicBezTo>
                <a:cubicBezTo>
                  <a:pt x="1297892" y="753126"/>
                  <a:pt x="1324652" y="733055"/>
                  <a:pt x="1344723" y="709640"/>
                </a:cubicBezTo>
                <a:cubicBezTo>
                  <a:pt x="1364793" y="686224"/>
                  <a:pt x="1378174" y="659463"/>
                  <a:pt x="1388209" y="629358"/>
                </a:cubicBezTo>
                <a:cubicBezTo>
                  <a:pt x="1388209" y="599252"/>
                  <a:pt x="1391554" y="565801"/>
                  <a:pt x="1384864" y="535695"/>
                </a:cubicBezTo>
                <a:close/>
                <a:moveTo>
                  <a:pt x="1334688" y="612632"/>
                </a:moveTo>
                <a:cubicBezTo>
                  <a:pt x="1327998" y="639393"/>
                  <a:pt x="1314617" y="659463"/>
                  <a:pt x="1297892" y="679534"/>
                </a:cubicBezTo>
                <a:cubicBezTo>
                  <a:pt x="1281166" y="696259"/>
                  <a:pt x="1261096" y="712985"/>
                  <a:pt x="1237680" y="723020"/>
                </a:cubicBezTo>
                <a:cubicBezTo>
                  <a:pt x="1214265" y="733055"/>
                  <a:pt x="1190849" y="739745"/>
                  <a:pt x="1164088" y="739745"/>
                </a:cubicBezTo>
                <a:lnTo>
                  <a:pt x="210740" y="739745"/>
                </a:lnTo>
                <a:cubicBezTo>
                  <a:pt x="167254" y="739745"/>
                  <a:pt x="123768" y="723020"/>
                  <a:pt x="90317" y="696259"/>
                </a:cubicBezTo>
                <a:cubicBezTo>
                  <a:pt x="56866" y="662808"/>
                  <a:pt x="36796" y="622667"/>
                  <a:pt x="33451" y="579181"/>
                </a:cubicBezTo>
                <a:cubicBezTo>
                  <a:pt x="30106" y="535695"/>
                  <a:pt x="43486" y="492209"/>
                  <a:pt x="70247" y="455413"/>
                </a:cubicBezTo>
                <a:cubicBezTo>
                  <a:pt x="97007" y="421962"/>
                  <a:pt x="137148" y="395202"/>
                  <a:pt x="180634" y="388512"/>
                </a:cubicBezTo>
                <a:cubicBezTo>
                  <a:pt x="187325" y="385167"/>
                  <a:pt x="190670" y="381821"/>
                  <a:pt x="194015" y="378476"/>
                </a:cubicBezTo>
                <a:cubicBezTo>
                  <a:pt x="197360" y="371786"/>
                  <a:pt x="200705" y="368441"/>
                  <a:pt x="197360" y="361751"/>
                </a:cubicBezTo>
                <a:cubicBezTo>
                  <a:pt x="177289" y="298194"/>
                  <a:pt x="183980" y="231293"/>
                  <a:pt x="214085" y="174426"/>
                </a:cubicBezTo>
                <a:cubicBezTo>
                  <a:pt x="230811" y="144321"/>
                  <a:pt x="250881" y="120905"/>
                  <a:pt x="274297" y="100835"/>
                </a:cubicBezTo>
                <a:cubicBezTo>
                  <a:pt x="277642" y="97490"/>
                  <a:pt x="284332" y="94144"/>
                  <a:pt x="287677" y="90799"/>
                </a:cubicBezTo>
                <a:cubicBezTo>
                  <a:pt x="294367" y="87454"/>
                  <a:pt x="297712" y="80764"/>
                  <a:pt x="304402" y="77419"/>
                </a:cubicBezTo>
                <a:cubicBezTo>
                  <a:pt x="307748" y="74074"/>
                  <a:pt x="314438" y="70729"/>
                  <a:pt x="317783" y="70729"/>
                </a:cubicBezTo>
                <a:cubicBezTo>
                  <a:pt x="331163" y="64039"/>
                  <a:pt x="344543" y="57349"/>
                  <a:pt x="357924" y="54003"/>
                </a:cubicBezTo>
                <a:cubicBezTo>
                  <a:pt x="421480" y="33933"/>
                  <a:pt x="485037" y="37278"/>
                  <a:pt x="545248" y="67384"/>
                </a:cubicBezTo>
                <a:cubicBezTo>
                  <a:pt x="602115" y="94144"/>
                  <a:pt x="645601" y="144321"/>
                  <a:pt x="662326" y="207877"/>
                </a:cubicBezTo>
                <a:cubicBezTo>
                  <a:pt x="665671" y="214567"/>
                  <a:pt x="672361" y="221258"/>
                  <a:pt x="679052" y="221258"/>
                </a:cubicBezTo>
                <a:cubicBezTo>
                  <a:pt x="685742" y="224603"/>
                  <a:pt x="695777" y="221258"/>
                  <a:pt x="699122" y="214567"/>
                </a:cubicBezTo>
                <a:cubicBezTo>
                  <a:pt x="772714" y="120905"/>
                  <a:pt x="883102" y="117560"/>
                  <a:pt x="953348" y="147666"/>
                </a:cubicBezTo>
                <a:cubicBezTo>
                  <a:pt x="1023595" y="174426"/>
                  <a:pt x="1100532" y="251363"/>
                  <a:pt x="1087152" y="368441"/>
                </a:cubicBezTo>
                <a:cubicBezTo>
                  <a:pt x="1087152" y="375131"/>
                  <a:pt x="1087152" y="381821"/>
                  <a:pt x="1093842" y="385167"/>
                </a:cubicBezTo>
                <a:cubicBezTo>
                  <a:pt x="1100532" y="388512"/>
                  <a:pt x="1107222" y="391857"/>
                  <a:pt x="1113912" y="388512"/>
                </a:cubicBezTo>
                <a:cubicBezTo>
                  <a:pt x="1140673" y="381821"/>
                  <a:pt x="1164088" y="381821"/>
                  <a:pt x="1190849" y="385167"/>
                </a:cubicBezTo>
                <a:cubicBezTo>
                  <a:pt x="1214265" y="388512"/>
                  <a:pt x="1241025" y="398547"/>
                  <a:pt x="1261096" y="411927"/>
                </a:cubicBezTo>
                <a:cubicBezTo>
                  <a:pt x="1284511" y="425308"/>
                  <a:pt x="1301237" y="442033"/>
                  <a:pt x="1314617" y="465448"/>
                </a:cubicBezTo>
                <a:cubicBezTo>
                  <a:pt x="1327998" y="485519"/>
                  <a:pt x="1338033" y="508935"/>
                  <a:pt x="1341378" y="535695"/>
                </a:cubicBezTo>
                <a:cubicBezTo>
                  <a:pt x="1344723" y="562456"/>
                  <a:pt x="1341378" y="585872"/>
                  <a:pt x="1334688" y="612632"/>
                </a:cubicBezTo>
                <a:close/>
              </a:path>
            </a:pathLst>
          </a:custGeom>
          <a:solidFill>
            <a:srgbClr val="00B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36" name="Picture 12" descr="Partner With Wasabi - Climb Channel Solutions">
            <a:extLst>
              <a:ext uri="{FF2B5EF4-FFF2-40B4-BE49-F238E27FC236}">
                <a16:creationId xmlns:a16="http://schemas.microsoft.com/office/drawing/2014/main" id="{DEFBBECC-DBC6-3743-B38E-1907C2ACE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9260" y="5276700"/>
            <a:ext cx="951992" cy="284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F2B06664-5CB1-E09A-950A-C322C3FD9EA6}"/>
              </a:ext>
            </a:extLst>
          </p:cNvPr>
          <p:cNvCxnSpPr>
            <a:cxnSpLocks/>
            <a:stCxn id="8" idx="0"/>
            <a:endCxn id="1028" idx="2"/>
          </p:cNvCxnSpPr>
          <p:nvPr/>
        </p:nvCxnSpPr>
        <p:spPr>
          <a:xfrm flipH="1" flipV="1">
            <a:off x="9916458" y="2147752"/>
            <a:ext cx="98" cy="933812"/>
          </a:xfrm>
          <a:prstGeom prst="straightConnector1">
            <a:avLst/>
          </a:prstGeom>
          <a:ln w="22225">
            <a:solidFill>
              <a:srgbClr val="2B96C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190EA7CB-4D47-70B4-7037-E5DB29E2A197}"/>
              </a:ext>
            </a:extLst>
          </p:cNvPr>
          <p:cNvSpPr/>
          <p:nvPr/>
        </p:nvSpPr>
        <p:spPr>
          <a:xfrm>
            <a:off x="9745925" y="2345023"/>
            <a:ext cx="341066" cy="341066"/>
          </a:xfrm>
          <a:prstGeom prst="ellipse">
            <a:avLst/>
          </a:prstGeom>
          <a:solidFill>
            <a:srgbClr val="2B96C3"/>
          </a:solidFill>
          <a:ln w="12700" cap="flat" cmpd="sng" algn="ctr">
            <a:solidFill>
              <a:srgbClr val="83489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1</a:t>
            </a: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29C69F5D-B996-716C-9B45-A53B653171F6}"/>
              </a:ext>
            </a:extLst>
          </p:cNvPr>
          <p:cNvSpPr txBox="1"/>
          <p:nvPr/>
        </p:nvSpPr>
        <p:spPr>
          <a:xfrm>
            <a:off x="9572075" y="5742591"/>
            <a:ext cx="16972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/>
              </a:rPr>
              <a:t>75TB Usable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AE435723-9B25-8B9E-5358-454BD7C0A5EC}"/>
              </a:ext>
            </a:extLst>
          </p:cNvPr>
          <p:cNvSpPr txBox="1"/>
          <p:nvPr/>
        </p:nvSpPr>
        <p:spPr>
          <a:xfrm>
            <a:off x="9536558" y="5976182"/>
            <a:ext cx="2075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System Font Regular"/>
              <a:buChar char="❌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 Not able to write all backups to Wasabi</a:t>
            </a: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7D2C222A-DDE1-D68E-E24E-4E788AEEF38A}"/>
              </a:ext>
            </a:extLst>
          </p:cNvPr>
          <p:cNvSpPr txBox="1"/>
          <p:nvPr/>
        </p:nvSpPr>
        <p:spPr>
          <a:xfrm>
            <a:off x="10574501" y="3714481"/>
            <a:ext cx="13890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System Font Regular"/>
              <a:buChar char="❌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 Not Protected</a:t>
            </a:r>
          </a:p>
        </p:txBody>
      </p:sp>
      <p:cxnSp>
        <p:nvCxnSpPr>
          <p:cNvPr id="468" name="Straight Connector 467">
            <a:extLst>
              <a:ext uri="{FF2B5EF4-FFF2-40B4-BE49-F238E27FC236}">
                <a16:creationId xmlns:a16="http://schemas.microsoft.com/office/drawing/2014/main" id="{97347935-D3C4-B13F-F019-58523DB25CF2}"/>
              </a:ext>
            </a:extLst>
          </p:cNvPr>
          <p:cNvCxnSpPr>
            <a:stCxn id="5" idx="0"/>
            <a:endCxn id="5" idx="2"/>
          </p:cNvCxnSpPr>
          <p:nvPr/>
        </p:nvCxnSpPr>
        <p:spPr>
          <a:xfrm>
            <a:off x="10518656" y="2980008"/>
            <a:ext cx="0" cy="981105"/>
          </a:xfrm>
          <a:prstGeom prst="line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29FF011C-62F9-4A36-A7BD-9E3EBA1D1427}"/>
              </a:ext>
            </a:extLst>
          </p:cNvPr>
          <p:cNvGrpSpPr/>
          <p:nvPr/>
        </p:nvGrpSpPr>
        <p:grpSpPr>
          <a:xfrm>
            <a:off x="5198887" y="3880606"/>
            <a:ext cx="571500" cy="571500"/>
            <a:chOff x="4397636" y="3767179"/>
            <a:chExt cx="571500" cy="571500"/>
          </a:xfrm>
        </p:grpSpPr>
        <p:pic>
          <p:nvPicPr>
            <p:cNvPr id="470" name="Graphic 469">
              <a:extLst>
                <a:ext uri="{FF2B5EF4-FFF2-40B4-BE49-F238E27FC236}">
                  <a16:creationId xmlns:a16="http://schemas.microsoft.com/office/drawing/2014/main" id="{E4EE9603-36EC-95B9-CAF6-0DF262284819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97636" y="3767179"/>
              <a:ext cx="571500" cy="571500"/>
            </a:xfrm>
            <a:prstGeom prst="rect">
              <a:avLst/>
            </a:prstGeom>
          </p:spPr>
        </p:pic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B49017FA-FB9A-B0B5-D828-1634551272BE}"/>
                </a:ext>
              </a:extLst>
            </p:cNvPr>
            <p:cNvSpPr/>
            <p:nvPr/>
          </p:nvSpPr>
          <p:spPr>
            <a:xfrm>
              <a:off x="4639913" y="4052929"/>
              <a:ext cx="195083" cy="221124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solidFill>
                <a:srgbClr val="83489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VP</a:t>
              </a:r>
            </a:p>
          </p:txBody>
        </p:sp>
      </p:grpSp>
      <p:grpSp>
        <p:nvGrpSpPr>
          <p:cNvPr id="478" name="Group 477">
            <a:extLst>
              <a:ext uri="{FF2B5EF4-FFF2-40B4-BE49-F238E27FC236}">
                <a16:creationId xmlns:a16="http://schemas.microsoft.com/office/drawing/2014/main" id="{F68BB462-68E1-1F6C-B7FD-52F372684863}"/>
              </a:ext>
            </a:extLst>
          </p:cNvPr>
          <p:cNvGrpSpPr/>
          <p:nvPr/>
        </p:nvGrpSpPr>
        <p:grpSpPr>
          <a:xfrm>
            <a:off x="5966275" y="3884137"/>
            <a:ext cx="571500" cy="571500"/>
            <a:chOff x="4397636" y="3767179"/>
            <a:chExt cx="571500" cy="571500"/>
          </a:xfrm>
        </p:grpSpPr>
        <p:pic>
          <p:nvPicPr>
            <p:cNvPr id="479" name="Graphic 478">
              <a:extLst>
                <a:ext uri="{FF2B5EF4-FFF2-40B4-BE49-F238E27FC236}">
                  <a16:creationId xmlns:a16="http://schemas.microsoft.com/office/drawing/2014/main" id="{F2E15DF7-C5C9-CCB6-3FA4-A757CAB88D38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97636" y="3767179"/>
              <a:ext cx="571500" cy="571500"/>
            </a:xfrm>
            <a:prstGeom prst="rect">
              <a:avLst/>
            </a:prstGeom>
          </p:spPr>
        </p:pic>
        <p:sp>
          <p:nvSpPr>
            <p:cNvPr id="480" name="Oval 479">
              <a:extLst>
                <a:ext uri="{FF2B5EF4-FFF2-40B4-BE49-F238E27FC236}">
                  <a16:creationId xmlns:a16="http://schemas.microsoft.com/office/drawing/2014/main" id="{5D630AE1-35A9-E75B-5C59-283F30933F74}"/>
                </a:ext>
              </a:extLst>
            </p:cNvPr>
            <p:cNvSpPr/>
            <p:nvPr/>
          </p:nvSpPr>
          <p:spPr>
            <a:xfrm>
              <a:off x="4639913" y="4052929"/>
              <a:ext cx="195083" cy="221124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solidFill>
                <a:srgbClr val="83489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VP</a:t>
              </a:r>
            </a:p>
          </p:txBody>
        </p: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31D70A39-DC02-B263-47B6-FB86FBE4210E}"/>
              </a:ext>
            </a:extLst>
          </p:cNvPr>
          <p:cNvGrpSpPr/>
          <p:nvPr/>
        </p:nvGrpSpPr>
        <p:grpSpPr>
          <a:xfrm>
            <a:off x="5588112" y="3866470"/>
            <a:ext cx="571500" cy="571500"/>
            <a:chOff x="4397636" y="3767179"/>
            <a:chExt cx="571500" cy="571500"/>
          </a:xfrm>
        </p:grpSpPr>
        <p:pic>
          <p:nvPicPr>
            <p:cNvPr id="482" name="Graphic 481">
              <a:extLst>
                <a:ext uri="{FF2B5EF4-FFF2-40B4-BE49-F238E27FC236}">
                  <a16:creationId xmlns:a16="http://schemas.microsoft.com/office/drawing/2014/main" id="{C0ACBB1A-1F44-7D9F-4943-844E596CD428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97636" y="3767179"/>
              <a:ext cx="571500" cy="571500"/>
            </a:xfrm>
            <a:prstGeom prst="rect">
              <a:avLst/>
            </a:prstGeom>
          </p:spPr>
        </p:pic>
        <p:sp>
          <p:nvSpPr>
            <p:cNvPr id="483" name="Oval 482">
              <a:extLst>
                <a:ext uri="{FF2B5EF4-FFF2-40B4-BE49-F238E27FC236}">
                  <a16:creationId xmlns:a16="http://schemas.microsoft.com/office/drawing/2014/main" id="{F6F7E581-50A7-A270-4286-CB737453BB66}"/>
                </a:ext>
              </a:extLst>
            </p:cNvPr>
            <p:cNvSpPr/>
            <p:nvPr/>
          </p:nvSpPr>
          <p:spPr>
            <a:xfrm>
              <a:off x="4639913" y="4052929"/>
              <a:ext cx="195083" cy="221124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solidFill>
                <a:srgbClr val="83489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VP</a:t>
              </a:r>
            </a:p>
          </p:txBody>
        </p:sp>
      </p:grpSp>
      <p:pic>
        <p:nvPicPr>
          <p:cNvPr id="1046" name="Picture 22">
            <a:extLst>
              <a:ext uri="{FF2B5EF4-FFF2-40B4-BE49-F238E27FC236}">
                <a16:creationId xmlns:a16="http://schemas.microsoft.com/office/drawing/2014/main" id="{21FDACC8-3266-FEC3-BB4B-BAE08A588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385" y="3331486"/>
            <a:ext cx="845145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8071CB0-EE09-3EC9-E9F1-1FEB2A93BA7D}"/>
              </a:ext>
            </a:extLst>
          </p:cNvPr>
          <p:cNvGrpSpPr/>
          <p:nvPr/>
        </p:nvGrpSpPr>
        <p:grpSpPr>
          <a:xfrm>
            <a:off x="4951077" y="2351226"/>
            <a:ext cx="702195" cy="427590"/>
            <a:chOff x="809967" y="4292795"/>
            <a:chExt cx="702195" cy="42759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68AF726-D495-C9AA-6406-A1A10295985F}"/>
                </a:ext>
              </a:extLst>
            </p:cNvPr>
            <p:cNvSpPr>
              <a:spLocks/>
            </p:cNvSpPr>
            <p:nvPr/>
          </p:nvSpPr>
          <p:spPr>
            <a:xfrm>
              <a:off x="809967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Devices</a:t>
              </a:r>
            </a:p>
          </p:txBody>
        </p:sp>
        <p:sp>
          <p:nvSpPr>
            <p:cNvPr id="10" name="Freeform: Shape 210">
              <a:extLst>
                <a:ext uri="{FF2B5EF4-FFF2-40B4-BE49-F238E27FC236}">
                  <a16:creationId xmlns:a16="http://schemas.microsoft.com/office/drawing/2014/main" id="{AA56C3E4-9F26-A273-0311-B0C68B3993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4881" y="4438701"/>
              <a:ext cx="312368" cy="281684"/>
            </a:xfrm>
            <a:custGeom>
              <a:avLst/>
              <a:gdLst>
                <a:gd name="connsiteX0" fmla="*/ 717948 w 756461"/>
                <a:gd name="connsiteY0" fmla="*/ 0 h 682154"/>
                <a:gd name="connsiteX1" fmla="*/ 119845 w 756461"/>
                <a:gd name="connsiteY1" fmla="*/ 0 h 682154"/>
                <a:gd name="connsiteX2" fmla="*/ 81372 w 756461"/>
                <a:gd name="connsiteY2" fmla="*/ 38472 h 682154"/>
                <a:gd name="connsiteX3" fmla="*/ 81372 w 756461"/>
                <a:gd name="connsiteY3" fmla="*/ 295943 h 682154"/>
                <a:gd name="connsiteX4" fmla="*/ 23590 w 756461"/>
                <a:gd name="connsiteY4" fmla="*/ 295943 h 682154"/>
                <a:gd name="connsiteX5" fmla="*/ 0 w 756461"/>
                <a:gd name="connsiteY5" fmla="*/ 320499 h 682154"/>
                <a:gd name="connsiteX6" fmla="*/ 0 w 756461"/>
                <a:gd name="connsiteY6" fmla="*/ 657598 h 682154"/>
                <a:gd name="connsiteX7" fmla="*/ 23590 w 756461"/>
                <a:gd name="connsiteY7" fmla="*/ 682155 h 682154"/>
                <a:gd name="connsiteX8" fmla="*/ 194821 w 756461"/>
                <a:gd name="connsiteY8" fmla="*/ 682155 h 682154"/>
                <a:gd name="connsiteX9" fmla="*/ 218410 w 756461"/>
                <a:gd name="connsiteY9" fmla="*/ 657598 h 682154"/>
                <a:gd name="connsiteX10" fmla="*/ 218410 w 756461"/>
                <a:gd name="connsiteY10" fmla="*/ 475471 h 682154"/>
                <a:gd name="connsiteX11" fmla="*/ 385355 w 756461"/>
                <a:gd name="connsiteY11" fmla="*/ 475471 h 682154"/>
                <a:gd name="connsiteX12" fmla="*/ 385355 w 756461"/>
                <a:gd name="connsiteY12" fmla="*/ 540471 h 682154"/>
                <a:gd name="connsiteX13" fmla="*/ 377541 w 756461"/>
                <a:gd name="connsiteY13" fmla="*/ 540471 h 682154"/>
                <a:gd name="connsiteX14" fmla="*/ 277643 w 756461"/>
                <a:gd name="connsiteY14" fmla="*/ 564061 h 682154"/>
                <a:gd name="connsiteX15" fmla="*/ 233776 w 756461"/>
                <a:gd name="connsiteY15" fmla="*/ 625043 h 682154"/>
                <a:gd name="connsiteX16" fmla="*/ 241329 w 756461"/>
                <a:gd name="connsiteY16" fmla="*/ 632596 h 682154"/>
                <a:gd name="connsiteX17" fmla="*/ 596468 w 756461"/>
                <a:gd name="connsiteY17" fmla="*/ 632596 h 682154"/>
                <a:gd name="connsiteX18" fmla="*/ 604022 w 756461"/>
                <a:gd name="connsiteY18" fmla="*/ 625043 h 682154"/>
                <a:gd name="connsiteX19" fmla="*/ 560154 w 756461"/>
                <a:gd name="connsiteY19" fmla="*/ 564061 h 682154"/>
                <a:gd name="connsiteX20" fmla="*/ 460256 w 756461"/>
                <a:gd name="connsiteY20" fmla="*/ 540471 h 682154"/>
                <a:gd name="connsiteX21" fmla="*/ 452442 w 756461"/>
                <a:gd name="connsiteY21" fmla="*/ 540471 h 682154"/>
                <a:gd name="connsiteX22" fmla="*/ 452442 w 756461"/>
                <a:gd name="connsiteY22" fmla="*/ 475471 h 682154"/>
                <a:gd name="connsiteX23" fmla="*/ 717952 w 756461"/>
                <a:gd name="connsiteY23" fmla="*/ 475471 h 682154"/>
                <a:gd name="connsiteX24" fmla="*/ 756424 w 756461"/>
                <a:gd name="connsiteY24" fmla="*/ 436998 h 682154"/>
                <a:gd name="connsiteX25" fmla="*/ 756461 w 756461"/>
                <a:gd name="connsiteY25" fmla="*/ 38472 h 682154"/>
                <a:gd name="connsiteX26" fmla="*/ 717989 w 756461"/>
                <a:gd name="connsiteY26" fmla="*/ 0 h 682154"/>
                <a:gd name="connsiteX27" fmla="*/ 23594 w 756461"/>
                <a:gd name="connsiteY27" fmla="*/ 311087 h 682154"/>
                <a:gd name="connsiteX28" fmla="*/ 194825 w 756461"/>
                <a:gd name="connsiteY28" fmla="*/ 311087 h 682154"/>
                <a:gd name="connsiteX29" fmla="*/ 203308 w 756461"/>
                <a:gd name="connsiteY29" fmla="*/ 320500 h 682154"/>
                <a:gd name="connsiteX30" fmla="*/ 203308 w 756461"/>
                <a:gd name="connsiteY30" fmla="*/ 346434 h 682154"/>
                <a:gd name="connsiteX31" fmla="*/ 15114 w 756461"/>
                <a:gd name="connsiteY31" fmla="*/ 346471 h 682154"/>
                <a:gd name="connsiteX32" fmla="*/ 15114 w 756461"/>
                <a:gd name="connsiteY32" fmla="*/ 320537 h 682154"/>
                <a:gd name="connsiteX33" fmla="*/ 23597 w 756461"/>
                <a:gd name="connsiteY33" fmla="*/ 311124 h 682154"/>
                <a:gd name="connsiteX34" fmla="*/ 15111 w 756461"/>
                <a:gd name="connsiteY34" fmla="*/ 361577 h 682154"/>
                <a:gd name="connsiteX35" fmla="*/ 203268 w 756461"/>
                <a:gd name="connsiteY35" fmla="*/ 361577 h 682154"/>
                <a:gd name="connsiteX36" fmla="*/ 203268 w 756461"/>
                <a:gd name="connsiteY36" fmla="*/ 606102 h 682154"/>
                <a:gd name="connsiteX37" fmla="*/ 15111 w 756461"/>
                <a:gd name="connsiteY37" fmla="*/ 606102 h 682154"/>
                <a:gd name="connsiteX38" fmla="*/ 218413 w 756461"/>
                <a:gd name="connsiteY38" fmla="*/ 354024 h 682154"/>
                <a:gd name="connsiteX39" fmla="*/ 218413 w 756461"/>
                <a:gd name="connsiteY39" fmla="*/ 320538 h 682154"/>
                <a:gd name="connsiteX40" fmla="*/ 194823 w 756461"/>
                <a:gd name="connsiteY40" fmla="*/ 295981 h 682154"/>
                <a:gd name="connsiteX41" fmla="*/ 141580 w 756461"/>
                <a:gd name="connsiteY41" fmla="*/ 295981 h 682154"/>
                <a:gd name="connsiteX42" fmla="*/ 141580 w 756461"/>
                <a:gd name="connsiteY42" fmla="*/ 65857 h 682154"/>
                <a:gd name="connsiteX43" fmla="*/ 696335 w 756461"/>
                <a:gd name="connsiteY43" fmla="*/ 65857 h 682154"/>
                <a:gd name="connsiteX44" fmla="*/ 696335 w 756461"/>
                <a:gd name="connsiteY44" fmla="*/ 387069 h 682154"/>
                <a:gd name="connsiteX45" fmla="*/ 218447 w 756461"/>
                <a:gd name="connsiteY45" fmla="*/ 387069 h 682154"/>
                <a:gd name="connsiteX46" fmla="*/ 218447 w 756461"/>
                <a:gd name="connsiteY46" fmla="*/ 354066 h 682154"/>
                <a:gd name="connsiteX47" fmla="*/ 194823 w 756461"/>
                <a:gd name="connsiteY47" fmla="*/ 667044 h 682154"/>
                <a:gd name="connsiteX48" fmla="*/ 23592 w 756461"/>
                <a:gd name="connsiteY48" fmla="*/ 667044 h 682154"/>
                <a:gd name="connsiteX49" fmla="*/ 15109 w 756461"/>
                <a:gd name="connsiteY49" fmla="*/ 657630 h 682154"/>
                <a:gd name="connsiteX50" fmla="*/ 15109 w 756461"/>
                <a:gd name="connsiteY50" fmla="*/ 621242 h 682154"/>
                <a:gd name="connsiteX51" fmla="*/ 203266 w 756461"/>
                <a:gd name="connsiteY51" fmla="*/ 621242 h 682154"/>
                <a:gd name="connsiteX52" fmla="*/ 203266 w 756461"/>
                <a:gd name="connsiteY52" fmla="*/ 657630 h 682154"/>
                <a:gd name="connsiteX53" fmla="*/ 194783 w 756461"/>
                <a:gd name="connsiteY53" fmla="*/ 667044 h 682154"/>
                <a:gd name="connsiteX54" fmla="*/ 588101 w 756461"/>
                <a:gd name="connsiteY54" fmla="*/ 617484 h 682154"/>
                <a:gd name="connsiteX55" fmla="*/ 249773 w 756461"/>
                <a:gd name="connsiteY55" fmla="*/ 617484 h 682154"/>
                <a:gd name="connsiteX56" fmla="*/ 377541 w 756461"/>
                <a:gd name="connsiteY56" fmla="*/ 555609 h 682154"/>
                <a:gd name="connsiteX57" fmla="*/ 460290 w 756461"/>
                <a:gd name="connsiteY57" fmla="*/ 555609 h 682154"/>
                <a:gd name="connsiteX58" fmla="*/ 588058 w 756461"/>
                <a:gd name="connsiteY58" fmla="*/ 617484 h 682154"/>
                <a:gd name="connsiteX59" fmla="*/ 437377 w 756461"/>
                <a:gd name="connsiteY59" fmla="*/ 540503 h 682154"/>
                <a:gd name="connsiteX60" fmla="*/ 400505 w 756461"/>
                <a:gd name="connsiteY60" fmla="*/ 540503 h 682154"/>
                <a:gd name="connsiteX61" fmla="*/ 400505 w 756461"/>
                <a:gd name="connsiteY61" fmla="*/ 475503 h 682154"/>
                <a:gd name="connsiteX62" fmla="*/ 437377 w 756461"/>
                <a:gd name="connsiteY62" fmla="*/ 475503 h 682154"/>
                <a:gd name="connsiteX63" fmla="*/ 741358 w 756461"/>
                <a:gd name="connsiteY63" fmla="*/ 437033 h 682154"/>
                <a:gd name="connsiteX64" fmla="*/ 717992 w 756461"/>
                <a:gd name="connsiteY64" fmla="*/ 460399 h 682154"/>
                <a:gd name="connsiteX65" fmla="*/ 218454 w 756461"/>
                <a:gd name="connsiteY65" fmla="*/ 460399 h 682154"/>
                <a:gd name="connsiteX66" fmla="*/ 218454 w 756461"/>
                <a:gd name="connsiteY66" fmla="*/ 402207 h 682154"/>
                <a:gd name="connsiteX67" fmla="*/ 703934 w 756461"/>
                <a:gd name="connsiteY67" fmla="*/ 402207 h 682154"/>
                <a:gd name="connsiteX68" fmla="*/ 711487 w 756461"/>
                <a:gd name="connsiteY68" fmla="*/ 394654 h 682154"/>
                <a:gd name="connsiteX69" fmla="*/ 711449 w 756461"/>
                <a:gd name="connsiteY69" fmla="*/ 58269 h 682154"/>
                <a:gd name="connsiteX70" fmla="*/ 703896 w 756461"/>
                <a:gd name="connsiteY70" fmla="*/ 50716 h 682154"/>
                <a:gd name="connsiteX71" fmla="*/ 133996 w 756461"/>
                <a:gd name="connsiteY71" fmla="*/ 50679 h 682154"/>
                <a:gd name="connsiteX72" fmla="*/ 126443 w 756461"/>
                <a:gd name="connsiteY72" fmla="*/ 58232 h 682154"/>
                <a:gd name="connsiteX73" fmla="*/ 126443 w 756461"/>
                <a:gd name="connsiteY73" fmla="*/ 295947 h 682154"/>
                <a:gd name="connsiteX74" fmla="*/ 96566 w 756461"/>
                <a:gd name="connsiteY74" fmla="*/ 295947 h 682154"/>
                <a:gd name="connsiteX75" fmla="*/ 96566 w 756461"/>
                <a:gd name="connsiteY75" fmla="*/ 38477 h 682154"/>
                <a:gd name="connsiteX76" fmla="*/ 119932 w 756461"/>
                <a:gd name="connsiteY76" fmla="*/ 15111 h 682154"/>
                <a:gd name="connsiteX77" fmla="*/ 718035 w 756461"/>
                <a:gd name="connsiteY77" fmla="*/ 15111 h 682154"/>
                <a:gd name="connsiteX78" fmla="*/ 741401 w 756461"/>
                <a:gd name="connsiteY78" fmla="*/ 38477 h 682154"/>
                <a:gd name="connsiteX79" fmla="*/ 741401 w 756461"/>
                <a:gd name="connsiteY79" fmla="*/ 437003 h 682154"/>
                <a:gd name="connsiteX80" fmla="*/ 674758 w 756461"/>
                <a:gd name="connsiteY80" fmla="*/ 413742 h 682154"/>
                <a:gd name="connsiteX81" fmla="*/ 658052 w 756461"/>
                <a:gd name="connsiteY81" fmla="*/ 430447 h 682154"/>
                <a:gd name="connsiteX82" fmla="*/ 674758 w 756461"/>
                <a:gd name="connsiteY82" fmla="*/ 447153 h 682154"/>
                <a:gd name="connsiteX83" fmla="*/ 691463 w 756461"/>
                <a:gd name="connsiteY83" fmla="*/ 430447 h 682154"/>
                <a:gd name="connsiteX84" fmla="*/ 674758 w 756461"/>
                <a:gd name="connsiteY84" fmla="*/ 413742 h 682154"/>
                <a:gd name="connsiteX85" fmla="*/ 674758 w 756461"/>
                <a:gd name="connsiteY85" fmla="*/ 435024 h 682154"/>
                <a:gd name="connsiteX86" fmla="*/ 670181 w 756461"/>
                <a:gd name="connsiteY86" fmla="*/ 430448 h 682154"/>
                <a:gd name="connsiteX87" fmla="*/ 674758 w 756461"/>
                <a:gd name="connsiteY87" fmla="*/ 425871 h 682154"/>
                <a:gd name="connsiteX88" fmla="*/ 679334 w 756461"/>
                <a:gd name="connsiteY88" fmla="*/ 430448 h 682154"/>
                <a:gd name="connsiteX89" fmla="*/ 674758 w 756461"/>
                <a:gd name="connsiteY89" fmla="*/ 435024 h 682154"/>
                <a:gd name="connsiteX90" fmla="*/ 108430 w 756461"/>
                <a:gd name="connsiteY90" fmla="*/ 622848 h 682154"/>
                <a:gd name="connsiteX91" fmla="*/ 87854 w 756461"/>
                <a:gd name="connsiteY91" fmla="*/ 644279 h 682154"/>
                <a:gd name="connsiteX92" fmla="*/ 108430 w 756461"/>
                <a:gd name="connsiteY92" fmla="*/ 665710 h 682154"/>
                <a:gd name="connsiteX93" fmla="*/ 129005 w 756461"/>
                <a:gd name="connsiteY93" fmla="*/ 644279 h 682154"/>
                <a:gd name="connsiteX94" fmla="*/ 108430 w 756461"/>
                <a:gd name="connsiteY94" fmla="*/ 622848 h 682154"/>
                <a:gd name="connsiteX95" fmla="*/ 108430 w 756461"/>
                <a:gd name="connsiteY95" fmla="*/ 653581 h 682154"/>
                <a:gd name="connsiteX96" fmla="*/ 99984 w 756461"/>
                <a:gd name="connsiteY96" fmla="*/ 644242 h 682154"/>
                <a:gd name="connsiteX97" fmla="*/ 108430 w 756461"/>
                <a:gd name="connsiteY97" fmla="*/ 634940 h 682154"/>
                <a:gd name="connsiteX98" fmla="*/ 116876 w 756461"/>
                <a:gd name="connsiteY98" fmla="*/ 644242 h 682154"/>
                <a:gd name="connsiteX99" fmla="*/ 108430 w 756461"/>
                <a:gd name="connsiteY99" fmla="*/ 653581 h 682154"/>
                <a:gd name="connsiteX100" fmla="*/ 86663 w 756461"/>
                <a:gd name="connsiteY100" fmla="*/ 328207 h 682154"/>
                <a:gd name="connsiteX101" fmla="*/ 92728 w 756461"/>
                <a:gd name="connsiteY101" fmla="*/ 322142 h 682154"/>
                <a:gd name="connsiteX102" fmla="*/ 125581 w 756461"/>
                <a:gd name="connsiteY102" fmla="*/ 322142 h 682154"/>
                <a:gd name="connsiteX103" fmla="*/ 131646 w 756461"/>
                <a:gd name="connsiteY103" fmla="*/ 328207 h 682154"/>
                <a:gd name="connsiteX104" fmla="*/ 125581 w 756461"/>
                <a:gd name="connsiteY104" fmla="*/ 334272 h 682154"/>
                <a:gd name="connsiteX105" fmla="*/ 92728 w 756461"/>
                <a:gd name="connsiteY105" fmla="*/ 334272 h 682154"/>
                <a:gd name="connsiteX106" fmla="*/ 86663 w 756461"/>
                <a:gd name="connsiteY106" fmla="*/ 328207 h 68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756461" h="682154">
                  <a:moveTo>
                    <a:pt x="717948" y="0"/>
                  </a:moveTo>
                  <a:lnTo>
                    <a:pt x="119845" y="0"/>
                  </a:lnTo>
                  <a:cubicBezTo>
                    <a:pt x="98636" y="0"/>
                    <a:pt x="81372" y="17264"/>
                    <a:pt x="81372" y="38472"/>
                  </a:cubicBezTo>
                  <a:lnTo>
                    <a:pt x="81372" y="295943"/>
                  </a:lnTo>
                  <a:lnTo>
                    <a:pt x="23590" y="295943"/>
                  </a:lnTo>
                  <a:cubicBezTo>
                    <a:pt x="10567" y="295943"/>
                    <a:pt x="0" y="306956"/>
                    <a:pt x="0" y="320499"/>
                  </a:cubicBezTo>
                  <a:lnTo>
                    <a:pt x="0" y="657598"/>
                  </a:lnTo>
                  <a:cubicBezTo>
                    <a:pt x="0" y="671142"/>
                    <a:pt x="10604" y="682155"/>
                    <a:pt x="23590" y="682155"/>
                  </a:cubicBezTo>
                  <a:lnTo>
                    <a:pt x="194821" y="682155"/>
                  </a:lnTo>
                  <a:cubicBezTo>
                    <a:pt x="207843" y="682155"/>
                    <a:pt x="218410" y="671142"/>
                    <a:pt x="218410" y="657598"/>
                  </a:cubicBezTo>
                  <a:lnTo>
                    <a:pt x="218410" y="475471"/>
                  </a:lnTo>
                  <a:lnTo>
                    <a:pt x="385355" y="475471"/>
                  </a:lnTo>
                  <a:lnTo>
                    <a:pt x="385355" y="540471"/>
                  </a:lnTo>
                  <a:lnTo>
                    <a:pt x="377541" y="540471"/>
                  </a:lnTo>
                  <a:cubicBezTo>
                    <a:pt x="340037" y="540471"/>
                    <a:pt x="304541" y="548843"/>
                    <a:pt x="277643" y="564061"/>
                  </a:cubicBezTo>
                  <a:cubicBezTo>
                    <a:pt x="249365" y="580060"/>
                    <a:pt x="233776" y="601714"/>
                    <a:pt x="233776" y="625043"/>
                  </a:cubicBezTo>
                  <a:cubicBezTo>
                    <a:pt x="233776" y="629210"/>
                    <a:pt x="237162" y="632596"/>
                    <a:pt x="241329" y="632596"/>
                  </a:cubicBezTo>
                  <a:lnTo>
                    <a:pt x="596468" y="632596"/>
                  </a:lnTo>
                  <a:cubicBezTo>
                    <a:pt x="600636" y="632596"/>
                    <a:pt x="604022" y="629210"/>
                    <a:pt x="604022" y="625043"/>
                  </a:cubicBezTo>
                  <a:cubicBezTo>
                    <a:pt x="604022" y="601714"/>
                    <a:pt x="588432" y="580059"/>
                    <a:pt x="560154" y="564061"/>
                  </a:cubicBezTo>
                  <a:cubicBezTo>
                    <a:pt x="533254" y="548843"/>
                    <a:pt x="497758" y="540471"/>
                    <a:pt x="460256" y="540471"/>
                  </a:cubicBezTo>
                  <a:lnTo>
                    <a:pt x="452442" y="540471"/>
                  </a:lnTo>
                  <a:lnTo>
                    <a:pt x="452442" y="475471"/>
                  </a:lnTo>
                  <a:lnTo>
                    <a:pt x="717952" y="475471"/>
                  </a:lnTo>
                  <a:cubicBezTo>
                    <a:pt x="739160" y="475471"/>
                    <a:pt x="756424" y="458207"/>
                    <a:pt x="756424" y="436998"/>
                  </a:cubicBezTo>
                  <a:lnTo>
                    <a:pt x="756461" y="38472"/>
                  </a:lnTo>
                  <a:cubicBezTo>
                    <a:pt x="756461" y="17264"/>
                    <a:pt x="739197" y="0"/>
                    <a:pt x="717989" y="0"/>
                  </a:cubicBezTo>
                  <a:close/>
                  <a:moveTo>
                    <a:pt x="23594" y="311087"/>
                  </a:moveTo>
                  <a:lnTo>
                    <a:pt x="194825" y="311087"/>
                  </a:lnTo>
                  <a:cubicBezTo>
                    <a:pt x="199513" y="311087"/>
                    <a:pt x="203308" y="315328"/>
                    <a:pt x="203308" y="320500"/>
                  </a:cubicBezTo>
                  <a:lnTo>
                    <a:pt x="203308" y="346434"/>
                  </a:lnTo>
                  <a:lnTo>
                    <a:pt x="15114" y="346471"/>
                  </a:lnTo>
                  <a:lnTo>
                    <a:pt x="15114" y="320537"/>
                  </a:lnTo>
                  <a:cubicBezTo>
                    <a:pt x="15114" y="315328"/>
                    <a:pt x="18909" y="311124"/>
                    <a:pt x="23597" y="311124"/>
                  </a:cubicBezTo>
                  <a:close/>
                  <a:moveTo>
                    <a:pt x="15111" y="361577"/>
                  </a:moveTo>
                  <a:lnTo>
                    <a:pt x="203268" y="361577"/>
                  </a:lnTo>
                  <a:lnTo>
                    <a:pt x="203268" y="606102"/>
                  </a:lnTo>
                  <a:lnTo>
                    <a:pt x="15111" y="606102"/>
                  </a:lnTo>
                  <a:close/>
                  <a:moveTo>
                    <a:pt x="218413" y="354024"/>
                  </a:moveTo>
                  <a:lnTo>
                    <a:pt x="218413" y="320538"/>
                  </a:lnTo>
                  <a:cubicBezTo>
                    <a:pt x="218413" y="306994"/>
                    <a:pt x="207809" y="295981"/>
                    <a:pt x="194823" y="295981"/>
                  </a:cubicBezTo>
                  <a:lnTo>
                    <a:pt x="141580" y="295981"/>
                  </a:lnTo>
                  <a:lnTo>
                    <a:pt x="141580" y="65857"/>
                  </a:lnTo>
                  <a:lnTo>
                    <a:pt x="696335" y="65857"/>
                  </a:lnTo>
                  <a:lnTo>
                    <a:pt x="696335" y="387069"/>
                  </a:lnTo>
                  <a:lnTo>
                    <a:pt x="218447" y="387069"/>
                  </a:lnTo>
                  <a:lnTo>
                    <a:pt x="218447" y="354066"/>
                  </a:lnTo>
                  <a:close/>
                  <a:moveTo>
                    <a:pt x="194823" y="667044"/>
                  </a:moveTo>
                  <a:lnTo>
                    <a:pt x="23592" y="667044"/>
                  </a:lnTo>
                  <a:cubicBezTo>
                    <a:pt x="18904" y="667044"/>
                    <a:pt x="15109" y="662802"/>
                    <a:pt x="15109" y="657630"/>
                  </a:cubicBezTo>
                  <a:lnTo>
                    <a:pt x="15109" y="621242"/>
                  </a:lnTo>
                  <a:lnTo>
                    <a:pt x="203266" y="621242"/>
                  </a:lnTo>
                  <a:lnTo>
                    <a:pt x="203266" y="657630"/>
                  </a:lnTo>
                  <a:cubicBezTo>
                    <a:pt x="203266" y="662839"/>
                    <a:pt x="199471" y="667044"/>
                    <a:pt x="194783" y="667044"/>
                  </a:cubicBezTo>
                  <a:close/>
                  <a:moveTo>
                    <a:pt x="588101" y="617484"/>
                  </a:moveTo>
                  <a:lnTo>
                    <a:pt x="249773" y="617484"/>
                  </a:lnTo>
                  <a:cubicBezTo>
                    <a:pt x="257028" y="583253"/>
                    <a:pt x="312579" y="555609"/>
                    <a:pt x="377541" y="555609"/>
                  </a:cubicBezTo>
                  <a:lnTo>
                    <a:pt x="460290" y="555609"/>
                  </a:lnTo>
                  <a:cubicBezTo>
                    <a:pt x="525290" y="555609"/>
                    <a:pt x="580838" y="583253"/>
                    <a:pt x="588058" y="617484"/>
                  </a:cubicBezTo>
                  <a:close/>
                  <a:moveTo>
                    <a:pt x="437377" y="540503"/>
                  </a:moveTo>
                  <a:lnTo>
                    <a:pt x="400505" y="540503"/>
                  </a:lnTo>
                  <a:lnTo>
                    <a:pt x="400505" y="475503"/>
                  </a:lnTo>
                  <a:lnTo>
                    <a:pt x="437377" y="475503"/>
                  </a:lnTo>
                  <a:close/>
                  <a:moveTo>
                    <a:pt x="741358" y="437033"/>
                  </a:moveTo>
                  <a:cubicBezTo>
                    <a:pt x="741358" y="449907"/>
                    <a:pt x="730865" y="460399"/>
                    <a:pt x="717992" y="460399"/>
                  </a:cubicBezTo>
                  <a:lnTo>
                    <a:pt x="218454" y="460399"/>
                  </a:lnTo>
                  <a:lnTo>
                    <a:pt x="218454" y="402207"/>
                  </a:lnTo>
                  <a:lnTo>
                    <a:pt x="703934" y="402207"/>
                  </a:lnTo>
                  <a:cubicBezTo>
                    <a:pt x="708101" y="402207"/>
                    <a:pt x="711487" y="398821"/>
                    <a:pt x="711487" y="394654"/>
                  </a:cubicBezTo>
                  <a:lnTo>
                    <a:pt x="711449" y="58269"/>
                  </a:lnTo>
                  <a:cubicBezTo>
                    <a:pt x="711449" y="54102"/>
                    <a:pt x="708063" y="50716"/>
                    <a:pt x="703896" y="50716"/>
                  </a:cubicBezTo>
                  <a:lnTo>
                    <a:pt x="133996" y="50679"/>
                  </a:lnTo>
                  <a:cubicBezTo>
                    <a:pt x="129829" y="50679"/>
                    <a:pt x="126443" y="54064"/>
                    <a:pt x="126443" y="58232"/>
                  </a:cubicBezTo>
                  <a:lnTo>
                    <a:pt x="126443" y="295947"/>
                  </a:lnTo>
                  <a:lnTo>
                    <a:pt x="96566" y="295947"/>
                  </a:lnTo>
                  <a:lnTo>
                    <a:pt x="96566" y="38477"/>
                  </a:lnTo>
                  <a:cubicBezTo>
                    <a:pt x="96566" y="25603"/>
                    <a:pt x="107059" y="15111"/>
                    <a:pt x="119932" y="15111"/>
                  </a:cubicBezTo>
                  <a:lnTo>
                    <a:pt x="718035" y="15111"/>
                  </a:lnTo>
                  <a:cubicBezTo>
                    <a:pt x="730909" y="15111"/>
                    <a:pt x="741401" y="25604"/>
                    <a:pt x="741401" y="38477"/>
                  </a:cubicBezTo>
                  <a:lnTo>
                    <a:pt x="741401" y="437003"/>
                  </a:lnTo>
                  <a:close/>
                  <a:moveTo>
                    <a:pt x="674758" y="413742"/>
                  </a:moveTo>
                  <a:cubicBezTo>
                    <a:pt x="665567" y="413742"/>
                    <a:pt x="658052" y="421220"/>
                    <a:pt x="658052" y="430447"/>
                  </a:cubicBezTo>
                  <a:cubicBezTo>
                    <a:pt x="658052" y="439638"/>
                    <a:pt x="665530" y="447153"/>
                    <a:pt x="674758" y="447153"/>
                  </a:cubicBezTo>
                  <a:cubicBezTo>
                    <a:pt x="683948" y="447153"/>
                    <a:pt x="691463" y="439675"/>
                    <a:pt x="691463" y="430447"/>
                  </a:cubicBezTo>
                  <a:cubicBezTo>
                    <a:pt x="691463" y="421257"/>
                    <a:pt x="683985" y="413742"/>
                    <a:pt x="674758" y="413742"/>
                  </a:cubicBezTo>
                  <a:close/>
                  <a:moveTo>
                    <a:pt x="674758" y="435024"/>
                  </a:moveTo>
                  <a:cubicBezTo>
                    <a:pt x="672227" y="435024"/>
                    <a:pt x="670181" y="432978"/>
                    <a:pt x="670181" y="430448"/>
                  </a:cubicBezTo>
                  <a:cubicBezTo>
                    <a:pt x="670181" y="427918"/>
                    <a:pt x="672227" y="425871"/>
                    <a:pt x="674758" y="425871"/>
                  </a:cubicBezTo>
                  <a:cubicBezTo>
                    <a:pt x="677288" y="425871"/>
                    <a:pt x="679334" y="427918"/>
                    <a:pt x="679334" y="430448"/>
                  </a:cubicBezTo>
                  <a:cubicBezTo>
                    <a:pt x="679334" y="432978"/>
                    <a:pt x="677288" y="435024"/>
                    <a:pt x="674758" y="435024"/>
                  </a:cubicBezTo>
                  <a:close/>
                  <a:moveTo>
                    <a:pt x="108430" y="622848"/>
                  </a:moveTo>
                  <a:cubicBezTo>
                    <a:pt x="97081" y="622848"/>
                    <a:pt x="87854" y="632447"/>
                    <a:pt x="87854" y="644279"/>
                  </a:cubicBezTo>
                  <a:cubicBezTo>
                    <a:pt x="87854" y="656111"/>
                    <a:pt x="97081" y="665710"/>
                    <a:pt x="108430" y="665710"/>
                  </a:cubicBezTo>
                  <a:cubicBezTo>
                    <a:pt x="119778" y="665710"/>
                    <a:pt x="129005" y="656111"/>
                    <a:pt x="129005" y="644279"/>
                  </a:cubicBezTo>
                  <a:cubicBezTo>
                    <a:pt x="129005" y="632484"/>
                    <a:pt x="119778" y="622848"/>
                    <a:pt x="108430" y="622848"/>
                  </a:cubicBezTo>
                  <a:close/>
                  <a:moveTo>
                    <a:pt x="108430" y="653581"/>
                  </a:moveTo>
                  <a:cubicBezTo>
                    <a:pt x="103779" y="653581"/>
                    <a:pt x="99984" y="649414"/>
                    <a:pt x="99984" y="644242"/>
                  </a:cubicBezTo>
                  <a:cubicBezTo>
                    <a:pt x="99984" y="639108"/>
                    <a:pt x="103779" y="634940"/>
                    <a:pt x="108430" y="634940"/>
                  </a:cubicBezTo>
                  <a:cubicBezTo>
                    <a:pt x="113080" y="634940"/>
                    <a:pt x="116876" y="639108"/>
                    <a:pt x="116876" y="644242"/>
                  </a:cubicBezTo>
                  <a:cubicBezTo>
                    <a:pt x="116876" y="649377"/>
                    <a:pt x="113080" y="653581"/>
                    <a:pt x="108430" y="653581"/>
                  </a:cubicBezTo>
                  <a:close/>
                  <a:moveTo>
                    <a:pt x="86663" y="328207"/>
                  </a:moveTo>
                  <a:cubicBezTo>
                    <a:pt x="86663" y="324858"/>
                    <a:pt x="89379" y="322142"/>
                    <a:pt x="92728" y="322142"/>
                  </a:cubicBezTo>
                  <a:lnTo>
                    <a:pt x="125581" y="322142"/>
                  </a:lnTo>
                  <a:cubicBezTo>
                    <a:pt x="128930" y="322142"/>
                    <a:pt x="131646" y="324858"/>
                    <a:pt x="131646" y="328207"/>
                  </a:cubicBezTo>
                  <a:cubicBezTo>
                    <a:pt x="131646" y="331556"/>
                    <a:pt x="128930" y="334272"/>
                    <a:pt x="125581" y="334272"/>
                  </a:cubicBezTo>
                  <a:lnTo>
                    <a:pt x="92728" y="334272"/>
                  </a:lnTo>
                  <a:cubicBezTo>
                    <a:pt x="89379" y="334272"/>
                    <a:pt x="86663" y="331556"/>
                    <a:pt x="86663" y="3282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A23E7A-DEEE-8960-DAB0-3D6C8ED45273}"/>
              </a:ext>
            </a:extLst>
          </p:cNvPr>
          <p:cNvGrpSpPr/>
          <p:nvPr/>
        </p:nvGrpSpPr>
        <p:grpSpPr>
          <a:xfrm>
            <a:off x="5935647" y="2363475"/>
            <a:ext cx="702195" cy="426448"/>
            <a:chOff x="2339424" y="4292795"/>
            <a:chExt cx="702195" cy="42644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25174F0-0B58-2893-E1F1-7BCC1A0DB2FF}"/>
                </a:ext>
              </a:extLst>
            </p:cNvPr>
            <p:cNvSpPr>
              <a:spLocks/>
            </p:cNvSpPr>
            <p:nvPr/>
          </p:nvSpPr>
          <p:spPr>
            <a:xfrm>
              <a:off x="2339424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VMs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C5B20B3-CFD3-B82C-F45E-EB326480060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09103" y="4439843"/>
              <a:ext cx="162838" cy="279400"/>
              <a:chOff x="-1609996" y="2667666"/>
              <a:chExt cx="555136" cy="952509"/>
            </a:xfrm>
            <a:solidFill>
              <a:schemeClr val="bg1"/>
            </a:solidFill>
          </p:grpSpPr>
          <p:sp>
            <p:nvSpPr>
              <p:cNvPr id="20" name="Freeform: Shape 214">
                <a:extLst>
                  <a:ext uri="{FF2B5EF4-FFF2-40B4-BE49-F238E27FC236}">
                    <a16:creationId xmlns:a16="http://schemas.microsoft.com/office/drawing/2014/main" id="{5BA02F32-8FF8-26F3-BF40-C6B6EDACE01C}"/>
                  </a:ext>
                </a:extLst>
              </p:cNvPr>
              <p:cNvSpPr/>
              <p:nvPr/>
            </p:nvSpPr>
            <p:spPr>
              <a:xfrm>
                <a:off x="-1609996" y="2667666"/>
                <a:ext cx="555136" cy="952509"/>
              </a:xfrm>
              <a:custGeom>
                <a:avLst/>
                <a:gdLst>
                  <a:gd name="connsiteX0" fmla="*/ 551259 w 555136"/>
                  <a:gd name="connsiteY0" fmla="*/ 330308 h 952509"/>
                  <a:gd name="connsiteX1" fmla="*/ 494024 w 555136"/>
                  <a:gd name="connsiteY1" fmla="*/ 300685 h 952509"/>
                  <a:gd name="connsiteX2" fmla="*/ 518617 w 555136"/>
                  <a:gd name="connsiteY2" fmla="*/ 245745 h 952509"/>
                  <a:gd name="connsiteX3" fmla="*/ 482260 w 555136"/>
                  <a:gd name="connsiteY3" fmla="*/ 182299 h 952509"/>
                  <a:gd name="connsiteX4" fmla="*/ 488852 w 555136"/>
                  <a:gd name="connsiteY4" fmla="*/ 141818 h 952509"/>
                  <a:gd name="connsiteX5" fmla="*/ 359740 w 555136"/>
                  <a:gd name="connsiteY5" fmla="*/ 12725 h 952509"/>
                  <a:gd name="connsiteX6" fmla="*/ 309601 w 555136"/>
                  <a:gd name="connsiteY6" fmla="*/ 22965 h 952509"/>
                  <a:gd name="connsiteX7" fmla="*/ 259794 w 555136"/>
                  <a:gd name="connsiteY7" fmla="*/ 0 h 952509"/>
                  <a:gd name="connsiteX8" fmla="*/ 194053 w 555136"/>
                  <a:gd name="connsiteY8" fmla="*/ 61741 h 952509"/>
                  <a:gd name="connsiteX9" fmla="*/ 96374 w 555136"/>
                  <a:gd name="connsiteY9" fmla="*/ 166211 h 952509"/>
                  <a:gd name="connsiteX10" fmla="*/ 96669 w 555136"/>
                  <a:gd name="connsiteY10" fmla="*/ 173412 h 952509"/>
                  <a:gd name="connsiteX11" fmla="*/ 36500 w 555136"/>
                  <a:gd name="connsiteY11" fmla="*/ 245745 h 952509"/>
                  <a:gd name="connsiteX12" fmla="*/ 61055 w 555136"/>
                  <a:gd name="connsiteY12" fmla="*/ 300704 h 952509"/>
                  <a:gd name="connsiteX13" fmla="*/ 3858 w 555136"/>
                  <a:gd name="connsiteY13" fmla="*/ 330317 h 952509"/>
                  <a:gd name="connsiteX14" fmla="*/ 0 w 555136"/>
                  <a:gd name="connsiteY14" fmla="*/ 336661 h 952509"/>
                  <a:gd name="connsiteX15" fmla="*/ 0 w 555136"/>
                  <a:gd name="connsiteY15" fmla="*/ 762962 h 952509"/>
                  <a:gd name="connsiteX16" fmla="*/ 7144 w 555136"/>
                  <a:gd name="connsiteY16" fmla="*/ 770106 h 952509"/>
                  <a:gd name="connsiteX17" fmla="*/ 76267 w 555136"/>
                  <a:gd name="connsiteY17" fmla="*/ 770106 h 952509"/>
                  <a:gd name="connsiteX18" fmla="*/ 76267 w 555136"/>
                  <a:gd name="connsiteY18" fmla="*/ 916229 h 952509"/>
                  <a:gd name="connsiteX19" fmla="*/ 112538 w 555136"/>
                  <a:gd name="connsiteY19" fmla="*/ 952510 h 952509"/>
                  <a:gd name="connsiteX20" fmla="*/ 248441 w 555136"/>
                  <a:gd name="connsiteY20" fmla="*/ 952510 h 952509"/>
                  <a:gd name="connsiteX21" fmla="*/ 277568 w 555136"/>
                  <a:gd name="connsiteY21" fmla="*/ 937622 h 952509"/>
                  <a:gd name="connsiteX22" fmla="*/ 306676 w 555136"/>
                  <a:gd name="connsiteY22" fmla="*/ 952500 h 952509"/>
                  <a:gd name="connsiteX23" fmla="*/ 442589 w 555136"/>
                  <a:gd name="connsiteY23" fmla="*/ 952500 h 952509"/>
                  <a:gd name="connsiteX24" fmla="*/ 478860 w 555136"/>
                  <a:gd name="connsiteY24" fmla="*/ 916219 h 952509"/>
                  <a:gd name="connsiteX25" fmla="*/ 478860 w 555136"/>
                  <a:gd name="connsiteY25" fmla="*/ 770106 h 952509"/>
                  <a:gd name="connsiteX26" fmla="*/ 547992 w 555136"/>
                  <a:gd name="connsiteY26" fmla="*/ 770106 h 952509"/>
                  <a:gd name="connsiteX27" fmla="*/ 555136 w 555136"/>
                  <a:gd name="connsiteY27" fmla="*/ 762962 h 952509"/>
                  <a:gd name="connsiteX28" fmla="*/ 555136 w 555136"/>
                  <a:gd name="connsiteY28" fmla="*/ 336652 h 952509"/>
                  <a:gd name="connsiteX29" fmla="*/ 551259 w 555136"/>
                  <a:gd name="connsiteY29" fmla="*/ 330308 h 952509"/>
                  <a:gd name="connsiteX30" fmla="*/ 50787 w 555136"/>
                  <a:gd name="connsiteY30" fmla="*/ 245745 h 952509"/>
                  <a:gd name="connsiteX31" fmla="*/ 105156 w 555136"/>
                  <a:gd name="connsiteY31" fmla="*/ 186652 h 952509"/>
                  <a:gd name="connsiteX32" fmla="*/ 110109 w 555136"/>
                  <a:gd name="connsiteY32" fmla="*/ 183985 h 952509"/>
                  <a:gd name="connsiteX33" fmla="*/ 111604 w 555136"/>
                  <a:gd name="connsiteY33" fmla="*/ 178575 h 952509"/>
                  <a:gd name="connsiteX34" fmla="*/ 110652 w 555136"/>
                  <a:gd name="connsiteY34" fmla="*/ 166211 h 952509"/>
                  <a:gd name="connsiteX35" fmla="*/ 201330 w 555136"/>
                  <a:gd name="connsiteY35" fmla="*/ 75809 h 952509"/>
                  <a:gd name="connsiteX36" fmla="*/ 201349 w 555136"/>
                  <a:gd name="connsiteY36" fmla="*/ 75809 h 952509"/>
                  <a:gd name="connsiteX37" fmla="*/ 206502 w 555136"/>
                  <a:gd name="connsiteY37" fmla="*/ 73619 h 952509"/>
                  <a:gd name="connsiteX38" fmla="*/ 208493 w 555136"/>
                  <a:gd name="connsiteY38" fmla="*/ 68390 h 952509"/>
                  <a:gd name="connsiteX39" fmla="*/ 208217 w 555136"/>
                  <a:gd name="connsiteY39" fmla="*/ 65875 h 952509"/>
                  <a:gd name="connsiteX40" fmla="*/ 259804 w 555136"/>
                  <a:gd name="connsiteY40" fmla="*/ 14288 h 952509"/>
                  <a:gd name="connsiteX41" fmla="*/ 301657 w 555136"/>
                  <a:gd name="connsiteY41" fmla="*/ 35928 h 952509"/>
                  <a:gd name="connsiteX42" fmla="*/ 310534 w 555136"/>
                  <a:gd name="connsiteY42" fmla="*/ 38214 h 952509"/>
                  <a:gd name="connsiteX43" fmla="*/ 359759 w 555136"/>
                  <a:gd name="connsiteY43" fmla="*/ 27003 h 952509"/>
                  <a:gd name="connsiteX44" fmla="*/ 474583 w 555136"/>
                  <a:gd name="connsiteY44" fmla="*/ 141808 h 952509"/>
                  <a:gd name="connsiteX45" fmla="*/ 466801 w 555136"/>
                  <a:gd name="connsiteY45" fmla="*/ 183109 h 952509"/>
                  <a:gd name="connsiteX46" fmla="*/ 470373 w 555136"/>
                  <a:gd name="connsiteY46" fmla="*/ 192119 h 952509"/>
                  <a:gd name="connsiteX47" fmla="*/ 504349 w 555136"/>
                  <a:gd name="connsiteY47" fmla="*/ 245735 h 952509"/>
                  <a:gd name="connsiteX48" fmla="*/ 480231 w 555136"/>
                  <a:gd name="connsiteY48" fmla="*/ 293522 h 952509"/>
                  <a:gd name="connsiteX49" fmla="*/ 461715 w 555136"/>
                  <a:gd name="connsiteY49" fmla="*/ 283940 h 952509"/>
                  <a:gd name="connsiteX50" fmla="*/ 462429 w 555136"/>
                  <a:gd name="connsiteY50" fmla="*/ 275301 h 952509"/>
                  <a:gd name="connsiteX51" fmla="*/ 435150 w 555136"/>
                  <a:gd name="connsiteY51" fmla="*/ 226333 h 952509"/>
                  <a:gd name="connsiteX52" fmla="*/ 439807 w 555136"/>
                  <a:gd name="connsiteY52" fmla="*/ 196339 h 952509"/>
                  <a:gd name="connsiteX53" fmla="*/ 340004 w 555136"/>
                  <a:gd name="connsiteY53" fmla="*/ 96545 h 952509"/>
                  <a:gd name="connsiteX54" fmla="*/ 302400 w 555136"/>
                  <a:gd name="connsiteY54" fmla="*/ 103984 h 952509"/>
                  <a:gd name="connsiteX55" fmla="*/ 264090 w 555136"/>
                  <a:gd name="connsiteY55" fmla="*/ 86878 h 952509"/>
                  <a:gd name="connsiteX56" fmla="*/ 212541 w 555136"/>
                  <a:gd name="connsiteY56" fmla="*/ 133902 h 952509"/>
                  <a:gd name="connsiteX57" fmla="*/ 138208 w 555136"/>
                  <a:gd name="connsiteY57" fmla="*/ 214874 h 952509"/>
                  <a:gd name="connsiteX58" fmla="*/ 138332 w 555136"/>
                  <a:gd name="connsiteY58" fmla="*/ 218961 h 952509"/>
                  <a:gd name="connsiteX59" fmla="*/ 92716 w 555136"/>
                  <a:gd name="connsiteY59" fmla="*/ 275311 h 952509"/>
                  <a:gd name="connsiteX60" fmla="*/ 93440 w 555136"/>
                  <a:gd name="connsiteY60" fmla="*/ 283950 h 952509"/>
                  <a:gd name="connsiteX61" fmla="*/ 74924 w 555136"/>
                  <a:gd name="connsiteY61" fmla="*/ 293532 h 952509"/>
                  <a:gd name="connsiteX62" fmla="*/ 50787 w 555136"/>
                  <a:gd name="connsiteY62" fmla="*/ 245745 h 952509"/>
                  <a:gd name="connsiteX63" fmla="*/ 107090 w 555136"/>
                  <a:gd name="connsiteY63" fmla="*/ 276873 h 952509"/>
                  <a:gd name="connsiteX64" fmla="*/ 106994 w 555136"/>
                  <a:gd name="connsiteY64" fmla="*/ 275311 h 952509"/>
                  <a:gd name="connsiteX65" fmla="*/ 146733 w 555136"/>
                  <a:gd name="connsiteY65" fmla="*/ 232124 h 952509"/>
                  <a:gd name="connsiteX66" fmla="*/ 151676 w 555136"/>
                  <a:gd name="connsiteY66" fmla="*/ 229467 h 952509"/>
                  <a:gd name="connsiteX67" fmla="*/ 153172 w 555136"/>
                  <a:gd name="connsiteY67" fmla="*/ 224057 h 952509"/>
                  <a:gd name="connsiteX68" fmla="*/ 152476 w 555136"/>
                  <a:gd name="connsiteY68" fmla="*/ 214884 h 952509"/>
                  <a:gd name="connsiteX69" fmla="*/ 219637 w 555136"/>
                  <a:gd name="connsiteY69" fmla="*/ 147923 h 952509"/>
                  <a:gd name="connsiteX70" fmla="*/ 219666 w 555136"/>
                  <a:gd name="connsiteY70" fmla="*/ 147923 h 952509"/>
                  <a:gd name="connsiteX71" fmla="*/ 224847 w 555136"/>
                  <a:gd name="connsiteY71" fmla="*/ 145704 h 952509"/>
                  <a:gd name="connsiteX72" fmla="*/ 226800 w 555136"/>
                  <a:gd name="connsiteY72" fmla="*/ 140418 h 952509"/>
                  <a:gd name="connsiteX73" fmla="*/ 226600 w 555136"/>
                  <a:gd name="connsiteY73" fmla="*/ 138665 h 952509"/>
                  <a:gd name="connsiteX74" fmla="*/ 264081 w 555136"/>
                  <a:gd name="connsiteY74" fmla="*/ 101184 h 952509"/>
                  <a:gd name="connsiteX75" fmla="*/ 294475 w 555136"/>
                  <a:gd name="connsiteY75" fmla="*/ 116910 h 952509"/>
                  <a:gd name="connsiteX76" fmla="*/ 303352 w 555136"/>
                  <a:gd name="connsiteY76" fmla="*/ 119196 h 952509"/>
                  <a:gd name="connsiteX77" fmla="*/ 340004 w 555136"/>
                  <a:gd name="connsiteY77" fmla="*/ 110852 h 952509"/>
                  <a:gd name="connsiteX78" fmla="*/ 425520 w 555136"/>
                  <a:gd name="connsiteY78" fmla="*/ 196358 h 952509"/>
                  <a:gd name="connsiteX79" fmla="*/ 419748 w 555136"/>
                  <a:gd name="connsiteY79" fmla="*/ 227114 h 952509"/>
                  <a:gd name="connsiteX80" fmla="*/ 423291 w 555136"/>
                  <a:gd name="connsiteY80" fmla="*/ 236125 h 952509"/>
                  <a:gd name="connsiteX81" fmla="*/ 448123 w 555136"/>
                  <a:gd name="connsiteY81" fmla="*/ 275311 h 952509"/>
                  <a:gd name="connsiteX82" fmla="*/ 448018 w 555136"/>
                  <a:gd name="connsiteY82" fmla="*/ 276873 h 952509"/>
                  <a:gd name="connsiteX83" fmla="*/ 280845 w 555136"/>
                  <a:gd name="connsiteY83" fmla="*/ 190329 h 952509"/>
                  <a:gd name="connsiteX84" fmla="*/ 274282 w 555136"/>
                  <a:gd name="connsiteY84" fmla="*/ 190329 h 952509"/>
                  <a:gd name="connsiteX85" fmla="*/ 107090 w 555136"/>
                  <a:gd name="connsiteY85" fmla="*/ 276873 h 952509"/>
                  <a:gd name="connsiteX86" fmla="*/ 277559 w 555136"/>
                  <a:gd name="connsiteY86" fmla="*/ 204721 h 952509"/>
                  <a:gd name="connsiteX87" fmla="*/ 477383 w 555136"/>
                  <a:gd name="connsiteY87" fmla="*/ 308153 h 952509"/>
                  <a:gd name="connsiteX88" fmla="*/ 477603 w 555136"/>
                  <a:gd name="connsiteY88" fmla="*/ 308267 h 952509"/>
                  <a:gd name="connsiteX89" fmla="*/ 540839 w 555136"/>
                  <a:gd name="connsiteY89" fmla="*/ 341005 h 952509"/>
                  <a:gd name="connsiteX90" fmla="*/ 540839 w 555136"/>
                  <a:gd name="connsiteY90" fmla="*/ 384315 h 952509"/>
                  <a:gd name="connsiteX91" fmla="*/ 280845 w 555136"/>
                  <a:gd name="connsiteY91" fmla="*/ 249726 h 952509"/>
                  <a:gd name="connsiteX92" fmla="*/ 274282 w 555136"/>
                  <a:gd name="connsiteY92" fmla="*/ 249726 h 952509"/>
                  <a:gd name="connsiteX93" fmla="*/ 14278 w 555136"/>
                  <a:gd name="connsiteY93" fmla="*/ 384315 h 952509"/>
                  <a:gd name="connsiteX94" fmla="*/ 14278 w 555136"/>
                  <a:gd name="connsiteY94" fmla="*/ 340995 h 952509"/>
                  <a:gd name="connsiteX95" fmla="*/ 277559 w 555136"/>
                  <a:gd name="connsiteY95" fmla="*/ 204721 h 952509"/>
                  <a:gd name="connsiteX96" fmla="*/ 464563 w 555136"/>
                  <a:gd name="connsiteY96" fmla="*/ 616220 h 952509"/>
                  <a:gd name="connsiteX97" fmla="*/ 284702 w 555136"/>
                  <a:gd name="connsiteY97" fmla="*/ 616220 h 952509"/>
                  <a:gd name="connsiteX98" fmla="*/ 284702 w 555136"/>
                  <a:gd name="connsiteY98" fmla="*/ 583597 h 952509"/>
                  <a:gd name="connsiteX99" fmla="*/ 464563 w 555136"/>
                  <a:gd name="connsiteY99" fmla="*/ 583597 h 952509"/>
                  <a:gd name="connsiteX100" fmla="*/ 464563 w 555136"/>
                  <a:gd name="connsiteY100" fmla="*/ 616220 h 952509"/>
                  <a:gd name="connsiteX101" fmla="*/ 270396 w 555136"/>
                  <a:gd name="connsiteY101" fmla="*/ 616220 h 952509"/>
                  <a:gd name="connsiteX102" fmla="*/ 90545 w 555136"/>
                  <a:gd name="connsiteY102" fmla="*/ 616220 h 952509"/>
                  <a:gd name="connsiteX103" fmla="*/ 90545 w 555136"/>
                  <a:gd name="connsiteY103" fmla="*/ 583597 h 952509"/>
                  <a:gd name="connsiteX104" fmla="*/ 270396 w 555136"/>
                  <a:gd name="connsiteY104" fmla="*/ 583597 h 952509"/>
                  <a:gd name="connsiteX105" fmla="*/ 270396 w 555136"/>
                  <a:gd name="connsiteY105" fmla="*/ 616220 h 952509"/>
                  <a:gd name="connsiteX106" fmla="*/ 90545 w 555136"/>
                  <a:gd name="connsiteY106" fmla="*/ 630507 h 952509"/>
                  <a:gd name="connsiteX107" fmla="*/ 270396 w 555136"/>
                  <a:gd name="connsiteY107" fmla="*/ 630507 h 952509"/>
                  <a:gd name="connsiteX108" fmla="*/ 270396 w 555136"/>
                  <a:gd name="connsiteY108" fmla="*/ 663159 h 952509"/>
                  <a:gd name="connsiteX109" fmla="*/ 90545 w 555136"/>
                  <a:gd name="connsiteY109" fmla="*/ 663159 h 952509"/>
                  <a:gd name="connsiteX110" fmla="*/ 90545 w 555136"/>
                  <a:gd name="connsiteY110" fmla="*/ 630507 h 952509"/>
                  <a:gd name="connsiteX111" fmla="*/ 284702 w 555136"/>
                  <a:gd name="connsiteY111" fmla="*/ 630507 h 952509"/>
                  <a:gd name="connsiteX112" fmla="*/ 464563 w 555136"/>
                  <a:gd name="connsiteY112" fmla="*/ 630507 h 952509"/>
                  <a:gd name="connsiteX113" fmla="*/ 464563 w 555136"/>
                  <a:gd name="connsiteY113" fmla="*/ 663159 h 952509"/>
                  <a:gd name="connsiteX114" fmla="*/ 284702 w 555136"/>
                  <a:gd name="connsiteY114" fmla="*/ 663159 h 952509"/>
                  <a:gd name="connsiteX115" fmla="*/ 284702 w 555136"/>
                  <a:gd name="connsiteY115" fmla="*/ 630507 h 952509"/>
                  <a:gd name="connsiteX116" fmla="*/ 464563 w 555136"/>
                  <a:gd name="connsiteY116" fmla="*/ 569309 h 952509"/>
                  <a:gd name="connsiteX117" fmla="*/ 284702 w 555136"/>
                  <a:gd name="connsiteY117" fmla="*/ 569309 h 952509"/>
                  <a:gd name="connsiteX118" fmla="*/ 284702 w 555136"/>
                  <a:gd name="connsiteY118" fmla="*/ 534391 h 952509"/>
                  <a:gd name="connsiteX119" fmla="*/ 306676 w 555136"/>
                  <a:gd name="connsiteY119" fmla="*/ 512416 h 952509"/>
                  <a:gd name="connsiteX120" fmla="*/ 442589 w 555136"/>
                  <a:gd name="connsiteY120" fmla="*/ 512416 h 952509"/>
                  <a:gd name="connsiteX121" fmla="*/ 464572 w 555136"/>
                  <a:gd name="connsiteY121" fmla="*/ 534391 h 952509"/>
                  <a:gd name="connsiteX122" fmla="*/ 464572 w 555136"/>
                  <a:gd name="connsiteY122" fmla="*/ 569309 h 952509"/>
                  <a:gd name="connsiteX123" fmla="*/ 270396 w 555136"/>
                  <a:gd name="connsiteY123" fmla="*/ 569309 h 952509"/>
                  <a:gd name="connsiteX124" fmla="*/ 90545 w 555136"/>
                  <a:gd name="connsiteY124" fmla="*/ 569309 h 952509"/>
                  <a:gd name="connsiteX125" fmla="*/ 90545 w 555136"/>
                  <a:gd name="connsiteY125" fmla="*/ 534391 h 952509"/>
                  <a:gd name="connsiteX126" fmla="*/ 112528 w 555136"/>
                  <a:gd name="connsiteY126" fmla="*/ 512416 h 952509"/>
                  <a:gd name="connsiteX127" fmla="*/ 248431 w 555136"/>
                  <a:gd name="connsiteY127" fmla="*/ 512416 h 952509"/>
                  <a:gd name="connsiteX128" fmla="*/ 270405 w 555136"/>
                  <a:gd name="connsiteY128" fmla="*/ 534391 h 952509"/>
                  <a:gd name="connsiteX129" fmla="*/ 270405 w 555136"/>
                  <a:gd name="connsiteY129" fmla="*/ 569309 h 952509"/>
                  <a:gd name="connsiteX130" fmla="*/ 248422 w 555136"/>
                  <a:gd name="connsiteY130" fmla="*/ 938213 h 952509"/>
                  <a:gd name="connsiteX131" fmla="*/ 112528 w 555136"/>
                  <a:gd name="connsiteY131" fmla="*/ 938213 h 952509"/>
                  <a:gd name="connsiteX132" fmla="*/ 90545 w 555136"/>
                  <a:gd name="connsiteY132" fmla="*/ 916219 h 952509"/>
                  <a:gd name="connsiteX133" fmla="*/ 90545 w 555136"/>
                  <a:gd name="connsiteY133" fmla="*/ 677447 h 952509"/>
                  <a:gd name="connsiteX134" fmla="*/ 270396 w 555136"/>
                  <a:gd name="connsiteY134" fmla="*/ 677447 h 952509"/>
                  <a:gd name="connsiteX135" fmla="*/ 270396 w 555136"/>
                  <a:gd name="connsiteY135" fmla="*/ 916219 h 952509"/>
                  <a:gd name="connsiteX136" fmla="*/ 248422 w 555136"/>
                  <a:gd name="connsiteY136" fmla="*/ 938213 h 952509"/>
                  <a:gd name="connsiteX137" fmla="*/ 464563 w 555136"/>
                  <a:gd name="connsiteY137" fmla="*/ 916219 h 952509"/>
                  <a:gd name="connsiteX138" fmla="*/ 442579 w 555136"/>
                  <a:gd name="connsiteY138" fmla="*/ 938213 h 952509"/>
                  <a:gd name="connsiteX139" fmla="*/ 306676 w 555136"/>
                  <a:gd name="connsiteY139" fmla="*/ 938213 h 952509"/>
                  <a:gd name="connsiteX140" fmla="*/ 284702 w 555136"/>
                  <a:gd name="connsiteY140" fmla="*/ 916219 h 952509"/>
                  <a:gd name="connsiteX141" fmla="*/ 284702 w 555136"/>
                  <a:gd name="connsiteY141" fmla="*/ 677447 h 952509"/>
                  <a:gd name="connsiteX142" fmla="*/ 464563 w 555136"/>
                  <a:gd name="connsiteY142" fmla="*/ 677447 h 952509"/>
                  <a:gd name="connsiteX143" fmla="*/ 464563 w 555136"/>
                  <a:gd name="connsiteY143" fmla="*/ 916219 h 952509"/>
                  <a:gd name="connsiteX144" fmla="*/ 478850 w 555136"/>
                  <a:gd name="connsiteY144" fmla="*/ 755818 h 952509"/>
                  <a:gd name="connsiteX145" fmla="*/ 478850 w 555136"/>
                  <a:gd name="connsiteY145" fmla="*/ 670303 h 952509"/>
                  <a:gd name="connsiteX146" fmla="*/ 478850 w 555136"/>
                  <a:gd name="connsiteY146" fmla="*/ 623364 h 952509"/>
                  <a:gd name="connsiteX147" fmla="*/ 478850 w 555136"/>
                  <a:gd name="connsiteY147" fmla="*/ 576453 h 952509"/>
                  <a:gd name="connsiteX148" fmla="*/ 478850 w 555136"/>
                  <a:gd name="connsiteY148" fmla="*/ 534391 h 952509"/>
                  <a:gd name="connsiteX149" fmla="*/ 442579 w 555136"/>
                  <a:gd name="connsiteY149" fmla="*/ 498129 h 952509"/>
                  <a:gd name="connsiteX150" fmla="*/ 306676 w 555136"/>
                  <a:gd name="connsiteY150" fmla="*/ 498129 h 952509"/>
                  <a:gd name="connsiteX151" fmla="*/ 277549 w 555136"/>
                  <a:gd name="connsiteY151" fmla="*/ 513007 h 952509"/>
                  <a:gd name="connsiteX152" fmla="*/ 248422 w 555136"/>
                  <a:gd name="connsiteY152" fmla="*/ 498129 h 952509"/>
                  <a:gd name="connsiteX153" fmla="*/ 112528 w 555136"/>
                  <a:gd name="connsiteY153" fmla="*/ 498129 h 952509"/>
                  <a:gd name="connsiteX154" fmla="*/ 76257 w 555136"/>
                  <a:gd name="connsiteY154" fmla="*/ 534391 h 952509"/>
                  <a:gd name="connsiteX155" fmla="*/ 76257 w 555136"/>
                  <a:gd name="connsiteY155" fmla="*/ 576453 h 952509"/>
                  <a:gd name="connsiteX156" fmla="*/ 76257 w 555136"/>
                  <a:gd name="connsiteY156" fmla="*/ 623373 h 952509"/>
                  <a:gd name="connsiteX157" fmla="*/ 76257 w 555136"/>
                  <a:gd name="connsiteY157" fmla="*/ 670312 h 952509"/>
                  <a:gd name="connsiteX158" fmla="*/ 76257 w 555136"/>
                  <a:gd name="connsiteY158" fmla="*/ 755828 h 952509"/>
                  <a:gd name="connsiteX159" fmla="*/ 14278 w 555136"/>
                  <a:gd name="connsiteY159" fmla="*/ 755828 h 952509"/>
                  <a:gd name="connsiteX160" fmla="*/ 14278 w 555136"/>
                  <a:gd name="connsiteY160" fmla="*/ 400393 h 952509"/>
                  <a:gd name="connsiteX161" fmla="*/ 277559 w 555136"/>
                  <a:gd name="connsiteY161" fmla="*/ 264119 h 952509"/>
                  <a:gd name="connsiteX162" fmla="*/ 540839 w 555136"/>
                  <a:gd name="connsiteY162" fmla="*/ 400393 h 952509"/>
                  <a:gd name="connsiteX163" fmla="*/ 540839 w 555136"/>
                  <a:gd name="connsiteY163" fmla="*/ 755809 h 952509"/>
                  <a:gd name="connsiteX164" fmla="*/ 478850 w 555136"/>
                  <a:gd name="connsiteY164" fmla="*/ 755809 h 952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</a:cxnLst>
                <a:rect l="l" t="t" r="r" b="b"/>
                <a:pathLst>
                  <a:path w="555136" h="952509">
                    <a:moveTo>
                      <a:pt x="551259" y="330308"/>
                    </a:moveTo>
                    <a:lnTo>
                      <a:pt x="494024" y="300685"/>
                    </a:lnTo>
                    <a:cubicBezTo>
                      <a:pt x="509549" y="286769"/>
                      <a:pt x="518617" y="266995"/>
                      <a:pt x="518617" y="245745"/>
                    </a:cubicBezTo>
                    <a:cubicBezTo>
                      <a:pt x="518617" y="219361"/>
                      <a:pt x="504844" y="195596"/>
                      <a:pt x="482260" y="182299"/>
                    </a:cubicBezTo>
                    <a:cubicBezTo>
                      <a:pt x="486642" y="169116"/>
                      <a:pt x="488852" y="155524"/>
                      <a:pt x="488852" y="141818"/>
                    </a:cubicBezTo>
                    <a:cubicBezTo>
                      <a:pt x="488852" y="70637"/>
                      <a:pt x="430930" y="12725"/>
                      <a:pt x="359740" y="12725"/>
                    </a:cubicBezTo>
                    <a:cubicBezTo>
                      <a:pt x="342462" y="12725"/>
                      <a:pt x="325622" y="16164"/>
                      <a:pt x="309601" y="22965"/>
                    </a:cubicBezTo>
                    <a:cubicBezTo>
                      <a:pt x="297123" y="8487"/>
                      <a:pt x="278911" y="0"/>
                      <a:pt x="259794" y="0"/>
                    </a:cubicBezTo>
                    <a:cubicBezTo>
                      <a:pt x="224857" y="0"/>
                      <a:pt x="196186" y="27337"/>
                      <a:pt x="194053" y="61741"/>
                    </a:cubicBezTo>
                    <a:cubicBezTo>
                      <a:pt x="139579" y="65370"/>
                      <a:pt x="96374" y="110833"/>
                      <a:pt x="96374" y="166211"/>
                    </a:cubicBezTo>
                    <a:cubicBezTo>
                      <a:pt x="96374" y="168526"/>
                      <a:pt x="96469" y="170888"/>
                      <a:pt x="96669" y="173412"/>
                    </a:cubicBezTo>
                    <a:cubicBezTo>
                      <a:pt x="61903" y="179899"/>
                      <a:pt x="36500" y="209826"/>
                      <a:pt x="36500" y="245745"/>
                    </a:cubicBezTo>
                    <a:cubicBezTo>
                      <a:pt x="36500" y="266900"/>
                      <a:pt x="45558" y="286779"/>
                      <a:pt x="61055" y="300704"/>
                    </a:cubicBezTo>
                    <a:lnTo>
                      <a:pt x="3858" y="330317"/>
                    </a:lnTo>
                    <a:cubicBezTo>
                      <a:pt x="1486" y="331546"/>
                      <a:pt x="0" y="333994"/>
                      <a:pt x="0" y="336661"/>
                    </a:cubicBezTo>
                    <a:lnTo>
                      <a:pt x="0" y="762962"/>
                    </a:lnTo>
                    <a:cubicBezTo>
                      <a:pt x="0" y="766905"/>
                      <a:pt x="3200" y="770106"/>
                      <a:pt x="7144" y="770106"/>
                    </a:cubicBezTo>
                    <a:lnTo>
                      <a:pt x="76267" y="770106"/>
                    </a:lnTo>
                    <a:lnTo>
                      <a:pt x="76267" y="916229"/>
                    </a:lnTo>
                    <a:cubicBezTo>
                      <a:pt x="76267" y="936231"/>
                      <a:pt x="92535" y="952510"/>
                      <a:pt x="112538" y="952510"/>
                    </a:cubicBezTo>
                    <a:lnTo>
                      <a:pt x="248441" y="952510"/>
                    </a:lnTo>
                    <a:cubicBezTo>
                      <a:pt x="260414" y="952510"/>
                      <a:pt x="270958" y="946604"/>
                      <a:pt x="277568" y="937622"/>
                    </a:cubicBezTo>
                    <a:cubicBezTo>
                      <a:pt x="284159" y="946595"/>
                      <a:pt x="294704" y="952500"/>
                      <a:pt x="306676" y="952500"/>
                    </a:cubicBezTo>
                    <a:lnTo>
                      <a:pt x="442589" y="952500"/>
                    </a:lnTo>
                    <a:cubicBezTo>
                      <a:pt x="462591" y="952500"/>
                      <a:pt x="478860" y="936222"/>
                      <a:pt x="478860" y="916219"/>
                    </a:cubicBezTo>
                    <a:lnTo>
                      <a:pt x="478860" y="770106"/>
                    </a:lnTo>
                    <a:lnTo>
                      <a:pt x="547992" y="770106"/>
                    </a:lnTo>
                    <a:cubicBezTo>
                      <a:pt x="551936" y="770106"/>
                      <a:pt x="555136" y="766905"/>
                      <a:pt x="555136" y="762962"/>
                    </a:cubicBezTo>
                    <a:lnTo>
                      <a:pt x="555136" y="336652"/>
                    </a:lnTo>
                    <a:cubicBezTo>
                      <a:pt x="555127" y="333985"/>
                      <a:pt x="553631" y="331537"/>
                      <a:pt x="551259" y="330308"/>
                    </a:cubicBezTo>
                    <a:close/>
                    <a:moveTo>
                      <a:pt x="50787" y="245745"/>
                    </a:moveTo>
                    <a:cubicBezTo>
                      <a:pt x="50787" y="214827"/>
                      <a:pt x="74162" y="189424"/>
                      <a:pt x="105156" y="186652"/>
                    </a:cubicBezTo>
                    <a:cubicBezTo>
                      <a:pt x="107099" y="186471"/>
                      <a:pt x="108890" y="185518"/>
                      <a:pt x="110109" y="183985"/>
                    </a:cubicBezTo>
                    <a:cubicBezTo>
                      <a:pt x="111328" y="182461"/>
                      <a:pt x="111871" y="180499"/>
                      <a:pt x="111604" y="178575"/>
                    </a:cubicBezTo>
                    <a:cubicBezTo>
                      <a:pt x="110957" y="173822"/>
                      <a:pt x="110652" y="169897"/>
                      <a:pt x="110652" y="166211"/>
                    </a:cubicBezTo>
                    <a:cubicBezTo>
                      <a:pt x="110652" y="116357"/>
                      <a:pt x="151200" y="75809"/>
                      <a:pt x="201330" y="75809"/>
                    </a:cubicBezTo>
                    <a:cubicBezTo>
                      <a:pt x="201330" y="75809"/>
                      <a:pt x="201339" y="75809"/>
                      <a:pt x="201349" y="75809"/>
                    </a:cubicBezTo>
                    <a:cubicBezTo>
                      <a:pt x="203292" y="75809"/>
                      <a:pt x="205149" y="75019"/>
                      <a:pt x="206502" y="73619"/>
                    </a:cubicBezTo>
                    <a:cubicBezTo>
                      <a:pt x="207855" y="72219"/>
                      <a:pt x="208569" y="70323"/>
                      <a:pt x="208493" y="68390"/>
                    </a:cubicBezTo>
                    <a:cubicBezTo>
                      <a:pt x="208464" y="67713"/>
                      <a:pt x="208378" y="67046"/>
                      <a:pt x="208217" y="65875"/>
                    </a:cubicBezTo>
                    <a:cubicBezTo>
                      <a:pt x="208217" y="37433"/>
                      <a:pt x="231362" y="14288"/>
                      <a:pt x="259804" y="14288"/>
                    </a:cubicBezTo>
                    <a:cubicBezTo>
                      <a:pt x="276292" y="14288"/>
                      <a:pt x="291932" y="22384"/>
                      <a:pt x="301657" y="35928"/>
                    </a:cubicBezTo>
                    <a:cubicBezTo>
                      <a:pt x="303676" y="38748"/>
                      <a:pt x="307419" y="39700"/>
                      <a:pt x="310534" y="38214"/>
                    </a:cubicBezTo>
                    <a:cubicBezTo>
                      <a:pt x="326174" y="30775"/>
                      <a:pt x="342729" y="27003"/>
                      <a:pt x="359759" y="27003"/>
                    </a:cubicBezTo>
                    <a:cubicBezTo>
                      <a:pt x="423072" y="27003"/>
                      <a:pt x="474583" y="78505"/>
                      <a:pt x="474583" y="141808"/>
                    </a:cubicBezTo>
                    <a:cubicBezTo>
                      <a:pt x="474583" y="155829"/>
                      <a:pt x="471973" y="169726"/>
                      <a:pt x="466801" y="183109"/>
                    </a:cubicBezTo>
                    <a:cubicBezTo>
                      <a:pt x="465458" y="186585"/>
                      <a:pt x="467011" y="190500"/>
                      <a:pt x="470373" y="192119"/>
                    </a:cubicBezTo>
                    <a:cubicBezTo>
                      <a:pt x="491328" y="202197"/>
                      <a:pt x="504349" y="222742"/>
                      <a:pt x="504349" y="245735"/>
                    </a:cubicBezTo>
                    <a:cubicBezTo>
                      <a:pt x="504349" y="264747"/>
                      <a:pt x="495357" y="282264"/>
                      <a:pt x="480231" y="293522"/>
                    </a:cubicBezTo>
                    <a:lnTo>
                      <a:pt x="461715" y="283940"/>
                    </a:lnTo>
                    <a:cubicBezTo>
                      <a:pt x="462144" y="281083"/>
                      <a:pt x="462429" y="278197"/>
                      <a:pt x="462429" y="275301"/>
                    </a:cubicBezTo>
                    <a:cubicBezTo>
                      <a:pt x="462429" y="255108"/>
                      <a:pt x="452123" y="236868"/>
                      <a:pt x="435150" y="226333"/>
                    </a:cubicBezTo>
                    <a:cubicBezTo>
                      <a:pt x="438245" y="216579"/>
                      <a:pt x="439807" y="206512"/>
                      <a:pt x="439807" y="196339"/>
                    </a:cubicBezTo>
                    <a:cubicBezTo>
                      <a:pt x="439807" y="141313"/>
                      <a:pt x="395040" y="96545"/>
                      <a:pt x="340004" y="96545"/>
                    </a:cubicBezTo>
                    <a:cubicBezTo>
                      <a:pt x="327060" y="96545"/>
                      <a:pt x="314430" y="99050"/>
                      <a:pt x="302400" y="103984"/>
                    </a:cubicBezTo>
                    <a:cubicBezTo>
                      <a:pt x="292627" y="93183"/>
                      <a:pt x="278692" y="86878"/>
                      <a:pt x="264090" y="86878"/>
                    </a:cubicBezTo>
                    <a:cubicBezTo>
                      <a:pt x="237144" y="86878"/>
                      <a:pt x="214941" y="107566"/>
                      <a:pt x="212541" y="133902"/>
                    </a:cubicBezTo>
                    <a:cubicBezTo>
                      <a:pt x="170964" y="137427"/>
                      <a:pt x="138208" y="172403"/>
                      <a:pt x="138208" y="214874"/>
                    </a:cubicBezTo>
                    <a:cubicBezTo>
                      <a:pt x="138208" y="216198"/>
                      <a:pt x="138246" y="217551"/>
                      <a:pt x="138332" y="218961"/>
                    </a:cubicBezTo>
                    <a:cubicBezTo>
                      <a:pt x="111881" y="224609"/>
                      <a:pt x="92716" y="247698"/>
                      <a:pt x="92716" y="275311"/>
                    </a:cubicBezTo>
                    <a:cubicBezTo>
                      <a:pt x="92716" y="278206"/>
                      <a:pt x="93002" y="281083"/>
                      <a:pt x="93440" y="283950"/>
                    </a:cubicBezTo>
                    <a:lnTo>
                      <a:pt x="74924" y="293532"/>
                    </a:lnTo>
                    <a:cubicBezTo>
                      <a:pt x="59807" y="282283"/>
                      <a:pt x="50787" y="264671"/>
                      <a:pt x="50787" y="245745"/>
                    </a:cubicBezTo>
                    <a:close/>
                    <a:moveTo>
                      <a:pt x="107090" y="276873"/>
                    </a:moveTo>
                    <a:cubicBezTo>
                      <a:pt x="107071" y="276349"/>
                      <a:pt x="106994" y="275834"/>
                      <a:pt x="106994" y="275311"/>
                    </a:cubicBezTo>
                    <a:cubicBezTo>
                      <a:pt x="106994" y="252717"/>
                      <a:pt x="124082" y="234153"/>
                      <a:pt x="146733" y="232124"/>
                    </a:cubicBezTo>
                    <a:cubicBezTo>
                      <a:pt x="148676" y="231953"/>
                      <a:pt x="150466" y="230991"/>
                      <a:pt x="151676" y="229467"/>
                    </a:cubicBezTo>
                    <a:cubicBezTo>
                      <a:pt x="152895" y="227943"/>
                      <a:pt x="153438" y="225990"/>
                      <a:pt x="153172" y="224057"/>
                    </a:cubicBezTo>
                    <a:cubicBezTo>
                      <a:pt x="152695" y="220513"/>
                      <a:pt x="152476" y="217599"/>
                      <a:pt x="152476" y="214884"/>
                    </a:cubicBezTo>
                    <a:cubicBezTo>
                      <a:pt x="152476" y="177965"/>
                      <a:pt x="182499" y="147923"/>
                      <a:pt x="219637" y="147923"/>
                    </a:cubicBezTo>
                    <a:cubicBezTo>
                      <a:pt x="219647" y="147923"/>
                      <a:pt x="219656" y="147923"/>
                      <a:pt x="219666" y="147923"/>
                    </a:cubicBezTo>
                    <a:cubicBezTo>
                      <a:pt x="221628" y="147923"/>
                      <a:pt x="223495" y="147123"/>
                      <a:pt x="224847" y="145704"/>
                    </a:cubicBezTo>
                    <a:cubicBezTo>
                      <a:pt x="226200" y="144285"/>
                      <a:pt x="226905" y="142370"/>
                      <a:pt x="226800" y="140418"/>
                    </a:cubicBezTo>
                    <a:cubicBezTo>
                      <a:pt x="226790" y="140208"/>
                      <a:pt x="226619" y="138875"/>
                      <a:pt x="226600" y="138665"/>
                    </a:cubicBezTo>
                    <a:cubicBezTo>
                      <a:pt x="226600" y="118005"/>
                      <a:pt x="243411" y="101184"/>
                      <a:pt x="264081" y="101184"/>
                    </a:cubicBezTo>
                    <a:cubicBezTo>
                      <a:pt x="276044" y="101184"/>
                      <a:pt x="287407" y="107061"/>
                      <a:pt x="294475" y="116910"/>
                    </a:cubicBezTo>
                    <a:cubicBezTo>
                      <a:pt x="296494" y="119729"/>
                      <a:pt x="300238" y="120682"/>
                      <a:pt x="303352" y="119196"/>
                    </a:cubicBezTo>
                    <a:cubicBezTo>
                      <a:pt x="315001" y="113652"/>
                      <a:pt x="327336" y="110852"/>
                      <a:pt x="340004" y="110852"/>
                    </a:cubicBezTo>
                    <a:cubicBezTo>
                      <a:pt x="387153" y="110852"/>
                      <a:pt x="425520" y="149209"/>
                      <a:pt x="425520" y="196358"/>
                    </a:cubicBezTo>
                    <a:cubicBezTo>
                      <a:pt x="425520" y="206845"/>
                      <a:pt x="423577" y="217189"/>
                      <a:pt x="419748" y="227114"/>
                    </a:cubicBezTo>
                    <a:cubicBezTo>
                      <a:pt x="418376" y="230581"/>
                      <a:pt x="419929" y="234506"/>
                      <a:pt x="423291" y="236125"/>
                    </a:cubicBezTo>
                    <a:cubicBezTo>
                      <a:pt x="438607" y="243497"/>
                      <a:pt x="448123" y="258518"/>
                      <a:pt x="448123" y="275311"/>
                    </a:cubicBezTo>
                    <a:cubicBezTo>
                      <a:pt x="448123" y="275834"/>
                      <a:pt x="448037" y="276349"/>
                      <a:pt x="448018" y="276873"/>
                    </a:cubicBezTo>
                    <a:lnTo>
                      <a:pt x="280845" y="190329"/>
                    </a:lnTo>
                    <a:cubicBezTo>
                      <a:pt x="278787" y="189262"/>
                      <a:pt x="276330" y="189262"/>
                      <a:pt x="274282" y="190329"/>
                    </a:cubicBezTo>
                    <a:lnTo>
                      <a:pt x="107090" y="276873"/>
                    </a:lnTo>
                    <a:close/>
                    <a:moveTo>
                      <a:pt x="277559" y="204721"/>
                    </a:moveTo>
                    <a:lnTo>
                      <a:pt x="477383" y="308153"/>
                    </a:lnTo>
                    <a:cubicBezTo>
                      <a:pt x="477460" y="308191"/>
                      <a:pt x="477536" y="308229"/>
                      <a:pt x="477603" y="308267"/>
                    </a:cubicBezTo>
                    <a:lnTo>
                      <a:pt x="540839" y="341005"/>
                    </a:lnTo>
                    <a:lnTo>
                      <a:pt x="540839" y="384315"/>
                    </a:lnTo>
                    <a:lnTo>
                      <a:pt x="280845" y="249726"/>
                    </a:lnTo>
                    <a:cubicBezTo>
                      <a:pt x="278787" y="248660"/>
                      <a:pt x="276330" y="248660"/>
                      <a:pt x="274282" y="249726"/>
                    </a:cubicBezTo>
                    <a:lnTo>
                      <a:pt x="14278" y="384315"/>
                    </a:lnTo>
                    <a:lnTo>
                      <a:pt x="14278" y="340995"/>
                    </a:lnTo>
                    <a:lnTo>
                      <a:pt x="277559" y="204721"/>
                    </a:lnTo>
                    <a:close/>
                    <a:moveTo>
                      <a:pt x="464563" y="616220"/>
                    </a:moveTo>
                    <a:lnTo>
                      <a:pt x="284702" y="616220"/>
                    </a:lnTo>
                    <a:lnTo>
                      <a:pt x="284702" y="583597"/>
                    </a:lnTo>
                    <a:lnTo>
                      <a:pt x="464563" y="583597"/>
                    </a:lnTo>
                    <a:lnTo>
                      <a:pt x="464563" y="616220"/>
                    </a:lnTo>
                    <a:close/>
                    <a:moveTo>
                      <a:pt x="270396" y="616220"/>
                    </a:moveTo>
                    <a:lnTo>
                      <a:pt x="90545" y="616220"/>
                    </a:lnTo>
                    <a:lnTo>
                      <a:pt x="90545" y="583597"/>
                    </a:lnTo>
                    <a:lnTo>
                      <a:pt x="270396" y="583597"/>
                    </a:lnTo>
                    <a:lnTo>
                      <a:pt x="270396" y="616220"/>
                    </a:lnTo>
                    <a:close/>
                    <a:moveTo>
                      <a:pt x="90545" y="630507"/>
                    </a:moveTo>
                    <a:lnTo>
                      <a:pt x="270396" y="630507"/>
                    </a:lnTo>
                    <a:lnTo>
                      <a:pt x="270396" y="663159"/>
                    </a:lnTo>
                    <a:lnTo>
                      <a:pt x="90545" y="663159"/>
                    </a:lnTo>
                    <a:lnTo>
                      <a:pt x="90545" y="630507"/>
                    </a:lnTo>
                    <a:close/>
                    <a:moveTo>
                      <a:pt x="284702" y="630507"/>
                    </a:moveTo>
                    <a:lnTo>
                      <a:pt x="464563" y="630507"/>
                    </a:lnTo>
                    <a:lnTo>
                      <a:pt x="464563" y="663159"/>
                    </a:lnTo>
                    <a:lnTo>
                      <a:pt x="284702" y="663159"/>
                    </a:lnTo>
                    <a:lnTo>
                      <a:pt x="284702" y="630507"/>
                    </a:lnTo>
                    <a:close/>
                    <a:moveTo>
                      <a:pt x="464563" y="569309"/>
                    </a:moveTo>
                    <a:lnTo>
                      <a:pt x="284702" y="569309"/>
                    </a:lnTo>
                    <a:lnTo>
                      <a:pt x="284702" y="534391"/>
                    </a:lnTo>
                    <a:cubicBezTo>
                      <a:pt x="284702" y="522284"/>
                      <a:pt x="294561" y="512416"/>
                      <a:pt x="306676" y="512416"/>
                    </a:cubicBezTo>
                    <a:lnTo>
                      <a:pt x="442589" y="512416"/>
                    </a:lnTo>
                    <a:cubicBezTo>
                      <a:pt x="454704" y="512416"/>
                      <a:pt x="464572" y="522275"/>
                      <a:pt x="464572" y="534391"/>
                    </a:cubicBezTo>
                    <a:lnTo>
                      <a:pt x="464572" y="569309"/>
                    </a:lnTo>
                    <a:close/>
                    <a:moveTo>
                      <a:pt x="270396" y="569309"/>
                    </a:moveTo>
                    <a:lnTo>
                      <a:pt x="90545" y="569309"/>
                    </a:lnTo>
                    <a:lnTo>
                      <a:pt x="90545" y="534391"/>
                    </a:lnTo>
                    <a:cubicBezTo>
                      <a:pt x="90545" y="522284"/>
                      <a:pt x="100403" y="512416"/>
                      <a:pt x="112528" y="512416"/>
                    </a:cubicBezTo>
                    <a:lnTo>
                      <a:pt x="248431" y="512416"/>
                    </a:lnTo>
                    <a:cubicBezTo>
                      <a:pt x="260547" y="512416"/>
                      <a:pt x="270405" y="522275"/>
                      <a:pt x="270405" y="534391"/>
                    </a:cubicBezTo>
                    <a:lnTo>
                      <a:pt x="270405" y="569309"/>
                    </a:lnTo>
                    <a:close/>
                    <a:moveTo>
                      <a:pt x="248422" y="938213"/>
                    </a:moveTo>
                    <a:lnTo>
                      <a:pt x="112528" y="938213"/>
                    </a:lnTo>
                    <a:cubicBezTo>
                      <a:pt x="100413" y="938213"/>
                      <a:pt x="90545" y="928354"/>
                      <a:pt x="90545" y="916219"/>
                    </a:cubicBezTo>
                    <a:lnTo>
                      <a:pt x="90545" y="677447"/>
                    </a:lnTo>
                    <a:lnTo>
                      <a:pt x="270396" y="677447"/>
                    </a:lnTo>
                    <a:lnTo>
                      <a:pt x="270396" y="916219"/>
                    </a:lnTo>
                    <a:cubicBezTo>
                      <a:pt x="270396" y="928354"/>
                      <a:pt x="260537" y="938213"/>
                      <a:pt x="248422" y="938213"/>
                    </a:cubicBezTo>
                    <a:close/>
                    <a:moveTo>
                      <a:pt x="464563" y="916219"/>
                    </a:moveTo>
                    <a:cubicBezTo>
                      <a:pt x="464563" y="928345"/>
                      <a:pt x="454704" y="938213"/>
                      <a:pt x="442579" y="938213"/>
                    </a:cubicBezTo>
                    <a:lnTo>
                      <a:pt x="306676" y="938213"/>
                    </a:lnTo>
                    <a:cubicBezTo>
                      <a:pt x="294570" y="938213"/>
                      <a:pt x="284702" y="928354"/>
                      <a:pt x="284702" y="916219"/>
                    </a:cubicBezTo>
                    <a:lnTo>
                      <a:pt x="284702" y="677447"/>
                    </a:lnTo>
                    <a:lnTo>
                      <a:pt x="464563" y="677447"/>
                    </a:lnTo>
                    <a:lnTo>
                      <a:pt x="464563" y="916219"/>
                    </a:lnTo>
                    <a:close/>
                    <a:moveTo>
                      <a:pt x="478850" y="755818"/>
                    </a:moveTo>
                    <a:lnTo>
                      <a:pt x="478850" y="670303"/>
                    </a:lnTo>
                    <a:lnTo>
                      <a:pt x="478850" y="623364"/>
                    </a:lnTo>
                    <a:lnTo>
                      <a:pt x="478850" y="576453"/>
                    </a:lnTo>
                    <a:lnTo>
                      <a:pt x="478850" y="534391"/>
                    </a:lnTo>
                    <a:cubicBezTo>
                      <a:pt x="478850" y="514398"/>
                      <a:pt x="462582" y="498129"/>
                      <a:pt x="442579" y="498129"/>
                    </a:cubicBezTo>
                    <a:lnTo>
                      <a:pt x="306676" y="498129"/>
                    </a:lnTo>
                    <a:cubicBezTo>
                      <a:pt x="294704" y="498129"/>
                      <a:pt x="284169" y="504025"/>
                      <a:pt x="277549" y="513007"/>
                    </a:cubicBezTo>
                    <a:cubicBezTo>
                      <a:pt x="270948" y="504034"/>
                      <a:pt x="260394" y="498129"/>
                      <a:pt x="248422" y="498129"/>
                    </a:cubicBezTo>
                    <a:lnTo>
                      <a:pt x="112528" y="498129"/>
                    </a:lnTo>
                    <a:cubicBezTo>
                      <a:pt x="92526" y="498129"/>
                      <a:pt x="76257" y="514398"/>
                      <a:pt x="76257" y="534391"/>
                    </a:cubicBezTo>
                    <a:lnTo>
                      <a:pt x="76257" y="576453"/>
                    </a:lnTo>
                    <a:lnTo>
                      <a:pt x="76257" y="623373"/>
                    </a:lnTo>
                    <a:lnTo>
                      <a:pt x="76257" y="670312"/>
                    </a:lnTo>
                    <a:lnTo>
                      <a:pt x="76257" y="755828"/>
                    </a:lnTo>
                    <a:lnTo>
                      <a:pt x="14278" y="755828"/>
                    </a:lnTo>
                    <a:lnTo>
                      <a:pt x="14278" y="400393"/>
                    </a:lnTo>
                    <a:lnTo>
                      <a:pt x="277559" y="264119"/>
                    </a:lnTo>
                    <a:lnTo>
                      <a:pt x="540839" y="400393"/>
                    </a:lnTo>
                    <a:lnTo>
                      <a:pt x="540839" y="755809"/>
                    </a:lnTo>
                    <a:lnTo>
                      <a:pt x="478850" y="75580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15">
                <a:extLst>
                  <a:ext uri="{FF2B5EF4-FFF2-40B4-BE49-F238E27FC236}">
                    <a16:creationId xmlns:a16="http://schemas.microsoft.com/office/drawing/2014/main" id="{2E5D3227-0039-6228-E6F3-410EC962C101}"/>
                  </a:ext>
                </a:extLst>
              </p:cNvPr>
              <p:cNvSpPr/>
              <p:nvPr/>
            </p:nvSpPr>
            <p:spPr>
              <a:xfrm>
                <a:off x="-1506230" y="3515267"/>
                <a:ext cx="74152" cy="74171"/>
              </a:xfrm>
              <a:custGeom>
                <a:avLst/>
                <a:gdLst>
                  <a:gd name="connsiteX0" fmla="*/ 37071 w 74152"/>
                  <a:gd name="connsiteY0" fmla="*/ 0 h 74171"/>
                  <a:gd name="connsiteX1" fmla="*/ 0 w 74152"/>
                  <a:gd name="connsiteY1" fmla="*/ 37081 h 74171"/>
                  <a:gd name="connsiteX2" fmla="*/ 37071 w 74152"/>
                  <a:gd name="connsiteY2" fmla="*/ 74171 h 74171"/>
                  <a:gd name="connsiteX3" fmla="*/ 74152 w 74152"/>
                  <a:gd name="connsiteY3" fmla="*/ 37081 h 74171"/>
                  <a:gd name="connsiteX4" fmla="*/ 37071 w 74152"/>
                  <a:gd name="connsiteY4" fmla="*/ 0 h 74171"/>
                  <a:gd name="connsiteX5" fmla="*/ 37071 w 74152"/>
                  <a:gd name="connsiteY5" fmla="*/ 59874 h 74171"/>
                  <a:gd name="connsiteX6" fmla="*/ 14288 w 74152"/>
                  <a:gd name="connsiteY6" fmla="*/ 37071 h 74171"/>
                  <a:gd name="connsiteX7" fmla="*/ 37071 w 74152"/>
                  <a:gd name="connsiteY7" fmla="*/ 14278 h 74171"/>
                  <a:gd name="connsiteX8" fmla="*/ 59865 w 74152"/>
                  <a:gd name="connsiteY8" fmla="*/ 37071 h 74171"/>
                  <a:gd name="connsiteX9" fmla="*/ 37071 w 74152"/>
                  <a:gd name="connsiteY9" fmla="*/ 59874 h 74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4152" h="74171">
                    <a:moveTo>
                      <a:pt x="37071" y="0"/>
                    </a:moveTo>
                    <a:cubicBezTo>
                      <a:pt x="16631" y="0"/>
                      <a:pt x="0" y="16631"/>
                      <a:pt x="0" y="37081"/>
                    </a:cubicBezTo>
                    <a:cubicBezTo>
                      <a:pt x="0" y="57531"/>
                      <a:pt x="16631" y="74171"/>
                      <a:pt x="37071" y="74171"/>
                    </a:cubicBezTo>
                    <a:cubicBezTo>
                      <a:pt x="57512" y="74171"/>
                      <a:pt x="74152" y="57531"/>
                      <a:pt x="74152" y="37081"/>
                    </a:cubicBezTo>
                    <a:cubicBezTo>
                      <a:pt x="74152" y="16631"/>
                      <a:pt x="57512" y="0"/>
                      <a:pt x="37071" y="0"/>
                    </a:cubicBezTo>
                    <a:close/>
                    <a:moveTo>
                      <a:pt x="37071" y="59874"/>
                    </a:moveTo>
                    <a:cubicBezTo>
                      <a:pt x="24508" y="59874"/>
                      <a:pt x="14288" y="49644"/>
                      <a:pt x="14288" y="37071"/>
                    </a:cubicBezTo>
                    <a:cubicBezTo>
                      <a:pt x="14288" y="24498"/>
                      <a:pt x="24508" y="14278"/>
                      <a:pt x="37071" y="14278"/>
                    </a:cubicBezTo>
                    <a:cubicBezTo>
                      <a:pt x="49635" y="14278"/>
                      <a:pt x="59865" y="24498"/>
                      <a:pt x="59865" y="37071"/>
                    </a:cubicBezTo>
                    <a:cubicBezTo>
                      <a:pt x="59865" y="49644"/>
                      <a:pt x="49635" y="59874"/>
                      <a:pt x="37071" y="59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Freeform: Shape 216">
                <a:extLst>
                  <a:ext uri="{FF2B5EF4-FFF2-40B4-BE49-F238E27FC236}">
                    <a16:creationId xmlns:a16="http://schemas.microsoft.com/office/drawing/2014/main" id="{A6659C2D-F07C-4DA1-93CC-0C12C78F7EB5}"/>
                  </a:ext>
                </a:extLst>
              </p:cNvPr>
              <p:cNvSpPr/>
              <p:nvPr/>
            </p:nvSpPr>
            <p:spPr>
              <a:xfrm>
                <a:off x="-1415638" y="3515267"/>
                <a:ext cx="57997" cy="14287"/>
              </a:xfrm>
              <a:custGeom>
                <a:avLst/>
                <a:gdLst>
                  <a:gd name="connsiteX0" fmla="*/ 50854 w 57997"/>
                  <a:gd name="connsiteY0" fmla="*/ 0 h 14287"/>
                  <a:gd name="connsiteX1" fmla="*/ 7144 w 57997"/>
                  <a:gd name="connsiteY1" fmla="*/ 0 h 14287"/>
                  <a:gd name="connsiteX2" fmla="*/ 0 w 57997"/>
                  <a:gd name="connsiteY2" fmla="*/ 7144 h 14287"/>
                  <a:gd name="connsiteX3" fmla="*/ 7144 w 57997"/>
                  <a:gd name="connsiteY3" fmla="*/ 14288 h 14287"/>
                  <a:gd name="connsiteX4" fmla="*/ 50854 w 57997"/>
                  <a:gd name="connsiteY4" fmla="*/ 14288 h 14287"/>
                  <a:gd name="connsiteX5" fmla="*/ 57998 w 57997"/>
                  <a:gd name="connsiteY5" fmla="*/ 7144 h 14287"/>
                  <a:gd name="connsiteX6" fmla="*/ 50854 w 57997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97" h="14287">
                    <a:moveTo>
                      <a:pt x="50854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50854" y="14288"/>
                    </a:lnTo>
                    <a:cubicBezTo>
                      <a:pt x="54797" y="14288"/>
                      <a:pt x="57998" y="11087"/>
                      <a:pt x="57998" y="7144"/>
                    </a:cubicBezTo>
                    <a:cubicBezTo>
                      <a:pt x="57998" y="3200"/>
                      <a:pt x="54797" y="0"/>
                      <a:pt x="5085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17">
                <a:extLst>
                  <a:ext uri="{FF2B5EF4-FFF2-40B4-BE49-F238E27FC236}">
                    <a16:creationId xmlns:a16="http://schemas.microsoft.com/office/drawing/2014/main" id="{26B8259E-D237-08F7-FA15-42C98A95388A}"/>
                  </a:ext>
                </a:extLst>
              </p:cNvPr>
              <p:cNvSpPr/>
              <p:nvPr/>
            </p:nvSpPr>
            <p:spPr>
              <a:xfrm>
                <a:off x="-1393778" y="3545204"/>
                <a:ext cx="36137" cy="14287"/>
              </a:xfrm>
              <a:custGeom>
                <a:avLst/>
                <a:gdLst>
                  <a:gd name="connsiteX0" fmla="*/ 28994 w 36137"/>
                  <a:gd name="connsiteY0" fmla="*/ 0 h 14287"/>
                  <a:gd name="connsiteX1" fmla="*/ 7144 w 36137"/>
                  <a:gd name="connsiteY1" fmla="*/ 0 h 14287"/>
                  <a:gd name="connsiteX2" fmla="*/ 0 w 36137"/>
                  <a:gd name="connsiteY2" fmla="*/ 7144 h 14287"/>
                  <a:gd name="connsiteX3" fmla="*/ 7144 w 36137"/>
                  <a:gd name="connsiteY3" fmla="*/ 14288 h 14287"/>
                  <a:gd name="connsiteX4" fmla="*/ 28994 w 36137"/>
                  <a:gd name="connsiteY4" fmla="*/ 14288 h 14287"/>
                  <a:gd name="connsiteX5" fmla="*/ 36138 w 36137"/>
                  <a:gd name="connsiteY5" fmla="*/ 7144 h 14287"/>
                  <a:gd name="connsiteX6" fmla="*/ 28994 w 36137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137" h="14287">
                    <a:moveTo>
                      <a:pt x="28994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28994" y="14288"/>
                    </a:lnTo>
                    <a:cubicBezTo>
                      <a:pt x="32937" y="14288"/>
                      <a:pt x="36138" y="11087"/>
                      <a:pt x="36138" y="7144"/>
                    </a:cubicBezTo>
                    <a:cubicBezTo>
                      <a:pt x="36138" y="3200"/>
                      <a:pt x="32937" y="0"/>
                      <a:pt x="289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" name="Freeform: Shape 218">
                <a:extLst>
                  <a:ext uri="{FF2B5EF4-FFF2-40B4-BE49-F238E27FC236}">
                    <a16:creationId xmlns:a16="http://schemas.microsoft.com/office/drawing/2014/main" id="{F0F2CB2F-AB1D-B820-AE96-A78BBAC38673}"/>
                  </a:ext>
                </a:extLst>
              </p:cNvPr>
              <p:cNvSpPr/>
              <p:nvPr/>
            </p:nvSpPr>
            <p:spPr>
              <a:xfrm>
                <a:off x="-1312082" y="3515267"/>
                <a:ext cx="74161" cy="74171"/>
              </a:xfrm>
              <a:custGeom>
                <a:avLst/>
                <a:gdLst>
                  <a:gd name="connsiteX0" fmla="*/ 37071 w 74161"/>
                  <a:gd name="connsiteY0" fmla="*/ 0 h 74171"/>
                  <a:gd name="connsiteX1" fmla="*/ 0 w 74161"/>
                  <a:gd name="connsiteY1" fmla="*/ 37081 h 74171"/>
                  <a:gd name="connsiteX2" fmla="*/ 37071 w 74161"/>
                  <a:gd name="connsiteY2" fmla="*/ 74171 h 74171"/>
                  <a:gd name="connsiteX3" fmla="*/ 74162 w 74161"/>
                  <a:gd name="connsiteY3" fmla="*/ 37081 h 74171"/>
                  <a:gd name="connsiteX4" fmla="*/ 37071 w 74161"/>
                  <a:gd name="connsiteY4" fmla="*/ 0 h 74171"/>
                  <a:gd name="connsiteX5" fmla="*/ 37071 w 74161"/>
                  <a:gd name="connsiteY5" fmla="*/ 59874 h 74171"/>
                  <a:gd name="connsiteX6" fmla="*/ 14288 w 74161"/>
                  <a:gd name="connsiteY6" fmla="*/ 37071 h 74171"/>
                  <a:gd name="connsiteX7" fmla="*/ 37071 w 74161"/>
                  <a:gd name="connsiteY7" fmla="*/ 14278 h 74171"/>
                  <a:gd name="connsiteX8" fmla="*/ 59874 w 74161"/>
                  <a:gd name="connsiteY8" fmla="*/ 37071 h 74171"/>
                  <a:gd name="connsiteX9" fmla="*/ 37071 w 74161"/>
                  <a:gd name="connsiteY9" fmla="*/ 59874 h 74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4161" h="74171">
                    <a:moveTo>
                      <a:pt x="37071" y="0"/>
                    </a:moveTo>
                    <a:cubicBezTo>
                      <a:pt x="16631" y="0"/>
                      <a:pt x="0" y="16631"/>
                      <a:pt x="0" y="37081"/>
                    </a:cubicBezTo>
                    <a:cubicBezTo>
                      <a:pt x="0" y="57531"/>
                      <a:pt x="16631" y="74171"/>
                      <a:pt x="37071" y="74171"/>
                    </a:cubicBezTo>
                    <a:cubicBezTo>
                      <a:pt x="57512" y="74171"/>
                      <a:pt x="74162" y="57531"/>
                      <a:pt x="74162" y="37081"/>
                    </a:cubicBezTo>
                    <a:cubicBezTo>
                      <a:pt x="74162" y="16631"/>
                      <a:pt x="57521" y="0"/>
                      <a:pt x="37071" y="0"/>
                    </a:cubicBezTo>
                    <a:close/>
                    <a:moveTo>
                      <a:pt x="37071" y="59874"/>
                    </a:moveTo>
                    <a:cubicBezTo>
                      <a:pt x="24517" y="59874"/>
                      <a:pt x="14288" y="49644"/>
                      <a:pt x="14288" y="37071"/>
                    </a:cubicBezTo>
                    <a:cubicBezTo>
                      <a:pt x="14288" y="24498"/>
                      <a:pt x="24508" y="14278"/>
                      <a:pt x="37071" y="14278"/>
                    </a:cubicBezTo>
                    <a:cubicBezTo>
                      <a:pt x="49635" y="14278"/>
                      <a:pt x="59874" y="24498"/>
                      <a:pt x="59874" y="37071"/>
                    </a:cubicBezTo>
                    <a:cubicBezTo>
                      <a:pt x="59874" y="49644"/>
                      <a:pt x="49644" y="59874"/>
                      <a:pt x="37071" y="59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19">
                <a:extLst>
                  <a:ext uri="{FF2B5EF4-FFF2-40B4-BE49-F238E27FC236}">
                    <a16:creationId xmlns:a16="http://schemas.microsoft.com/office/drawing/2014/main" id="{78E85014-E829-6676-72ED-DBDF5EAC5056}"/>
                  </a:ext>
                </a:extLst>
              </p:cNvPr>
              <p:cNvSpPr/>
              <p:nvPr/>
            </p:nvSpPr>
            <p:spPr>
              <a:xfrm>
                <a:off x="-1221480" y="3515267"/>
                <a:ext cx="57978" cy="14287"/>
              </a:xfrm>
              <a:custGeom>
                <a:avLst/>
                <a:gdLst>
                  <a:gd name="connsiteX0" fmla="*/ 50835 w 57978"/>
                  <a:gd name="connsiteY0" fmla="*/ 0 h 14287"/>
                  <a:gd name="connsiteX1" fmla="*/ 7144 w 57978"/>
                  <a:gd name="connsiteY1" fmla="*/ 0 h 14287"/>
                  <a:gd name="connsiteX2" fmla="*/ 0 w 57978"/>
                  <a:gd name="connsiteY2" fmla="*/ 7144 h 14287"/>
                  <a:gd name="connsiteX3" fmla="*/ 7144 w 57978"/>
                  <a:gd name="connsiteY3" fmla="*/ 14288 h 14287"/>
                  <a:gd name="connsiteX4" fmla="*/ 50835 w 57978"/>
                  <a:gd name="connsiteY4" fmla="*/ 14288 h 14287"/>
                  <a:gd name="connsiteX5" fmla="*/ 57979 w 57978"/>
                  <a:gd name="connsiteY5" fmla="*/ 7144 h 14287"/>
                  <a:gd name="connsiteX6" fmla="*/ 50835 w 57978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78" h="14287">
                    <a:moveTo>
                      <a:pt x="50835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50835" y="14288"/>
                    </a:lnTo>
                    <a:cubicBezTo>
                      <a:pt x="54778" y="14288"/>
                      <a:pt x="57979" y="11087"/>
                      <a:pt x="57979" y="7144"/>
                    </a:cubicBezTo>
                    <a:cubicBezTo>
                      <a:pt x="57979" y="3200"/>
                      <a:pt x="54778" y="0"/>
                      <a:pt x="508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20">
                <a:extLst>
                  <a:ext uri="{FF2B5EF4-FFF2-40B4-BE49-F238E27FC236}">
                    <a16:creationId xmlns:a16="http://schemas.microsoft.com/office/drawing/2014/main" id="{7FC4FC93-B4B2-E47F-E4D6-A9325DFD62DF}"/>
                  </a:ext>
                </a:extLst>
              </p:cNvPr>
              <p:cNvSpPr/>
              <p:nvPr/>
            </p:nvSpPr>
            <p:spPr>
              <a:xfrm>
                <a:off x="-1199620" y="3545204"/>
                <a:ext cx="36118" cy="14287"/>
              </a:xfrm>
              <a:custGeom>
                <a:avLst/>
                <a:gdLst>
                  <a:gd name="connsiteX0" fmla="*/ 28975 w 36118"/>
                  <a:gd name="connsiteY0" fmla="*/ 0 h 14287"/>
                  <a:gd name="connsiteX1" fmla="*/ 7144 w 36118"/>
                  <a:gd name="connsiteY1" fmla="*/ 0 h 14287"/>
                  <a:gd name="connsiteX2" fmla="*/ 0 w 36118"/>
                  <a:gd name="connsiteY2" fmla="*/ 7144 h 14287"/>
                  <a:gd name="connsiteX3" fmla="*/ 7144 w 36118"/>
                  <a:gd name="connsiteY3" fmla="*/ 14288 h 14287"/>
                  <a:gd name="connsiteX4" fmla="*/ 28975 w 36118"/>
                  <a:gd name="connsiteY4" fmla="*/ 14288 h 14287"/>
                  <a:gd name="connsiteX5" fmla="*/ 36119 w 36118"/>
                  <a:gd name="connsiteY5" fmla="*/ 7144 h 14287"/>
                  <a:gd name="connsiteX6" fmla="*/ 28975 w 36118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118" h="14287">
                    <a:moveTo>
                      <a:pt x="28975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28975" y="14288"/>
                    </a:lnTo>
                    <a:cubicBezTo>
                      <a:pt x="32918" y="14288"/>
                      <a:pt x="36119" y="11087"/>
                      <a:pt x="36119" y="7144"/>
                    </a:cubicBezTo>
                    <a:cubicBezTo>
                      <a:pt x="36119" y="3200"/>
                      <a:pt x="32918" y="0"/>
                      <a:pt x="2897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21">
                <a:extLst>
                  <a:ext uri="{FF2B5EF4-FFF2-40B4-BE49-F238E27FC236}">
                    <a16:creationId xmlns:a16="http://schemas.microsoft.com/office/drawing/2014/main" id="{9438D1DC-85E4-8A58-4641-492EAE463D98}"/>
                  </a:ext>
                </a:extLst>
              </p:cNvPr>
              <p:cNvSpPr/>
              <p:nvPr/>
            </p:nvSpPr>
            <p:spPr>
              <a:xfrm>
                <a:off x="-1430211" y="3027235"/>
                <a:ext cx="195557" cy="59531"/>
              </a:xfrm>
              <a:custGeom>
                <a:avLst/>
                <a:gdLst>
                  <a:gd name="connsiteX0" fmla="*/ 165792 w 195557"/>
                  <a:gd name="connsiteY0" fmla="*/ 0 h 59531"/>
                  <a:gd name="connsiteX1" fmla="*/ 29766 w 195557"/>
                  <a:gd name="connsiteY1" fmla="*/ 0 h 59531"/>
                  <a:gd name="connsiteX2" fmla="*/ 0 w 195557"/>
                  <a:gd name="connsiteY2" fmla="*/ 29766 h 59531"/>
                  <a:gd name="connsiteX3" fmla="*/ 29766 w 195557"/>
                  <a:gd name="connsiteY3" fmla="*/ 59531 h 59531"/>
                  <a:gd name="connsiteX4" fmla="*/ 165792 w 195557"/>
                  <a:gd name="connsiteY4" fmla="*/ 59531 h 59531"/>
                  <a:gd name="connsiteX5" fmla="*/ 195558 w 195557"/>
                  <a:gd name="connsiteY5" fmla="*/ 29766 h 59531"/>
                  <a:gd name="connsiteX6" fmla="*/ 165792 w 195557"/>
                  <a:gd name="connsiteY6" fmla="*/ 0 h 59531"/>
                  <a:gd name="connsiteX7" fmla="*/ 14288 w 195557"/>
                  <a:gd name="connsiteY7" fmla="*/ 29766 h 59531"/>
                  <a:gd name="connsiteX8" fmla="*/ 29766 w 195557"/>
                  <a:gd name="connsiteY8" fmla="*/ 14288 h 59531"/>
                  <a:gd name="connsiteX9" fmla="*/ 90630 w 195557"/>
                  <a:gd name="connsiteY9" fmla="*/ 14288 h 59531"/>
                  <a:gd name="connsiteX10" fmla="*/ 90630 w 195557"/>
                  <a:gd name="connsiteY10" fmla="*/ 45244 h 59531"/>
                  <a:gd name="connsiteX11" fmla="*/ 29766 w 195557"/>
                  <a:gd name="connsiteY11" fmla="*/ 45244 h 59531"/>
                  <a:gd name="connsiteX12" fmla="*/ 14288 w 195557"/>
                  <a:gd name="connsiteY12" fmla="*/ 29766 h 59531"/>
                  <a:gd name="connsiteX13" fmla="*/ 165792 w 195557"/>
                  <a:gd name="connsiteY13" fmla="*/ 45244 h 59531"/>
                  <a:gd name="connsiteX14" fmla="*/ 104918 w 195557"/>
                  <a:gd name="connsiteY14" fmla="*/ 45244 h 59531"/>
                  <a:gd name="connsiteX15" fmla="*/ 104918 w 195557"/>
                  <a:gd name="connsiteY15" fmla="*/ 14288 h 59531"/>
                  <a:gd name="connsiteX16" fmla="*/ 165792 w 195557"/>
                  <a:gd name="connsiteY16" fmla="*/ 14288 h 59531"/>
                  <a:gd name="connsiteX17" fmla="*/ 181270 w 195557"/>
                  <a:gd name="connsiteY17" fmla="*/ 29766 h 59531"/>
                  <a:gd name="connsiteX18" fmla="*/ 165792 w 195557"/>
                  <a:gd name="connsiteY18" fmla="*/ 45244 h 59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5557" h="59531">
                    <a:moveTo>
                      <a:pt x="165792" y="0"/>
                    </a:moveTo>
                    <a:lnTo>
                      <a:pt x="29766" y="0"/>
                    </a:lnTo>
                    <a:cubicBezTo>
                      <a:pt x="13354" y="0"/>
                      <a:pt x="0" y="13354"/>
                      <a:pt x="0" y="29766"/>
                    </a:cubicBezTo>
                    <a:cubicBezTo>
                      <a:pt x="0" y="46177"/>
                      <a:pt x="13354" y="59531"/>
                      <a:pt x="29766" y="59531"/>
                    </a:cubicBezTo>
                    <a:lnTo>
                      <a:pt x="165792" y="59531"/>
                    </a:lnTo>
                    <a:cubicBezTo>
                      <a:pt x="182204" y="59531"/>
                      <a:pt x="195558" y="46177"/>
                      <a:pt x="195558" y="29766"/>
                    </a:cubicBezTo>
                    <a:cubicBezTo>
                      <a:pt x="195558" y="13354"/>
                      <a:pt x="182194" y="0"/>
                      <a:pt x="165792" y="0"/>
                    </a:cubicBezTo>
                    <a:close/>
                    <a:moveTo>
                      <a:pt x="14288" y="29766"/>
                    </a:moveTo>
                    <a:cubicBezTo>
                      <a:pt x="14288" y="21231"/>
                      <a:pt x="21231" y="14288"/>
                      <a:pt x="29766" y="14288"/>
                    </a:cubicBezTo>
                    <a:lnTo>
                      <a:pt x="90630" y="14288"/>
                    </a:lnTo>
                    <a:lnTo>
                      <a:pt x="90630" y="45244"/>
                    </a:lnTo>
                    <a:lnTo>
                      <a:pt x="29766" y="45244"/>
                    </a:lnTo>
                    <a:cubicBezTo>
                      <a:pt x="21231" y="45244"/>
                      <a:pt x="14288" y="38300"/>
                      <a:pt x="14288" y="29766"/>
                    </a:cubicBezTo>
                    <a:close/>
                    <a:moveTo>
                      <a:pt x="165792" y="45244"/>
                    </a:moveTo>
                    <a:lnTo>
                      <a:pt x="104918" y="45244"/>
                    </a:lnTo>
                    <a:lnTo>
                      <a:pt x="104918" y="14288"/>
                    </a:lnTo>
                    <a:lnTo>
                      <a:pt x="165792" y="14288"/>
                    </a:lnTo>
                    <a:cubicBezTo>
                      <a:pt x="174327" y="14288"/>
                      <a:pt x="181270" y="21231"/>
                      <a:pt x="181270" y="29766"/>
                    </a:cubicBezTo>
                    <a:cubicBezTo>
                      <a:pt x="181270" y="38300"/>
                      <a:pt x="174327" y="45244"/>
                      <a:pt x="165792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738FFF5-85F9-BF60-4B22-C3BE05450D1E}"/>
              </a:ext>
            </a:extLst>
          </p:cNvPr>
          <p:cNvGrpSpPr/>
          <p:nvPr/>
        </p:nvGrpSpPr>
        <p:grpSpPr>
          <a:xfrm>
            <a:off x="6421175" y="2357373"/>
            <a:ext cx="702195" cy="477231"/>
            <a:chOff x="1192331" y="4918169"/>
            <a:chExt cx="702195" cy="47723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0CA6FF7-7698-8699-E592-D8BADAFE4ADF}"/>
                </a:ext>
              </a:extLst>
            </p:cNvPr>
            <p:cNvSpPr>
              <a:spLocks/>
            </p:cNvSpPr>
            <p:nvPr/>
          </p:nvSpPr>
          <p:spPr>
            <a:xfrm>
              <a:off x="1192331" y="4918169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Applications</a:t>
              </a:r>
            </a:p>
          </p:txBody>
        </p:sp>
        <p:grpSp>
          <p:nvGrpSpPr>
            <p:cNvPr id="31" name="Graphic 243">
              <a:extLst>
                <a:ext uri="{FF2B5EF4-FFF2-40B4-BE49-F238E27FC236}">
                  <a16:creationId xmlns:a16="http://schemas.microsoft.com/office/drawing/2014/main" id="{4C464EBA-84C3-4E0F-4669-19A7FC9805F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36226" y="5116000"/>
              <a:ext cx="214406" cy="279400"/>
              <a:chOff x="-1950604" y="2362747"/>
              <a:chExt cx="1118893" cy="1458067"/>
            </a:xfrm>
            <a:solidFill>
              <a:schemeClr val="bg1"/>
            </a:solidFill>
          </p:grpSpPr>
          <p:sp>
            <p:nvSpPr>
              <p:cNvPr id="33" name="Freeform: Shape 228">
                <a:extLst>
                  <a:ext uri="{FF2B5EF4-FFF2-40B4-BE49-F238E27FC236}">
                    <a16:creationId xmlns:a16="http://schemas.microsoft.com/office/drawing/2014/main" id="{D0F38E7E-9FA2-C695-BAF0-6369E744A2DB}"/>
                  </a:ext>
                </a:extLst>
              </p:cNvPr>
              <p:cNvSpPr/>
              <p:nvPr/>
            </p:nvSpPr>
            <p:spPr>
              <a:xfrm>
                <a:off x="-1625772" y="3571548"/>
                <a:ext cx="95194" cy="201598"/>
              </a:xfrm>
              <a:custGeom>
                <a:avLst/>
                <a:gdLst>
                  <a:gd name="connsiteX0" fmla="*/ 12797 w 95194"/>
                  <a:gd name="connsiteY0" fmla="*/ 201599 h 201598"/>
                  <a:gd name="connsiteX1" fmla="*/ 8062 w 95194"/>
                  <a:gd name="connsiteY1" fmla="*/ 200666 h 201598"/>
                  <a:gd name="connsiteX2" fmla="*/ 901 w 95194"/>
                  <a:gd name="connsiteY2" fmla="*/ 184081 h 201598"/>
                  <a:gd name="connsiteX3" fmla="*/ 70516 w 95194"/>
                  <a:gd name="connsiteY3" fmla="*/ 8093 h 201598"/>
                  <a:gd name="connsiteX4" fmla="*/ 87096 w 95194"/>
                  <a:gd name="connsiteY4" fmla="*/ 899 h 201598"/>
                  <a:gd name="connsiteX5" fmla="*/ 94290 w 95194"/>
                  <a:gd name="connsiteY5" fmla="*/ 17484 h 201598"/>
                  <a:gd name="connsiteX6" fmla="*/ 24681 w 95194"/>
                  <a:gd name="connsiteY6" fmla="*/ 193506 h 201598"/>
                  <a:gd name="connsiteX7" fmla="*/ 12797 w 95194"/>
                  <a:gd name="connsiteY7" fmla="*/ 201599 h 20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5194" h="201598">
                    <a:moveTo>
                      <a:pt x="12797" y="201599"/>
                    </a:moveTo>
                    <a:cubicBezTo>
                      <a:pt x="11238" y="201599"/>
                      <a:pt x="9627" y="201299"/>
                      <a:pt x="8062" y="200666"/>
                    </a:cubicBezTo>
                    <a:cubicBezTo>
                      <a:pt x="1512" y="198101"/>
                      <a:pt x="-1696" y="190642"/>
                      <a:pt x="901" y="184081"/>
                    </a:cubicBezTo>
                    <a:lnTo>
                      <a:pt x="70516" y="8093"/>
                    </a:lnTo>
                    <a:cubicBezTo>
                      <a:pt x="73107" y="1531"/>
                      <a:pt x="80535" y="-1700"/>
                      <a:pt x="87096" y="899"/>
                    </a:cubicBezTo>
                    <a:cubicBezTo>
                      <a:pt x="93700" y="3496"/>
                      <a:pt x="96891" y="10924"/>
                      <a:pt x="94290" y="17484"/>
                    </a:cubicBezTo>
                    <a:lnTo>
                      <a:pt x="24681" y="193506"/>
                    </a:lnTo>
                    <a:cubicBezTo>
                      <a:pt x="22690" y="198534"/>
                      <a:pt x="17854" y="201599"/>
                      <a:pt x="12797" y="2015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229">
                <a:extLst>
                  <a:ext uri="{FF2B5EF4-FFF2-40B4-BE49-F238E27FC236}">
                    <a16:creationId xmlns:a16="http://schemas.microsoft.com/office/drawing/2014/main" id="{060F3125-959F-3382-79B1-177FE85D71A1}"/>
                  </a:ext>
                </a:extLst>
              </p:cNvPr>
              <p:cNvSpPr/>
              <p:nvPr/>
            </p:nvSpPr>
            <p:spPr>
              <a:xfrm>
                <a:off x="-1556153" y="3571548"/>
                <a:ext cx="95216" cy="201599"/>
              </a:xfrm>
              <a:custGeom>
                <a:avLst/>
                <a:gdLst>
                  <a:gd name="connsiteX0" fmla="*/ 82431 w 95216"/>
                  <a:gd name="connsiteY0" fmla="*/ 201599 h 201599"/>
                  <a:gd name="connsiteX1" fmla="*/ 70535 w 95216"/>
                  <a:gd name="connsiteY1" fmla="*/ 193506 h 201599"/>
                  <a:gd name="connsiteX2" fmla="*/ 897 w 95216"/>
                  <a:gd name="connsiteY2" fmla="*/ 17484 h 201599"/>
                  <a:gd name="connsiteX3" fmla="*/ 8084 w 95216"/>
                  <a:gd name="connsiteY3" fmla="*/ 899 h 201599"/>
                  <a:gd name="connsiteX4" fmla="*/ 24672 w 95216"/>
                  <a:gd name="connsiteY4" fmla="*/ 8093 h 201599"/>
                  <a:gd name="connsiteX5" fmla="*/ 94315 w 95216"/>
                  <a:gd name="connsiteY5" fmla="*/ 184081 h 201599"/>
                  <a:gd name="connsiteX6" fmla="*/ 87121 w 95216"/>
                  <a:gd name="connsiteY6" fmla="*/ 200667 h 201599"/>
                  <a:gd name="connsiteX7" fmla="*/ 82431 w 95216"/>
                  <a:gd name="connsiteY7" fmla="*/ 201599 h 201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5216" h="201599">
                    <a:moveTo>
                      <a:pt x="82431" y="201599"/>
                    </a:moveTo>
                    <a:cubicBezTo>
                      <a:pt x="77332" y="201599"/>
                      <a:pt x="72499" y="198535"/>
                      <a:pt x="70535" y="193506"/>
                    </a:cubicBezTo>
                    <a:lnTo>
                      <a:pt x="897" y="17484"/>
                    </a:lnTo>
                    <a:cubicBezTo>
                      <a:pt x="-1696" y="10923"/>
                      <a:pt x="1524" y="3496"/>
                      <a:pt x="8084" y="899"/>
                    </a:cubicBezTo>
                    <a:cubicBezTo>
                      <a:pt x="14655" y="-1700"/>
                      <a:pt x="22074" y="1531"/>
                      <a:pt x="24672" y="8093"/>
                    </a:cubicBezTo>
                    <a:lnTo>
                      <a:pt x="94315" y="184081"/>
                    </a:lnTo>
                    <a:cubicBezTo>
                      <a:pt x="96922" y="190642"/>
                      <a:pt x="93680" y="198103"/>
                      <a:pt x="87121" y="200667"/>
                    </a:cubicBezTo>
                    <a:cubicBezTo>
                      <a:pt x="85591" y="201299"/>
                      <a:pt x="83990" y="201599"/>
                      <a:pt x="82431" y="2015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230">
                <a:extLst>
                  <a:ext uri="{FF2B5EF4-FFF2-40B4-BE49-F238E27FC236}">
                    <a16:creationId xmlns:a16="http://schemas.microsoft.com/office/drawing/2014/main" id="{A8CFAA88-4F21-0881-3D84-C3169E43EB0B}"/>
                  </a:ext>
                </a:extLst>
              </p:cNvPr>
              <p:cNvSpPr/>
              <p:nvPr/>
            </p:nvSpPr>
            <p:spPr>
              <a:xfrm>
                <a:off x="-1599124" y="3680531"/>
                <a:ext cx="111508" cy="25578"/>
              </a:xfrm>
              <a:custGeom>
                <a:avLst/>
                <a:gdLst>
                  <a:gd name="connsiteX0" fmla="*/ 98721 w 111508"/>
                  <a:gd name="connsiteY0" fmla="*/ 25579 h 25578"/>
                  <a:gd name="connsiteX1" fmla="*/ 12798 w 111508"/>
                  <a:gd name="connsiteY1" fmla="*/ 25579 h 25578"/>
                  <a:gd name="connsiteX2" fmla="*/ 0 w 111508"/>
                  <a:gd name="connsiteY2" fmla="*/ 12790 h 25578"/>
                  <a:gd name="connsiteX3" fmla="*/ 12789 w 111508"/>
                  <a:gd name="connsiteY3" fmla="*/ 1 h 25578"/>
                  <a:gd name="connsiteX4" fmla="*/ 98721 w 111508"/>
                  <a:gd name="connsiteY4" fmla="*/ 0 h 25578"/>
                  <a:gd name="connsiteX5" fmla="*/ 111508 w 111508"/>
                  <a:gd name="connsiteY5" fmla="*/ 12790 h 25578"/>
                  <a:gd name="connsiteX6" fmla="*/ 98721 w 111508"/>
                  <a:gd name="connsiteY6" fmla="*/ 25579 h 25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508" h="25578">
                    <a:moveTo>
                      <a:pt x="98721" y="25579"/>
                    </a:moveTo>
                    <a:lnTo>
                      <a:pt x="12798" y="25579"/>
                    </a:lnTo>
                    <a:cubicBezTo>
                      <a:pt x="5738" y="25579"/>
                      <a:pt x="0" y="19851"/>
                      <a:pt x="0" y="12790"/>
                    </a:cubicBezTo>
                    <a:cubicBezTo>
                      <a:pt x="13" y="5727"/>
                      <a:pt x="5727" y="1"/>
                      <a:pt x="12789" y="1"/>
                    </a:cubicBezTo>
                    <a:lnTo>
                      <a:pt x="98721" y="0"/>
                    </a:lnTo>
                    <a:cubicBezTo>
                      <a:pt x="105781" y="0"/>
                      <a:pt x="111508" y="5729"/>
                      <a:pt x="111508" y="12790"/>
                    </a:cubicBezTo>
                    <a:cubicBezTo>
                      <a:pt x="111521" y="19850"/>
                      <a:pt x="105777" y="25579"/>
                      <a:pt x="98721" y="25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231">
                <a:extLst>
                  <a:ext uri="{FF2B5EF4-FFF2-40B4-BE49-F238E27FC236}">
                    <a16:creationId xmlns:a16="http://schemas.microsoft.com/office/drawing/2014/main" id="{BEA252FA-1C70-673D-5A51-DD86698132A3}"/>
                  </a:ext>
                </a:extLst>
              </p:cNvPr>
              <p:cNvSpPr/>
              <p:nvPr/>
            </p:nvSpPr>
            <p:spPr>
              <a:xfrm>
                <a:off x="-1428367" y="3571682"/>
                <a:ext cx="119600" cy="113438"/>
              </a:xfrm>
              <a:custGeom>
                <a:avLst/>
                <a:gdLst>
                  <a:gd name="connsiteX0" fmla="*/ 25579 w 119600"/>
                  <a:gd name="connsiteY0" fmla="*/ 87860 h 113438"/>
                  <a:gd name="connsiteX1" fmla="*/ 62883 w 119600"/>
                  <a:gd name="connsiteY1" fmla="*/ 87860 h 113438"/>
                  <a:gd name="connsiteX2" fmla="*/ 94023 w 119600"/>
                  <a:gd name="connsiteY2" fmla="*/ 56720 h 113438"/>
                  <a:gd name="connsiteX3" fmla="*/ 62883 w 119600"/>
                  <a:gd name="connsiteY3" fmla="*/ 25579 h 113438"/>
                  <a:gd name="connsiteX4" fmla="*/ 25579 w 119600"/>
                  <a:gd name="connsiteY4" fmla="*/ 25578 h 113438"/>
                  <a:gd name="connsiteX5" fmla="*/ 25579 w 119600"/>
                  <a:gd name="connsiteY5" fmla="*/ 87860 h 113438"/>
                  <a:gd name="connsiteX6" fmla="*/ 62883 w 119600"/>
                  <a:gd name="connsiteY6" fmla="*/ 113439 h 113438"/>
                  <a:gd name="connsiteX7" fmla="*/ 12795 w 119600"/>
                  <a:gd name="connsiteY7" fmla="*/ 113439 h 113438"/>
                  <a:gd name="connsiteX8" fmla="*/ 0 w 119600"/>
                  <a:gd name="connsiteY8" fmla="*/ 100651 h 113438"/>
                  <a:gd name="connsiteX9" fmla="*/ 10 w 119600"/>
                  <a:gd name="connsiteY9" fmla="*/ 12787 h 113438"/>
                  <a:gd name="connsiteX10" fmla="*/ 12791 w 119600"/>
                  <a:gd name="connsiteY10" fmla="*/ 1 h 113438"/>
                  <a:gd name="connsiteX11" fmla="*/ 62883 w 119600"/>
                  <a:gd name="connsiteY11" fmla="*/ 0 h 113438"/>
                  <a:gd name="connsiteX12" fmla="*/ 119601 w 119600"/>
                  <a:gd name="connsiteY12" fmla="*/ 56720 h 113438"/>
                  <a:gd name="connsiteX13" fmla="*/ 62883 w 119600"/>
                  <a:gd name="connsiteY13" fmla="*/ 113439 h 11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9600" h="113438">
                    <a:moveTo>
                      <a:pt x="25579" y="87860"/>
                    </a:moveTo>
                    <a:lnTo>
                      <a:pt x="62883" y="87860"/>
                    </a:lnTo>
                    <a:cubicBezTo>
                      <a:pt x="80073" y="87860"/>
                      <a:pt x="94023" y="73906"/>
                      <a:pt x="94023" y="56720"/>
                    </a:cubicBezTo>
                    <a:cubicBezTo>
                      <a:pt x="94027" y="39567"/>
                      <a:pt x="80069" y="25579"/>
                      <a:pt x="62883" y="25579"/>
                    </a:cubicBezTo>
                    <a:lnTo>
                      <a:pt x="25579" y="25578"/>
                    </a:lnTo>
                    <a:lnTo>
                      <a:pt x="25579" y="87860"/>
                    </a:lnTo>
                    <a:close/>
                    <a:moveTo>
                      <a:pt x="62883" y="113439"/>
                    </a:moveTo>
                    <a:lnTo>
                      <a:pt x="12795" y="113439"/>
                    </a:lnTo>
                    <a:cubicBezTo>
                      <a:pt x="5735" y="113439"/>
                      <a:pt x="0" y="107712"/>
                      <a:pt x="0" y="100651"/>
                    </a:cubicBezTo>
                    <a:lnTo>
                      <a:pt x="10" y="12787"/>
                    </a:lnTo>
                    <a:cubicBezTo>
                      <a:pt x="10" y="5728"/>
                      <a:pt x="5731" y="1"/>
                      <a:pt x="12791" y="1"/>
                    </a:cubicBezTo>
                    <a:lnTo>
                      <a:pt x="62883" y="0"/>
                    </a:lnTo>
                    <a:cubicBezTo>
                      <a:pt x="94163" y="0"/>
                      <a:pt x="119601" y="25446"/>
                      <a:pt x="119601" y="56720"/>
                    </a:cubicBezTo>
                    <a:cubicBezTo>
                      <a:pt x="119612" y="87994"/>
                      <a:pt x="94156" y="113440"/>
                      <a:pt x="62883" y="1134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232">
                <a:extLst>
                  <a:ext uri="{FF2B5EF4-FFF2-40B4-BE49-F238E27FC236}">
                    <a16:creationId xmlns:a16="http://schemas.microsoft.com/office/drawing/2014/main" id="{B9628880-0E6E-16FF-2135-00277C8B213F}"/>
                  </a:ext>
                </a:extLst>
              </p:cNvPr>
              <p:cNvSpPr/>
              <p:nvPr/>
            </p:nvSpPr>
            <p:spPr>
              <a:xfrm>
                <a:off x="-1428367" y="3659545"/>
                <a:ext cx="25579" cy="113439"/>
              </a:xfrm>
              <a:custGeom>
                <a:avLst/>
                <a:gdLst>
                  <a:gd name="connsiteX0" fmla="*/ 12795 w 25579"/>
                  <a:gd name="connsiteY0" fmla="*/ 113440 h 113439"/>
                  <a:gd name="connsiteX1" fmla="*/ 0 w 25579"/>
                  <a:gd name="connsiteY1" fmla="*/ 100651 h 113439"/>
                  <a:gd name="connsiteX2" fmla="*/ 10 w 25579"/>
                  <a:gd name="connsiteY2" fmla="*/ 12789 h 113439"/>
                  <a:gd name="connsiteX3" fmla="*/ 12791 w 25579"/>
                  <a:gd name="connsiteY3" fmla="*/ 0 h 113439"/>
                  <a:gd name="connsiteX4" fmla="*/ 25579 w 25579"/>
                  <a:gd name="connsiteY4" fmla="*/ 12790 h 113439"/>
                  <a:gd name="connsiteX5" fmla="*/ 25579 w 25579"/>
                  <a:gd name="connsiteY5" fmla="*/ 100650 h 113439"/>
                  <a:gd name="connsiteX6" fmla="*/ 12795 w 25579"/>
                  <a:gd name="connsiteY6" fmla="*/ 113440 h 113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579" h="113439">
                    <a:moveTo>
                      <a:pt x="12795" y="113440"/>
                    </a:moveTo>
                    <a:cubicBezTo>
                      <a:pt x="5735" y="113440"/>
                      <a:pt x="0" y="107711"/>
                      <a:pt x="0" y="100651"/>
                    </a:cubicBezTo>
                    <a:lnTo>
                      <a:pt x="10" y="12789"/>
                    </a:lnTo>
                    <a:cubicBezTo>
                      <a:pt x="10" y="5727"/>
                      <a:pt x="5731" y="0"/>
                      <a:pt x="12791" y="0"/>
                    </a:cubicBezTo>
                    <a:cubicBezTo>
                      <a:pt x="19855" y="0"/>
                      <a:pt x="25579" y="5729"/>
                      <a:pt x="25579" y="12790"/>
                    </a:cubicBezTo>
                    <a:lnTo>
                      <a:pt x="25579" y="100650"/>
                    </a:lnTo>
                    <a:cubicBezTo>
                      <a:pt x="25579" y="107711"/>
                      <a:pt x="19851" y="113441"/>
                      <a:pt x="12795" y="1134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233">
                <a:extLst>
                  <a:ext uri="{FF2B5EF4-FFF2-40B4-BE49-F238E27FC236}">
                    <a16:creationId xmlns:a16="http://schemas.microsoft.com/office/drawing/2014/main" id="{73DB9D63-38D8-867B-79F8-C5828F00E378}"/>
                  </a:ext>
                </a:extLst>
              </p:cNvPr>
              <p:cNvSpPr/>
              <p:nvPr/>
            </p:nvSpPr>
            <p:spPr>
              <a:xfrm>
                <a:off x="-1276191" y="3571682"/>
                <a:ext cx="119633" cy="113438"/>
              </a:xfrm>
              <a:custGeom>
                <a:avLst/>
                <a:gdLst>
                  <a:gd name="connsiteX0" fmla="*/ 25587 w 119633"/>
                  <a:gd name="connsiteY0" fmla="*/ 87860 h 113438"/>
                  <a:gd name="connsiteX1" fmla="*/ 62920 w 119633"/>
                  <a:gd name="connsiteY1" fmla="*/ 87860 h 113438"/>
                  <a:gd name="connsiteX2" fmla="*/ 94055 w 119633"/>
                  <a:gd name="connsiteY2" fmla="*/ 56720 h 113438"/>
                  <a:gd name="connsiteX3" fmla="*/ 62911 w 119633"/>
                  <a:gd name="connsiteY3" fmla="*/ 25579 h 113438"/>
                  <a:gd name="connsiteX4" fmla="*/ 25587 w 119633"/>
                  <a:gd name="connsiteY4" fmla="*/ 25578 h 113438"/>
                  <a:gd name="connsiteX5" fmla="*/ 25587 w 119633"/>
                  <a:gd name="connsiteY5" fmla="*/ 87860 h 113438"/>
                  <a:gd name="connsiteX6" fmla="*/ 62920 w 119633"/>
                  <a:gd name="connsiteY6" fmla="*/ 113439 h 113438"/>
                  <a:gd name="connsiteX7" fmla="*/ 12786 w 119633"/>
                  <a:gd name="connsiteY7" fmla="*/ 113439 h 113438"/>
                  <a:gd name="connsiteX8" fmla="*/ 0 w 119633"/>
                  <a:gd name="connsiteY8" fmla="*/ 100651 h 113438"/>
                  <a:gd name="connsiteX9" fmla="*/ 4 w 119633"/>
                  <a:gd name="connsiteY9" fmla="*/ 12787 h 113438"/>
                  <a:gd name="connsiteX10" fmla="*/ 12786 w 119633"/>
                  <a:gd name="connsiteY10" fmla="*/ 1 h 113438"/>
                  <a:gd name="connsiteX11" fmla="*/ 62920 w 119633"/>
                  <a:gd name="connsiteY11" fmla="*/ 0 h 113438"/>
                  <a:gd name="connsiteX12" fmla="*/ 119633 w 119633"/>
                  <a:gd name="connsiteY12" fmla="*/ 56720 h 113438"/>
                  <a:gd name="connsiteX13" fmla="*/ 62920 w 119633"/>
                  <a:gd name="connsiteY13" fmla="*/ 113439 h 11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9633" h="113438">
                    <a:moveTo>
                      <a:pt x="25587" y="87860"/>
                    </a:moveTo>
                    <a:lnTo>
                      <a:pt x="62920" y="87860"/>
                    </a:lnTo>
                    <a:cubicBezTo>
                      <a:pt x="80113" y="87860"/>
                      <a:pt x="94055" y="73906"/>
                      <a:pt x="94055" y="56720"/>
                    </a:cubicBezTo>
                    <a:cubicBezTo>
                      <a:pt x="94066" y="39567"/>
                      <a:pt x="80098" y="25579"/>
                      <a:pt x="62911" y="25579"/>
                    </a:cubicBezTo>
                    <a:lnTo>
                      <a:pt x="25587" y="25578"/>
                    </a:lnTo>
                    <a:lnTo>
                      <a:pt x="25587" y="87860"/>
                    </a:lnTo>
                    <a:close/>
                    <a:moveTo>
                      <a:pt x="62920" y="113439"/>
                    </a:moveTo>
                    <a:lnTo>
                      <a:pt x="12786" y="113439"/>
                    </a:lnTo>
                    <a:cubicBezTo>
                      <a:pt x="5728" y="113439"/>
                      <a:pt x="0" y="107712"/>
                      <a:pt x="0" y="100651"/>
                    </a:cubicBezTo>
                    <a:lnTo>
                      <a:pt x="4" y="12787"/>
                    </a:lnTo>
                    <a:cubicBezTo>
                      <a:pt x="4" y="5728"/>
                      <a:pt x="5725" y="1"/>
                      <a:pt x="12786" y="1"/>
                    </a:cubicBezTo>
                    <a:lnTo>
                      <a:pt x="62920" y="0"/>
                    </a:lnTo>
                    <a:cubicBezTo>
                      <a:pt x="94200" y="0"/>
                      <a:pt x="119633" y="25446"/>
                      <a:pt x="119633" y="56720"/>
                    </a:cubicBezTo>
                    <a:cubicBezTo>
                      <a:pt x="119633" y="87994"/>
                      <a:pt x="94187" y="113440"/>
                      <a:pt x="62920" y="1134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234">
                <a:extLst>
                  <a:ext uri="{FF2B5EF4-FFF2-40B4-BE49-F238E27FC236}">
                    <a16:creationId xmlns:a16="http://schemas.microsoft.com/office/drawing/2014/main" id="{EAD9621D-C740-7DD7-B030-62B868030430}"/>
                  </a:ext>
                </a:extLst>
              </p:cNvPr>
              <p:cNvSpPr/>
              <p:nvPr/>
            </p:nvSpPr>
            <p:spPr>
              <a:xfrm>
                <a:off x="-1276192" y="3659545"/>
                <a:ext cx="25587" cy="113439"/>
              </a:xfrm>
              <a:custGeom>
                <a:avLst/>
                <a:gdLst>
                  <a:gd name="connsiteX0" fmla="*/ 12786 w 25587"/>
                  <a:gd name="connsiteY0" fmla="*/ 113440 h 113439"/>
                  <a:gd name="connsiteX1" fmla="*/ 0 w 25587"/>
                  <a:gd name="connsiteY1" fmla="*/ 100651 h 113439"/>
                  <a:gd name="connsiteX2" fmla="*/ 4 w 25587"/>
                  <a:gd name="connsiteY2" fmla="*/ 12789 h 113439"/>
                  <a:gd name="connsiteX3" fmla="*/ 12786 w 25587"/>
                  <a:gd name="connsiteY3" fmla="*/ 0 h 113439"/>
                  <a:gd name="connsiteX4" fmla="*/ 25578 w 25587"/>
                  <a:gd name="connsiteY4" fmla="*/ 12790 h 113439"/>
                  <a:gd name="connsiteX5" fmla="*/ 25587 w 25587"/>
                  <a:gd name="connsiteY5" fmla="*/ 100650 h 113439"/>
                  <a:gd name="connsiteX6" fmla="*/ 12786 w 25587"/>
                  <a:gd name="connsiteY6" fmla="*/ 113440 h 113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587" h="113439">
                    <a:moveTo>
                      <a:pt x="12786" y="113440"/>
                    </a:moveTo>
                    <a:cubicBezTo>
                      <a:pt x="5728" y="113440"/>
                      <a:pt x="0" y="107711"/>
                      <a:pt x="0" y="100651"/>
                    </a:cubicBezTo>
                    <a:lnTo>
                      <a:pt x="4" y="12789"/>
                    </a:lnTo>
                    <a:cubicBezTo>
                      <a:pt x="4" y="5727"/>
                      <a:pt x="5725" y="0"/>
                      <a:pt x="12786" y="0"/>
                    </a:cubicBezTo>
                    <a:cubicBezTo>
                      <a:pt x="19890" y="0"/>
                      <a:pt x="25578" y="5729"/>
                      <a:pt x="25578" y="12790"/>
                    </a:cubicBezTo>
                    <a:lnTo>
                      <a:pt x="25587" y="100650"/>
                    </a:lnTo>
                    <a:cubicBezTo>
                      <a:pt x="25587" y="107711"/>
                      <a:pt x="19883" y="113441"/>
                      <a:pt x="12786" y="1134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235">
                <a:extLst>
                  <a:ext uri="{FF2B5EF4-FFF2-40B4-BE49-F238E27FC236}">
                    <a16:creationId xmlns:a16="http://schemas.microsoft.com/office/drawing/2014/main" id="{14CE9C86-72FA-6373-97CD-BA040BA428DB}"/>
                  </a:ext>
                </a:extLst>
              </p:cNvPr>
              <p:cNvSpPr/>
              <p:nvPr/>
            </p:nvSpPr>
            <p:spPr>
              <a:xfrm>
                <a:off x="-1950604" y="2362747"/>
                <a:ext cx="1118884" cy="1458063"/>
              </a:xfrm>
              <a:custGeom>
                <a:avLst/>
                <a:gdLst>
                  <a:gd name="connsiteX0" fmla="*/ 1106089 w 1118884"/>
                  <a:gd name="connsiteY0" fmla="*/ 1458063 h 1458063"/>
                  <a:gd name="connsiteX1" fmla="*/ 12800 w 1118884"/>
                  <a:gd name="connsiteY1" fmla="*/ 1458063 h 1458063"/>
                  <a:gd name="connsiteX2" fmla="*/ 0 w 1118884"/>
                  <a:gd name="connsiteY2" fmla="*/ 1445274 h 1458063"/>
                  <a:gd name="connsiteX3" fmla="*/ 2 w 1118884"/>
                  <a:gd name="connsiteY3" fmla="*/ 12790 h 1458063"/>
                  <a:gd name="connsiteX4" fmla="*/ 12788 w 1118884"/>
                  <a:gd name="connsiteY4" fmla="*/ 1 h 1458063"/>
                  <a:gd name="connsiteX5" fmla="*/ 775369 w 1118884"/>
                  <a:gd name="connsiteY5" fmla="*/ 0 h 1458063"/>
                  <a:gd name="connsiteX6" fmla="*/ 788149 w 1118884"/>
                  <a:gd name="connsiteY6" fmla="*/ 12790 h 1458063"/>
                  <a:gd name="connsiteX7" fmla="*/ 775358 w 1118884"/>
                  <a:gd name="connsiteY7" fmla="*/ 25579 h 1458063"/>
                  <a:gd name="connsiteX8" fmla="*/ 25587 w 1118884"/>
                  <a:gd name="connsiteY8" fmla="*/ 25579 h 1458063"/>
                  <a:gd name="connsiteX9" fmla="*/ 25587 w 1118884"/>
                  <a:gd name="connsiteY9" fmla="*/ 1432479 h 1458063"/>
                  <a:gd name="connsiteX10" fmla="*/ 1093302 w 1118884"/>
                  <a:gd name="connsiteY10" fmla="*/ 1432479 h 1458063"/>
                  <a:gd name="connsiteX11" fmla="*/ 1093302 w 1118884"/>
                  <a:gd name="connsiteY11" fmla="*/ 343543 h 1458063"/>
                  <a:gd name="connsiteX12" fmla="*/ 1106082 w 1118884"/>
                  <a:gd name="connsiteY12" fmla="*/ 330754 h 1458063"/>
                  <a:gd name="connsiteX13" fmla="*/ 1118873 w 1118884"/>
                  <a:gd name="connsiteY13" fmla="*/ 343544 h 1458063"/>
                  <a:gd name="connsiteX14" fmla="*/ 1118885 w 1118884"/>
                  <a:gd name="connsiteY14" fmla="*/ 1445263 h 1458063"/>
                  <a:gd name="connsiteX15" fmla="*/ 1106086 w 1118884"/>
                  <a:gd name="connsiteY15" fmla="*/ 1458052 h 1458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18884" h="1458063">
                    <a:moveTo>
                      <a:pt x="1106089" y="1458063"/>
                    </a:moveTo>
                    <a:lnTo>
                      <a:pt x="12800" y="1458063"/>
                    </a:lnTo>
                    <a:cubicBezTo>
                      <a:pt x="5697" y="1458063"/>
                      <a:pt x="0" y="1452368"/>
                      <a:pt x="0" y="1445274"/>
                    </a:cubicBezTo>
                    <a:lnTo>
                      <a:pt x="2" y="12790"/>
                    </a:lnTo>
                    <a:cubicBezTo>
                      <a:pt x="2" y="5729"/>
                      <a:pt x="5695" y="1"/>
                      <a:pt x="12788" y="1"/>
                    </a:cubicBezTo>
                    <a:lnTo>
                      <a:pt x="775369" y="0"/>
                    </a:lnTo>
                    <a:cubicBezTo>
                      <a:pt x="782429" y="0"/>
                      <a:pt x="788149" y="5729"/>
                      <a:pt x="788149" y="12790"/>
                    </a:cubicBezTo>
                    <a:cubicBezTo>
                      <a:pt x="788157" y="19851"/>
                      <a:pt x="782420" y="25579"/>
                      <a:pt x="775358" y="25579"/>
                    </a:cubicBezTo>
                    <a:lnTo>
                      <a:pt x="25587" y="25579"/>
                    </a:lnTo>
                    <a:lnTo>
                      <a:pt x="25587" y="1432479"/>
                    </a:lnTo>
                    <a:lnTo>
                      <a:pt x="1093302" y="1432479"/>
                    </a:lnTo>
                    <a:lnTo>
                      <a:pt x="1093302" y="343543"/>
                    </a:lnTo>
                    <a:cubicBezTo>
                      <a:pt x="1093302" y="336449"/>
                      <a:pt x="1099022" y="330754"/>
                      <a:pt x="1106082" y="330754"/>
                    </a:cubicBezTo>
                    <a:cubicBezTo>
                      <a:pt x="1113190" y="330753"/>
                      <a:pt x="1118873" y="336450"/>
                      <a:pt x="1118873" y="343544"/>
                    </a:cubicBezTo>
                    <a:lnTo>
                      <a:pt x="1118885" y="1445263"/>
                    </a:lnTo>
                    <a:cubicBezTo>
                      <a:pt x="1118885" y="1452357"/>
                      <a:pt x="1113178" y="1458052"/>
                      <a:pt x="1106086" y="14580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" name="Freeform: Shape 236">
                <a:extLst>
                  <a:ext uri="{FF2B5EF4-FFF2-40B4-BE49-F238E27FC236}">
                    <a16:creationId xmlns:a16="http://schemas.microsoft.com/office/drawing/2014/main" id="{ECE7F536-9ACD-8F4C-FB99-B38464CD1213}"/>
                  </a:ext>
                </a:extLst>
              </p:cNvPr>
              <p:cNvSpPr/>
              <p:nvPr/>
            </p:nvSpPr>
            <p:spPr>
              <a:xfrm>
                <a:off x="-1188027" y="2362755"/>
                <a:ext cx="356316" cy="356300"/>
              </a:xfrm>
              <a:custGeom>
                <a:avLst/>
                <a:gdLst>
                  <a:gd name="connsiteX0" fmla="*/ 25587 w 356316"/>
                  <a:gd name="connsiteY0" fmla="*/ 43660 h 356300"/>
                  <a:gd name="connsiteX1" fmla="*/ 25587 w 356316"/>
                  <a:gd name="connsiteY1" fmla="*/ 303579 h 356300"/>
                  <a:gd name="connsiteX2" fmla="*/ 52758 w 356316"/>
                  <a:gd name="connsiteY2" fmla="*/ 330756 h 356300"/>
                  <a:gd name="connsiteX3" fmla="*/ 312643 w 356316"/>
                  <a:gd name="connsiteY3" fmla="*/ 330755 h 356300"/>
                  <a:gd name="connsiteX4" fmla="*/ 25587 w 356316"/>
                  <a:gd name="connsiteY4" fmla="*/ 43660 h 356300"/>
                  <a:gd name="connsiteX5" fmla="*/ 356317 w 356316"/>
                  <a:gd name="connsiteY5" fmla="*/ 343980 h 356300"/>
                  <a:gd name="connsiteX6" fmla="*/ 356317 w 356316"/>
                  <a:gd name="connsiteY6" fmla="*/ 343038 h 356300"/>
                  <a:gd name="connsiteX7" fmla="*/ 352585 w 356316"/>
                  <a:gd name="connsiteY7" fmla="*/ 334485 h 356300"/>
                  <a:gd name="connsiteX8" fmla="*/ 21848 w 356316"/>
                  <a:gd name="connsiteY8" fmla="*/ 3760 h 356300"/>
                  <a:gd name="connsiteX9" fmla="*/ 7894 w 356316"/>
                  <a:gd name="connsiteY9" fmla="*/ 962 h 356300"/>
                  <a:gd name="connsiteX10" fmla="*/ 1 w 356316"/>
                  <a:gd name="connsiteY10" fmla="*/ 12786 h 356300"/>
                  <a:gd name="connsiteX11" fmla="*/ 0 w 356316"/>
                  <a:gd name="connsiteY11" fmla="*/ 303579 h 356300"/>
                  <a:gd name="connsiteX12" fmla="*/ 52758 w 356316"/>
                  <a:gd name="connsiteY12" fmla="*/ 356301 h 356300"/>
                  <a:gd name="connsiteX13" fmla="*/ 343518 w 356316"/>
                  <a:gd name="connsiteY13" fmla="*/ 356301 h 356300"/>
                  <a:gd name="connsiteX14" fmla="*/ 355339 w 356316"/>
                  <a:gd name="connsiteY14" fmla="*/ 348409 h 356300"/>
                  <a:gd name="connsiteX15" fmla="*/ 356317 w 356316"/>
                  <a:gd name="connsiteY15" fmla="*/ 343980 h 35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6316" h="356300">
                    <a:moveTo>
                      <a:pt x="25587" y="43660"/>
                    </a:moveTo>
                    <a:lnTo>
                      <a:pt x="25587" y="303579"/>
                    </a:lnTo>
                    <a:cubicBezTo>
                      <a:pt x="25587" y="318532"/>
                      <a:pt x="37769" y="330756"/>
                      <a:pt x="52758" y="330756"/>
                    </a:cubicBezTo>
                    <a:lnTo>
                      <a:pt x="312643" y="330755"/>
                    </a:lnTo>
                    <a:lnTo>
                      <a:pt x="25587" y="43660"/>
                    </a:lnTo>
                    <a:close/>
                    <a:moveTo>
                      <a:pt x="356317" y="343980"/>
                    </a:moveTo>
                    <a:lnTo>
                      <a:pt x="356317" y="343038"/>
                    </a:lnTo>
                    <a:cubicBezTo>
                      <a:pt x="356200" y="339887"/>
                      <a:pt x="354910" y="336815"/>
                      <a:pt x="352585" y="334485"/>
                    </a:cubicBezTo>
                    <a:lnTo>
                      <a:pt x="21848" y="3760"/>
                    </a:lnTo>
                    <a:cubicBezTo>
                      <a:pt x="18185" y="96"/>
                      <a:pt x="12696" y="-1003"/>
                      <a:pt x="7894" y="962"/>
                    </a:cubicBezTo>
                    <a:cubicBezTo>
                      <a:pt x="3130" y="2962"/>
                      <a:pt x="1" y="7622"/>
                      <a:pt x="1" y="12786"/>
                    </a:cubicBezTo>
                    <a:lnTo>
                      <a:pt x="0" y="303579"/>
                    </a:lnTo>
                    <a:cubicBezTo>
                      <a:pt x="0" y="332654"/>
                      <a:pt x="23681" y="356301"/>
                      <a:pt x="52758" y="356301"/>
                    </a:cubicBezTo>
                    <a:lnTo>
                      <a:pt x="343518" y="356301"/>
                    </a:lnTo>
                    <a:cubicBezTo>
                      <a:pt x="348713" y="356302"/>
                      <a:pt x="353379" y="353204"/>
                      <a:pt x="355339" y="348409"/>
                    </a:cubicBezTo>
                    <a:cubicBezTo>
                      <a:pt x="355940" y="346975"/>
                      <a:pt x="356260" y="345476"/>
                      <a:pt x="356317" y="3439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237">
                <a:extLst>
                  <a:ext uri="{FF2B5EF4-FFF2-40B4-BE49-F238E27FC236}">
                    <a16:creationId xmlns:a16="http://schemas.microsoft.com/office/drawing/2014/main" id="{6EDDB626-C719-D46C-5842-FDA99C18157A}"/>
                  </a:ext>
                </a:extLst>
              </p:cNvPr>
              <p:cNvSpPr/>
              <p:nvPr/>
            </p:nvSpPr>
            <p:spPr>
              <a:xfrm>
                <a:off x="-1819076" y="3523860"/>
                <a:ext cx="855827" cy="296954"/>
              </a:xfrm>
              <a:custGeom>
                <a:avLst/>
                <a:gdLst>
                  <a:gd name="connsiteX0" fmla="*/ 25591 w 855827"/>
                  <a:gd name="connsiteY0" fmla="*/ 271375 h 296954"/>
                  <a:gd name="connsiteX1" fmla="*/ 830247 w 855827"/>
                  <a:gd name="connsiteY1" fmla="*/ 271375 h 296954"/>
                  <a:gd name="connsiteX2" fmla="*/ 830247 w 855827"/>
                  <a:gd name="connsiteY2" fmla="*/ 66878 h 296954"/>
                  <a:gd name="connsiteX3" fmla="*/ 788948 w 855827"/>
                  <a:gd name="connsiteY3" fmla="*/ 25579 h 296954"/>
                  <a:gd name="connsiteX4" fmla="*/ 66881 w 855827"/>
                  <a:gd name="connsiteY4" fmla="*/ 25578 h 296954"/>
                  <a:gd name="connsiteX5" fmla="*/ 25577 w 855827"/>
                  <a:gd name="connsiteY5" fmla="*/ 66879 h 296954"/>
                  <a:gd name="connsiteX6" fmla="*/ 25591 w 855827"/>
                  <a:gd name="connsiteY6" fmla="*/ 271375 h 296954"/>
                  <a:gd name="connsiteX7" fmla="*/ 843044 w 855827"/>
                  <a:gd name="connsiteY7" fmla="*/ 296954 h 296954"/>
                  <a:gd name="connsiteX8" fmla="*/ 12791 w 855827"/>
                  <a:gd name="connsiteY8" fmla="*/ 296954 h 296954"/>
                  <a:gd name="connsiteX9" fmla="*/ 0 w 855827"/>
                  <a:gd name="connsiteY9" fmla="*/ 284165 h 296954"/>
                  <a:gd name="connsiteX10" fmla="*/ 8 w 855827"/>
                  <a:gd name="connsiteY10" fmla="*/ 66878 h 296954"/>
                  <a:gd name="connsiteX11" fmla="*/ 66877 w 855827"/>
                  <a:gd name="connsiteY11" fmla="*/ 1 h 296954"/>
                  <a:gd name="connsiteX12" fmla="*/ 788956 w 855827"/>
                  <a:gd name="connsiteY12" fmla="*/ 0 h 296954"/>
                  <a:gd name="connsiteX13" fmla="*/ 855824 w 855827"/>
                  <a:gd name="connsiteY13" fmla="*/ 66879 h 296954"/>
                  <a:gd name="connsiteX14" fmla="*/ 855828 w 855827"/>
                  <a:gd name="connsiteY14" fmla="*/ 284165 h 296954"/>
                  <a:gd name="connsiteX15" fmla="*/ 843044 w 855827"/>
                  <a:gd name="connsiteY15" fmla="*/ 296954 h 296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55827" h="296954">
                    <a:moveTo>
                      <a:pt x="25591" y="271375"/>
                    </a:moveTo>
                    <a:lnTo>
                      <a:pt x="830247" y="271375"/>
                    </a:lnTo>
                    <a:lnTo>
                      <a:pt x="830247" y="66878"/>
                    </a:lnTo>
                    <a:cubicBezTo>
                      <a:pt x="830247" y="44097"/>
                      <a:pt x="811727" y="25579"/>
                      <a:pt x="788948" y="25579"/>
                    </a:cubicBezTo>
                    <a:lnTo>
                      <a:pt x="66881" y="25578"/>
                    </a:lnTo>
                    <a:cubicBezTo>
                      <a:pt x="44101" y="25578"/>
                      <a:pt x="25577" y="44098"/>
                      <a:pt x="25577" y="66879"/>
                    </a:cubicBezTo>
                    <a:lnTo>
                      <a:pt x="25591" y="271375"/>
                    </a:lnTo>
                    <a:close/>
                    <a:moveTo>
                      <a:pt x="843044" y="296954"/>
                    </a:moveTo>
                    <a:lnTo>
                      <a:pt x="12791" y="296954"/>
                    </a:lnTo>
                    <a:cubicBezTo>
                      <a:pt x="5733" y="296954"/>
                      <a:pt x="0" y="291259"/>
                      <a:pt x="0" y="284165"/>
                    </a:cubicBezTo>
                    <a:lnTo>
                      <a:pt x="8" y="66878"/>
                    </a:lnTo>
                    <a:cubicBezTo>
                      <a:pt x="8" y="30008"/>
                      <a:pt x="30008" y="1"/>
                      <a:pt x="66877" y="1"/>
                    </a:cubicBezTo>
                    <a:lnTo>
                      <a:pt x="788956" y="0"/>
                    </a:lnTo>
                    <a:cubicBezTo>
                      <a:pt x="825824" y="0"/>
                      <a:pt x="855824" y="30008"/>
                      <a:pt x="855824" y="66879"/>
                    </a:cubicBezTo>
                    <a:lnTo>
                      <a:pt x="855828" y="284165"/>
                    </a:lnTo>
                    <a:cubicBezTo>
                      <a:pt x="855828" y="291259"/>
                      <a:pt x="850096" y="296954"/>
                      <a:pt x="843044" y="296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238">
                <a:extLst>
                  <a:ext uri="{FF2B5EF4-FFF2-40B4-BE49-F238E27FC236}">
                    <a16:creationId xmlns:a16="http://schemas.microsoft.com/office/drawing/2014/main" id="{CFB1C3B6-DFB6-5EED-DFB0-EA718B6609A5}"/>
                  </a:ext>
                </a:extLst>
              </p:cNvPr>
              <p:cNvSpPr/>
              <p:nvPr/>
            </p:nvSpPr>
            <p:spPr>
              <a:xfrm>
                <a:off x="-1686188" y="2975444"/>
                <a:ext cx="422319" cy="422316"/>
              </a:xfrm>
              <a:custGeom>
                <a:avLst/>
                <a:gdLst>
                  <a:gd name="connsiteX0" fmla="*/ 70575 w 422319"/>
                  <a:gd name="connsiteY0" fmla="*/ 25577 h 422316"/>
                  <a:gd name="connsiteX1" fmla="*/ 25581 w 422319"/>
                  <a:gd name="connsiteY1" fmla="*/ 70576 h 422316"/>
                  <a:gd name="connsiteX2" fmla="*/ 25581 w 422319"/>
                  <a:gd name="connsiteY2" fmla="*/ 351741 h 422316"/>
                  <a:gd name="connsiteX3" fmla="*/ 70575 w 422319"/>
                  <a:gd name="connsiteY3" fmla="*/ 396739 h 422316"/>
                  <a:gd name="connsiteX4" fmla="*/ 351742 w 422319"/>
                  <a:gd name="connsiteY4" fmla="*/ 396738 h 422316"/>
                  <a:gd name="connsiteX5" fmla="*/ 396740 w 422319"/>
                  <a:gd name="connsiteY5" fmla="*/ 351742 h 422316"/>
                  <a:gd name="connsiteX6" fmla="*/ 396751 w 422319"/>
                  <a:gd name="connsiteY6" fmla="*/ 232706 h 422316"/>
                  <a:gd name="connsiteX7" fmla="*/ 238317 w 422319"/>
                  <a:gd name="connsiteY7" fmla="*/ 232706 h 422316"/>
                  <a:gd name="connsiteX8" fmla="*/ 167730 w 422319"/>
                  <a:gd name="connsiteY8" fmla="*/ 162133 h 422316"/>
                  <a:gd name="connsiteX9" fmla="*/ 167741 w 422319"/>
                  <a:gd name="connsiteY9" fmla="*/ 25577 h 422316"/>
                  <a:gd name="connsiteX10" fmla="*/ 70575 w 422319"/>
                  <a:gd name="connsiteY10" fmla="*/ 25577 h 422316"/>
                  <a:gd name="connsiteX11" fmla="*/ 351742 w 422319"/>
                  <a:gd name="connsiteY11" fmla="*/ 422317 h 422316"/>
                  <a:gd name="connsiteX12" fmla="*/ 70575 w 422319"/>
                  <a:gd name="connsiteY12" fmla="*/ 422317 h 422316"/>
                  <a:gd name="connsiteX13" fmla="*/ 0 w 422319"/>
                  <a:gd name="connsiteY13" fmla="*/ 351742 h 422316"/>
                  <a:gd name="connsiteX14" fmla="*/ 15 w 422319"/>
                  <a:gd name="connsiteY14" fmla="*/ 70574 h 422316"/>
                  <a:gd name="connsiteX15" fmla="*/ 70575 w 422319"/>
                  <a:gd name="connsiteY15" fmla="*/ 1 h 422316"/>
                  <a:gd name="connsiteX16" fmla="*/ 180524 w 422319"/>
                  <a:gd name="connsiteY16" fmla="*/ 0 h 422316"/>
                  <a:gd name="connsiteX17" fmla="*/ 193309 w 422319"/>
                  <a:gd name="connsiteY17" fmla="*/ 12790 h 422316"/>
                  <a:gd name="connsiteX18" fmla="*/ 193309 w 422319"/>
                  <a:gd name="connsiteY18" fmla="*/ 162132 h 422316"/>
                  <a:gd name="connsiteX19" fmla="*/ 238302 w 422319"/>
                  <a:gd name="connsiteY19" fmla="*/ 207129 h 422316"/>
                  <a:gd name="connsiteX20" fmla="*/ 409536 w 422319"/>
                  <a:gd name="connsiteY20" fmla="*/ 207128 h 422316"/>
                  <a:gd name="connsiteX21" fmla="*/ 422318 w 422319"/>
                  <a:gd name="connsiteY21" fmla="*/ 219919 h 422316"/>
                  <a:gd name="connsiteX22" fmla="*/ 422319 w 422319"/>
                  <a:gd name="connsiteY22" fmla="*/ 351741 h 422316"/>
                  <a:gd name="connsiteX23" fmla="*/ 351742 w 422319"/>
                  <a:gd name="connsiteY23" fmla="*/ 422317 h 422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22319" h="422316">
                    <a:moveTo>
                      <a:pt x="70575" y="25577"/>
                    </a:moveTo>
                    <a:cubicBezTo>
                      <a:pt x="45771" y="25577"/>
                      <a:pt x="25581" y="45762"/>
                      <a:pt x="25581" y="70576"/>
                    </a:cubicBezTo>
                    <a:lnTo>
                      <a:pt x="25581" y="351741"/>
                    </a:lnTo>
                    <a:cubicBezTo>
                      <a:pt x="25581" y="376556"/>
                      <a:pt x="45763" y="396739"/>
                      <a:pt x="70575" y="396739"/>
                    </a:cubicBezTo>
                    <a:lnTo>
                      <a:pt x="351742" y="396738"/>
                    </a:lnTo>
                    <a:cubicBezTo>
                      <a:pt x="376562" y="396738"/>
                      <a:pt x="396740" y="376556"/>
                      <a:pt x="396740" y="351742"/>
                    </a:cubicBezTo>
                    <a:lnTo>
                      <a:pt x="396751" y="232706"/>
                    </a:lnTo>
                    <a:lnTo>
                      <a:pt x="238317" y="232706"/>
                    </a:lnTo>
                    <a:cubicBezTo>
                      <a:pt x="199410" y="232706"/>
                      <a:pt x="167730" y="201034"/>
                      <a:pt x="167730" y="162133"/>
                    </a:cubicBezTo>
                    <a:lnTo>
                      <a:pt x="167741" y="25577"/>
                    </a:lnTo>
                    <a:lnTo>
                      <a:pt x="70575" y="25577"/>
                    </a:lnTo>
                    <a:close/>
                    <a:moveTo>
                      <a:pt x="351742" y="422317"/>
                    </a:moveTo>
                    <a:lnTo>
                      <a:pt x="70575" y="422317"/>
                    </a:lnTo>
                    <a:cubicBezTo>
                      <a:pt x="31654" y="422317"/>
                      <a:pt x="0" y="390643"/>
                      <a:pt x="0" y="351742"/>
                    </a:cubicBezTo>
                    <a:lnTo>
                      <a:pt x="15" y="70574"/>
                    </a:lnTo>
                    <a:cubicBezTo>
                      <a:pt x="15" y="31640"/>
                      <a:pt x="31643" y="1"/>
                      <a:pt x="70575" y="1"/>
                    </a:cubicBezTo>
                    <a:lnTo>
                      <a:pt x="180524" y="0"/>
                    </a:lnTo>
                    <a:cubicBezTo>
                      <a:pt x="187583" y="0"/>
                      <a:pt x="193309" y="5729"/>
                      <a:pt x="193309" y="12790"/>
                    </a:cubicBezTo>
                    <a:lnTo>
                      <a:pt x="193309" y="162132"/>
                    </a:lnTo>
                    <a:cubicBezTo>
                      <a:pt x="193309" y="186946"/>
                      <a:pt x="213491" y="207129"/>
                      <a:pt x="238302" y="207129"/>
                    </a:cubicBezTo>
                    <a:lnTo>
                      <a:pt x="409536" y="207128"/>
                    </a:lnTo>
                    <a:cubicBezTo>
                      <a:pt x="416594" y="207128"/>
                      <a:pt x="422318" y="212858"/>
                      <a:pt x="422318" y="219919"/>
                    </a:cubicBezTo>
                    <a:lnTo>
                      <a:pt x="422319" y="351741"/>
                    </a:lnTo>
                    <a:cubicBezTo>
                      <a:pt x="422319" y="390642"/>
                      <a:pt x="390647" y="422318"/>
                      <a:pt x="351742" y="42231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239">
                <a:extLst>
                  <a:ext uri="{FF2B5EF4-FFF2-40B4-BE49-F238E27FC236}">
                    <a16:creationId xmlns:a16="http://schemas.microsoft.com/office/drawing/2014/main" id="{9BB6E01A-A091-3C97-EB87-692E0F94BDDD}"/>
                  </a:ext>
                </a:extLst>
              </p:cNvPr>
              <p:cNvSpPr/>
              <p:nvPr/>
            </p:nvSpPr>
            <p:spPr>
              <a:xfrm>
                <a:off x="-1518458" y="2785834"/>
                <a:ext cx="422329" cy="422316"/>
              </a:xfrm>
              <a:custGeom>
                <a:avLst/>
                <a:gdLst>
                  <a:gd name="connsiteX0" fmla="*/ 70588 w 422329"/>
                  <a:gd name="connsiteY0" fmla="*/ 25578 h 422316"/>
                  <a:gd name="connsiteX1" fmla="*/ 25579 w 422329"/>
                  <a:gd name="connsiteY1" fmla="*/ 70576 h 422316"/>
                  <a:gd name="connsiteX2" fmla="*/ 25579 w 422329"/>
                  <a:gd name="connsiteY2" fmla="*/ 351742 h 422316"/>
                  <a:gd name="connsiteX3" fmla="*/ 70573 w 422329"/>
                  <a:gd name="connsiteY3" fmla="*/ 396739 h 422316"/>
                  <a:gd name="connsiteX4" fmla="*/ 351754 w 422329"/>
                  <a:gd name="connsiteY4" fmla="*/ 396738 h 422316"/>
                  <a:gd name="connsiteX5" fmla="*/ 396737 w 422329"/>
                  <a:gd name="connsiteY5" fmla="*/ 351743 h 422316"/>
                  <a:gd name="connsiteX6" fmla="*/ 396749 w 422329"/>
                  <a:gd name="connsiteY6" fmla="*/ 70575 h 422316"/>
                  <a:gd name="connsiteX7" fmla="*/ 351741 w 422329"/>
                  <a:gd name="connsiteY7" fmla="*/ 25580 h 422316"/>
                  <a:gd name="connsiteX8" fmla="*/ 70588 w 422329"/>
                  <a:gd name="connsiteY8" fmla="*/ 25578 h 422316"/>
                  <a:gd name="connsiteX9" fmla="*/ 351754 w 422329"/>
                  <a:gd name="connsiteY9" fmla="*/ 422317 h 422316"/>
                  <a:gd name="connsiteX10" fmla="*/ 70588 w 422329"/>
                  <a:gd name="connsiteY10" fmla="*/ 422317 h 422316"/>
                  <a:gd name="connsiteX11" fmla="*/ 0 w 422329"/>
                  <a:gd name="connsiteY11" fmla="*/ 351743 h 422316"/>
                  <a:gd name="connsiteX12" fmla="*/ 11 w 422329"/>
                  <a:gd name="connsiteY12" fmla="*/ 70575 h 422316"/>
                  <a:gd name="connsiteX13" fmla="*/ 70573 w 422329"/>
                  <a:gd name="connsiteY13" fmla="*/ 2 h 422316"/>
                  <a:gd name="connsiteX14" fmla="*/ 351754 w 422329"/>
                  <a:gd name="connsiteY14" fmla="*/ 0 h 422316"/>
                  <a:gd name="connsiteX15" fmla="*/ 422318 w 422329"/>
                  <a:gd name="connsiteY15" fmla="*/ 70576 h 422316"/>
                  <a:gd name="connsiteX16" fmla="*/ 422330 w 422329"/>
                  <a:gd name="connsiteY16" fmla="*/ 351742 h 422316"/>
                  <a:gd name="connsiteX17" fmla="*/ 351754 w 422329"/>
                  <a:gd name="connsiteY17" fmla="*/ 422317 h 422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22329" h="422316">
                    <a:moveTo>
                      <a:pt x="70588" y="25578"/>
                    </a:moveTo>
                    <a:cubicBezTo>
                      <a:pt x="45768" y="25578"/>
                      <a:pt x="25579" y="45763"/>
                      <a:pt x="25579" y="70576"/>
                    </a:cubicBezTo>
                    <a:lnTo>
                      <a:pt x="25579" y="351742"/>
                    </a:lnTo>
                    <a:cubicBezTo>
                      <a:pt x="25579" y="376557"/>
                      <a:pt x="45762" y="396739"/>
                      <a:pt x="70573" y="396739"/>
                    </a:cubicBezTo>
                    <a:lnTo>
                      <a:pt x="351754" y="396738"/>
                    </a:lnTo>
                    <a:cubicBezTo>
                      <a:pt x="376560" y="396738"/>
                      <a:pt x="396737" y="376557"/>
                      <a:pt x="396737" y="351743"/>
                    </a:cubicBezTo>
                    <a:lnTo>
                      <a:pt x="396749" y="70575"/>
                    </a:lnTo>
                    <a:cubicBezTo>
                      <a:pt x="396749" y="45762"/>
                      <a:pt x="376557" y="25580"/>
                      <a:pt x="351741" y="25580"/>
                    </a:cubicBezTo>
                    <a:lnTo>
                      <a:pt x="70588" y="25578"/>
                    </a:lnTo>
                    <a:close/>
                    <a:moveTo>
                      <a:pt x="351754" y="422317"/>
                    </a:moveTo>
                    <a:lnTo>
                      <a:pt x="70588" y="422317"/>
                    </a:lnTo>
                    <a:cubicBezTo>
                      <a:pt x="31680" y="422317"/>
                      <a:pt x="0" y="390644"/>
                      <a:pt x="0" y="351743"/>
                    </a:cubicBezTo>
                    <a:lnTo>
                      <a:pt x="11" y="70575"/>
                    </a:lnTo>
                    <a:cubicBezTo>
                      <a:pt x="11" y="31640"/>
                      <a:pt x="31674" y="2"/>
                      <a:pt x="70573" y="2"/>
                    </a:cubicBezTo>
                    <a:lnTo>
                      <a:pt x="351754" y="0"/>
                    </a:lnTo>
                    <a:cubicBezTo>
                      <a:pt x="390676" y="0"/>
                      <a:pt x="422318" y="31641"/>
                      <a:pt x="422318" y="70576"/>
                    </a:cubicBezTo>
                    <a:lnTo>
                      <a:pt x="422330" y="351742"/>
                    </a:lnTo>
                    <a:cubicBezTo>
                      <a:pt x="422330" y="390644"/>
                      <a:pt x="390676" y="422319"/>
                      <a:pt x="351754" y="42231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50C2653-F74F-4C03-73FC-FCF17D1CABEC}"/>
              </a:ext>
            </a:extLst>
          </p:cNvPr>
          <p:cNvGrpSpPr/>
          <p:nvPr/>
        </p:nvGrpSpPr>
        <p:grpSpPr>
          <a:xfrm>
            <a:off x="5493747" y="2359401"/>
            <a:ext cx="702195" cy="460595"/>
            <a:chOff x="1574695" y="4292795"/>
            <a:chExt cx="702195" cy="46059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B60469B-0938-4209-9804-68B5EF3E60E1}"/>
                </a:ext>
              </a:extLst>
            </p:cNvPr>
            <p:cNvSpPr>
              <a:spLocks/>
            </p:cNvSpPr>
            <p:nvPr/>
          </p:nvSpPr>
          <p:spPr>
            <a:xfrm>
              <a:off x="1574695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Database</a:t>
              </a:r>
            </a:p>
          </p:txBody>
        </p:sp>
        <p:grpSp>
          <p:nvGrpSpPr>
            <p:cNvPr id="51" name="Graphic 216">
              <a:extLst>
                <a:ext uri="{FF2B5EF4-FFF2-40B4-BE49-F238E27FC236}">
                  <a16:creationId xmlns:a16="http://schemas.microsoft.com/office/drawing/2014/main" id="{769C9DBD-2A29-0D26-DA02-55011596A83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41999" y="4473990"/>
              <a:ext cx="167588" cy="279400"/>
              <a:chOff x="-768941" y="4047690"/>
              <a:chExt cx="69135" cy="115261"/>
            </a:xfrm>
            <a:solidFill>
              <a:schemeClr val="bg1"/>
            </a:solidFill>
          </p:grpSpPr>
          <p:sp>
            <p:nvSpPr>
              <p:cNvPr id="52" name="Freeform: Shape 243">
                <a:extLst>
                  <a:ext uri="{FF2B5EF4-FFF2-40B4-BE49-F238E27FC236}">
                    <a16:creationId xmlns:a16="http://schemas.microsoft.com/office/drawing/2014/main" id="{90303415-E626-C842-DEC2-3AEF74C0DA0F}"/>
                  </a:ext>
                </a:extLst>
              </p:cNvPr>
              <p:cNvSpPr/>
              <p:nvPr/>
            </p:nvSpPr>
            <p:spPr>
              <a:xfrm>
                <a:off x="-768941" y="4047690"/>
                <a:ext cx="69135" cy="27723"/>
              </a:xfrm>
              <a:custGeom>
                <a:avLst/>
                <a:gdLst>
                  <a:gd name="connsiteX0" fmla="*/ 34567 w 69135"/>
                  <a:gd name="connsiteY0" fmla="*/ 2022 h 27723"/>
                  <a:gd name="connsiteX1" fmla="*/ 2022 w 69135"/>
                  <a:gd name="connsiteY1" fmla="*/ 13862 h 27723"/>
                  <a:gd name="connsiteX2" fmla="*/ 34566 w 69135"/>
                  <a:gd name="connsiteY2" fmla="*/ 25702 h 27723"/>
                  <a:gd name="connsiteX3" fmla="*/ 67113 w 69135"/>
                  <a:gd name="connsiteY3" fmla="*/ 13862 h 27723"/>
                  <a:gd name="connsiteX4" fmla="*/ 34567 w 69135"/>
                  <a:gd name="connsiteY4" fmla="*/ 2022 h 27723"/>
                  <a:gd name="connsiteX5" fmla="*/ 34567 w 69135"/>
                  <a:gd name="connsiteY5" fmla="*/ 27723 h 27723"/>
                  <a:gd name="connsiteX6" fmla="*/ 0 w 69135"/>
                  <a:gd name="connsiteY6" fmla="*/ 13862 h 27723"/>
                  <a:gd name="connsiteX7" fmla="*/ 34566 w 69135"/>
                  <a:gd name="connsiteY7" fmla="*/ 0 h 27723"/>
                  <a:gd name="connsiteX8" fmla="*/ 69136 w 69135"/>
                  <a:gd name="connsiteY8" fmla="*/ 13862 h 27723"/>
                  <a:gd name="connsiteX9" fmla="*/ 34567 w 69135"/>
                  <a:gd name="connsiteY9" fmla="*/ 27723 h 27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9135" h="27723">
                    <a:moveTo>
                      <a:pt x="34567" y="2022"/>
                    </a:moveTo>
                    <a:cubicBezTo>
                      <a:pt x="15100" y="2022"/>
                      <a:pt x="2022" y="8144"/>
                      <a:pt x="2022" y="13862"/>
                    </a:cubicBezTo>
                    <a:cubicBezTo>
                      <a:pt x="2022" y="19580"/>
                      <a:pt x="15099" y="25702"/>
                      <a:pt x="34566" y="25702"/>
                    </a:cubicBezTo>
                    <a:cubicBezTo>
                      <a:pt x="54037" y="25701"/>
                      <a:pt x="67113" y="19580"/>
                      <a:pt x="67113" y="13862"/>
                    </a:cubicBezTo>
                    <a:cubicBezTo>
                      <a:pt x="67114" y="8144"/>
                      <a:pt x="54036" y="2022"/>
                      <a:pt x="34567" y="2022"/>
                    </a:cubicBezTo>
                    <a:close/>
                    <a:moveTo>
                      <a:pt x="34567" y="27723"/>
                    </a:moveTo>
                    <a:cubicBezTo>
                      <a:pt x="15184" y="27723"/>
                      <a:pt x="0" y="21635"/>
                      <a:pt x="0" y="13862"/>
                    </a:cubicBezTo>
                    <a:cubicBezTo>
                      <a:pt x="0" y="6089"/>
                      <a:pt x="15184" y="0"/>
                      <a:pt x="34566" y="0"/>
                    </a:cubicBezTo>
                    <a:cubicBezTo>
                      <a:pt x="53952" y="0"/>
                      <a:pt x="69136" y="6089"/>
                      <a:pt x="69136" y="13862"/>
                    </a:cubicBezTo>
                    <a:cubicBezTo>
                      <a:pt x="69136" y="21635"/>
                      <a:pt x="53952" y="27724"/>
                      <a:pt x="34567" y="27723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244">
                <a:extLst>
                  <a:ext uri="{FF2B5EF4-FFF2-40B4-BE49-F238E27FC236}">
                    <a16:creationId xmlns:a16="http://schemas.microsoft.com/office/drawing/2014/main" id="{6AE63F00-0D3D-60D9-A8A5-7681D1C2B0E0}"/>
                  </a:ext>
                </a:extLst>
              </p:cNvPr>
              <p:cNvSpPr/>
              <p:nvPr/>
            </p:nvSpPr>
            <p:spPr>
              <a:xfrm>
                <a:off x="-768941" y="4060540"/>
                <a:ext cx="69135" cy="34429"/>
              </a:xfrm>
              <a:custGeom>
                <a:avLst/>
                <a:gdLst>
                  <a:gd name="connsiteX0" fmla="*/ 34567 w 69135"/>
                  <a:gd name="connsiteY0" fmla="*/ 34430 h 34429"/>
                  <a:gd name="connsiteX1" fmla="*/ 0 w 69135"/>
                  <a:gd name="connsiteY1" fmla="*/ 23711 h 34429"/>
                  <a:gd name="connsiteX2" fmla="*/ 0 w 69135"/>
                  <a:gd name="connsiteY2" fmla="*/ 1011 h 34429"/>
                  <a:gd name="connsiteX3" fmla="*/ 1011 w 69135"/>
                  <a:gd name="connsiteY3" fmla="*/ 0 h 34429"/>
                  <a:gd name="connsiteX4" fmla="*/ 2022 w 69135"/>
                  <a:gd name="connsiteY4" fmla="*/ 1011 h 34429"/>
                  <a:gd name="connsiteX5" fmla="*/ 2022 w 69135"/>
                  <a:gd name="connsiteY5" fmla="*/ 23711 h 34429"/>
                  <a:gd name="connsiteX6" fmla="*/ 34567 w 69135"/>
                  <a:gd name="connsiteY6" fmla="*/ 32408 h 34429"/>
                  <a:gd name="connsiteX7" fmla="*/ 67114 w 69135"/>
                  <a:gd name="connsiteY7" fmla="*/ 23711 h 34429"/>
                  <a:gd name="connsiteX8" fmla="*/ 67114 w 69135"/>
                  <a:gd name="connsiteY8" fmla="*/ 1011 h 34429"/>
                  <a:gd name="connsiteX9" fmla="*/ 68125 w 69135"/>
                  <a:gd name="connsiteY9" fmla="*/ 0 h 34429"/>
                  <a:gd name="connsiteX10" fmla="*/ 69136 w 69135"/>
                  <a:gd name="connsiteY10" fmla="*/ 1011 h 34429"/>
                  <a:gd name="connsiteX11" fmla="*/ 69136 w 69135"/>
                  <a:gd name="connsiteY11" fmla="*/ 23711 h 34429"/>
                  <a:gd name="connsiteX12" fmla="*/ 34567 w 69135"/>
                  <a:gd name="connsiteY12" fmla="*/ 34430 h 34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429">
                    <a:moveTo>
                      <a:pt x="34567" y="34430"/>
                    </a:moveTo>
                    <a:cubicBezTo>
                      <a:pt x="17809" y="34430"/>
                      <a:pt x="0" y="30673"/>
                      <a:pt x="0" y="23711"/>
                    </a:cubicBezTo>
                    <a:lnTo>
                      <a:pt x="0" y="1011"/>
                    </a:lnTo>
                    <a:cubicBezTo>
                      <a:pt x="0" y="453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711"/>
                    </a:lnTo>
                    <a:cubicBezTo>
                      <a:pt x="2022" y="27824"/>
                      <a:pt x="15389" y="32408"/>
                      <a:pt x="34567" y="32408"/>
                    </a:cubicBezTo>
                    <a:cubicBezTo>
                      <a:pt x="53747" y="32408"/>
                      <a:pt x="67114" y="27824"/>
                      <a:pt x="67114" y="2371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711"/>
                    </a:lnTo>
                    <a:cubicBezTo>
                      <a:pt x="69136" y="30673"/>
                      <a:pt x="51324" y="34430"/>
                      <a:pt x="34567" y="3443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245">
                <a:extLst>
                  <a:ext uri="{FF2B5EF4-FFF2-40B4-BE49-F238E27FC236}">
                    <a16:creationId xmlns:a16="http://schemas.microsoft.com/office/drawing/2014/main" id="{8A06DA0C-EF1F-4243-23B3-99B212AFA144}"/>
                  </a:ext>
                </a:extLst>
              </p:cNvPr>
              <p:cNvSpPr/>
              <p:nvPr/>
            </p:nvSpPr>
            <p:spPr>
              <a:xfrm>
                <a:off x="-768941" y="4083240"/>
                <a:ext cx="69135" cy="34390"/>
              </a:xfrm>
              <a:custGeom>
                <a:avLst/>
                <a:gdLst>
                  <a:gd name="connsiteX0" fmla="*/ 34567 w 69135"/>
                  <a:gd name="connsiteY0" fmla="*/ 34390 h 34390"/>
                  <a:gd name="connsiteX1" fmla="*/ 0 w 69135"/>
                  <a:gd name="connsiteY1" fmla="*/ 23671 h 34390"/>
                  <a:gd name="connsiteX2" fmla="*/ 0 w 69135"/>
                  <a:gd name="connsiteY2" fmla="*/ 1011 h 34390"/>
                  <a:gd name="connsiteX3" fmla="*/ 1011 w 69135"/>
                  <a:gd name="connsiteY3" fmla="*/ 0 h 34390"/>
                  <a:gd name="connsiteX4" fmla="*/ 2022 w 69135"/>
                  <a:gd name="connsiteY4" fmla="*/ 1011 h 34390"/>
                  <a:gd name="connsiteX5" fmla="*/ 2022 w 69135"/>
                  <a:gd name="connsiteY5" fmla="*/ 23670 h 34390"/>
                  <a:gd name="connsiteX6" fmla="*/ 34567 w 69135"/>
                  <a:gd name="connsiteY6" fmla="*/ 32368 h 34390"/>
                  <a:gd name="connsiteX7" fmla="*/ 67114 w 69135"/>
                  <a:gd name="connsiteY7" fmla="*/ 23671 h 34390"/>
                  <a:gd name="connsiteX8" fmla="*/ 67114 w 69135"/>
                  <a:gd name="connsiteY8" fmla="*/ 1011 h 34390"/>
                  <a:gd name="connsiteX9" fmla="*/ 68125 w 69135"/>
                  <a:gd name="connsiteY9" fmla="*/ 0 h 34390"/>
                  <a:gd name="connsiteX10" fmla="*/ 69136 w 69135"/>
                  <a:gd name="connsiteY10" fmla="*/ 1011 h 34390"/>
                  <a:gd name="connsiteX11" fmla="*/ 69136 w 69135"/>
                  <a:gd name="connsiteY11" fmla="*/ 23671 h 34390"/>
                  <a:gd name="connsiteX12" fmla="*/ 34567 w 69135"/>
                  <a:gd name="connsiteY12" fmla="*/ 34390 h 3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0">
                    <a:moveTo>
                      <a:pt x="34567" y="34390"/>
                    </a:moveTo>
                    <a:cubicBezTo>
                      <a:pt x="17809" y="34390"/>
                      <a:pt x="0" y="30633"/>
                      <a:pt x="0" y="23671"/>
                    </a:cubicBezTo>
                    <a:lnTo>
                      <a:pt x="0" y="1011"/>
                    </a:lnTo>
                    <a:cubicBezTo>
                      <a:pt x="0" y="453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0"/>
                    </a:lnTo>
                    <a:cubicBezTo>
                      <a:pt x="2022" y="27784"/>
                      <a:pt x="15389" y="32368"/>
                      <a:pt x="34567" y="32368"/>
                    </a:cubicBezTo>
                    <a:cubicBezTo>
                      <a:pt x="53747" y="32368"/>
                      <a:pt x="67114" y="27785"/>
                      <a:pt x="67114" y="2367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3"/>
                      <a:pt x="51324" y="34390"/>
                      <a:pt x="34567" y="3439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5" name="Freeform: Shape 246">
                <a:extLst>
                  <a:ext uri="{FF2B5EF4-FFF2-40B4-BE49-F238E27FC236}">
                    <a16:creationId xmlns:a16="http://schemas.microsoft.com/office/drawing/2014/main" id="{CED1479D-E4E9-662C-576C-4D3D70138D2D}"/>
                  </a:ext>
                </a:extLst>
              </p:cNvPr>
              <p:cNvSpPr/>
              <p:nvPr/>
            </p:nvSpPr>
            <p:spPr>
              <a:xfrm>
                <a:off x="-768941" y="4105900"/>
                <a:ext cx="69135" cy="34390"/>
              </a:xfrm>
              <a:custGeom>
                <a:avLst/>
                <a:gdLst>
                  <a:gd name="connsiteX0" fmla="*/ 34567 w 69135"/>
                  <a:gd name="connsiteY0" fmla="*/ 34390 h 34390"/>
                  <a:gd name="connsiteX1" fmla="*/ 0 w 69135"/>
                  <a:gd name="connsiteY1" fmla="*/ 23671 h 34390"/>
                  <a:gd name="connsiteX2" fmla="*/ 0 w 69135"/>
                  <a:gd name="connsiteY2" fmla="*/ 1011 h 34390"/>
                  <a:gd name="connsiteX3" fmla="*/ 1011 w 69135"/>
                  <a:gd name="connsiteY3" fmla="*/ 0 h 34390"/>
                  <a:gd name="connsiteX4" fmla="*/ 2022 w 69135"/>
                  <a:gd name="connsiteY4" fmla="*/ 1011 h 34390"/>
                  <a:gd name="connsiteX5" fmla="*/ 2022 w 69135"/>
                  <a:gd name="connsiteY5" fmla="*/ 23670 h 34390"/>
                  <a:gd name="connsiteX6" fmla="*/ 34567 w 69135"/>
                  <a:gd name="connsiteY6" fmla="*/ 32368 h 34390"/>
                  <a:gd name="connsiteX7" fmla="*/ 67114 w 69135"/>
                  <a:gd name="connsiteY7" fmla="*/ 23671 h 34390"/>
                  <a:gd name="connsiteX8" fmla="*/ 67114 w 69135"/>
                  <a:gd name="connsiteY8" fmla="*/ 1011 h 34390"/>
                  <a:gd name="connsiteX9" fmla="*/ 68125 w 69135"/>
                  <a:gd name="connsiteY9" fmla="*/ 0 h 34390"/>
                  <a:gd name="connsiteX10" fmla="*/ 69136 w 69135"/>
                  <a:gd name="connsiteY10" fmla="*/ 1011 h 34390"/>
                  <a:gd name="connsiteX11" fmla="*/ 69136 w 69135"/>
                  <a:gd name="connsiteY11" fmla="*/ 23671 h 34390"/>
                  <a:gd name="connsiteX12" fmla="*/ 34567 w 69135"/>
                  <a:gd name="connsiteY12" fmla="*/ 34390 h 3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0">
                    <a:moveTo>
                      <a:pt x="34567" y="34390"/>
                    </a:moveTo>
                    <a:cubicBezTo>
                      <a:pt x="17809" y="34390"/>
                      <a:pt x="0" y="30633"/>
                      <a:pt x="0" y="23671"/>
                    </a:cubicBezTo>
                    <a:lnTo>
                      <a:pt x="0" y="1011"/>
                    </a:lnTo>
                    <a:cubicBezTo>
                      <a:pt x="0" y="452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0"/>
                    </a:lnTo>
                    <a:cubicBezTo>
                      <a:pt x="2022" y="27784"/>
                      <a:pt x="15389" y="32368"/>
                      <a:pt x="34567" y="32368"/>
                    </a:cubicBezTo>
                    <a:cubicBezTo>
                      <a:pt x="53747" y="32368"/>
                      <a:pt x="67114" y="27785"/>
                      <a:pt x="67114" y="2367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3"/>
                      <a:pt x="51324" y="34390"/>
                      <a:pt x="34567" y="3439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6" name="Freeform: Shape 247">
                <a:extLst>
                  <a:ext uri="{FF2B5EF4-FFF2-40B4-BE49-F238E27FC236}">
                    <a16:creationId xmlns:a16="http://schemas.microsoft.com/office/drawing/2014/main" id="{3C46C014-6F1A-348C-4B81-976419670BAB}"/>
                  </a:ext>
                </a:extLst>
              </p:cNvPr>
              <p:cNvSpPr/>
              <p:nvPr/>
            </p:nvSpPr>
            <p:spPr>
              <a:xfrm>
                <a:off x="-768941" y="4128560"/>
                <a:ext cx="69135" cy="34391"/>
              </a:xfrm>
              <a:custGeom>
                <a:avLst/>
                <a:gdLst>
                  <a:gd name="connsiteX0" fmla="*/ 34567 w 69135"/>
                  <a:gd name="connsiteY0" fmla="*/ 34391 h 34391"/>
                  <a:gd name="connsiteX1" fmla="*/ 0 w 69135"/>
                  <a:gd name="connsiteY1" fmla="*/ 23671 h 34391"/>
                  <a:gd name="connsiteX2" fmla="*/ 0 w 69135"/>
                  <a:gd name="connsiteY2" fmla="*/ 1011 h 34391"/>
                  <a:gd name="connsiteX3" fmla="*/ 1011 w 69135"/>
                  <a:gd name="connsiteY3" fmla="*/ 0 h 34391"/>
                  <a:gd name="connsiteX4" fmla="*/ 2022 w 69135"/>
                  <a:gd name="connsiteY4" fmla="*/ 1011 h 34391"/>
                  <a:gd name="connsiteX5" fmla="*/ 2022 w 69135"/>
                  <a:gd name="connsiteY5" fmla="*/ 23671 h 34391"/>
                  <a:gd name="connsiteX6" fmla="*/ 34567 w 69135"/>
                  <a:gd name="connsiteY6" fmla="*/ 32369 h 34391"/>
                  <a:gd name="connsiteX7" fmla="*/ 67114 w 69135"/>
                  <a:gd name="connsiteY7" fmla="*/ 23671 h 34391"/>
                  <a:gd name="connsiteX8" fmla="*/ 67114 w 69135"/>
                  <a:gd name="connsiteY8" fmla="*/ 1011 h 34391"/>
                  <a:gd name="connsiteX9" fmla="*/ 68125 w 69135"/>
                  <a:gd name="connsiteY9" fmla="*/ 0 h 34391"/>
                  <a:gd name="connsiteX10" fmla="*/ 69136 w 69135"/>
                  <a:gd name="connsiteY10" fmla="*/ 1011 h 34391"/>
                  <a:gd name="connsiteX11" fmla="*/ 69136 w 69135"/>
                  <a:gd name="connsiteY11" fmla="*/ 23671 h 34391"/>
                  <a:gd name="connsiteX12" fmla="*/ 34567 w 69135"/>
                  <a:gd name="connsiteY12" fmla="*/ 34391 h 34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1">
                    <a:moveTo>
                      <a:pt x="34567" y="34391"/>
                    </a:moveTo>
                    <a:cubicBezTo>
                      <a:pt x="17809" y="34391"/>
                      <a:pt x="0" y="30634"/>
                      <a:pt x="0" y="23671"/>
                    </a:cubicBezTo>
                    <a:lnTo>
                      <a:pt x="0" y="1011"/>
                    </a:lnTo>
                    <a:cubicBezTo>
                      <a:pt x="0" y="452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1"/>
                    </a:lnTo>
                    <a:cubicBezTo>
                      <a:pt x="2022" y="27785"/>
                      <a:pt x="15389" y="32369"/>
                      <a:pt x="34567" y="32369"/>
                    </a:cubicBezTo>
                    <a:cubicBezTo>
                      <a:pt x="53747" y="32369"/>
                      <a:pt x="67114" y="27786"/>
                      <a:pt x="67114" y="23671"/>
                    </a:cubicBezTo>
                    <a:lnTo>
                      <a:pt x="67114" y="1011"/>
                    </a:lnTo>
                    <a:cubicBezTo>
                      <a:pt x="67114" y="452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4"/>
                      <a:pt x="51324" y="34391"/>
                      <a:pt x="34567" y="34391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338BF55-F4FF-969A-FA62-B3E047ADD92A}"/>
              </a:ext>
            </a:extLst>
          </p:cNvPr>
          <p:cNvGrpSpPr>
            <a:grpSpLocks noChangeAspect="1"/>
          </p:cNvGrpSpPr>
          <p:nvPr/>
        </p:nvGrpSpPr>
        <p:grpSpPr>
          <a:xfrm>
            <a:off x="4692287" y="2499558"/>
            <a:ext cx="255042" cy="320438"/>
            <a:chOff x="-531169" y="3093269"/>
            <a:chExt cx="185737" cy="233362"/>
          </a:xfrm>
          <a:solidFill>
            <a:schemeClr val="bg1"/>
          </a:solidFill>
        </p:grpSpPr>
        <p:sp>
          <p:nvSpPr>
            <p:cNvPr id="60" name="Freeform: Shape 225">
              <a:extLst>
                <a:ext uri="{FF2B5EF4-FFF2-40B4-BE49-F238E27FC236}">
                  <a16:creationId xmlns:a16="http://schemas.microsoft.com/office/drawing/2014/main" id="{39CC7CFA-D653-7BAA-C4E9-BBC5F4BD8455}"/>
                </a:ext>
              </a:extLst>
            </p:cNvPr>
            <p:cNvSpPr/>
            <p:nvPr/>
          </p:nvSpPr>
          <p:spPr>
            <a:xfrm>
              <a:off x="-521644" y="3255194"/>
              <a:ext cx="119062" cy="61912"/>
            </a:xfrm>
            <a:custGeom>
              <a:avLst/>
              <a:gdLst>
                <a:gd name="connsiteX0" fmla="*/ 116681 w 119062"/>
                <a:gd name="connsiteY0" fmla="*/ 0 h 61912"/>
                <a:gd name="connsiteX1" fmla="*/ 2381 w 119062"/>
                <a:gd name="connsiteY1" fmla="*/ 0 h 61912"/>
                <a:gd name="connsiteX2" fmla="*/ 0 w 119062"/>
                <a:gd name="connsiteY2" fmla="*/ 2381 h 61912"/>
                <a:gd name="connsiteX3" fmla="*/ 0 w 119062"/>
                <a:gd name="connsiteY3" fmla="*/ 59531 h 61912"/>
                <a:gd name="connsiteX4" fmla="*/ 2381 w 119062"/>
                <a:gd name="connsiteY4" fmla="*/ 61913 h 61912"/>
                <a:gd name="connsiteX5" fmla="*/ 116681 w 119062"/>
                <a:gd name="connsiteY5" fmla="*/ 61913 h 61912"/>
                <a:gd name="connsiteX6" fmla="*/ 119063 w 119062"/>
                <a:gd name="connsiteY6" fmla="*/ 59531 h 61912"/>
                <a:gd name="connsiteX7" fmla="*/ 119063 w 119062"/>
                <a:gd name="connsiteY7" fmla="*/ 2381 h 61912"/>
                <a:gd name="connsiteX8" fmla="*/ 116681 w 119062"/>
                <a:gd name="connsiteY8" fmla="*/ 0 h 61912"/>
                <a:gd name="connsiteX9" fmla="*/ 114300 w 119062"/>
                <a:gd name="connsiteY9" fmla="*/ 57150 h 61912"/>
                <a:gd name="connsiteX10" fmla="*/ 4763 w 119062"/>
                <a:gd name="connsiteY10" fmla="*/ 57150 h 61912"/>
                <a:gd name="connsiteX11" fmla="*/ 4763 w 119062"/>
                <a:gd name="connsiteY11" fmla="*/ 4763 h 61912"/>
                <a:gd name="connsiteX12" fmla="*/ 114300 w 119062"/>
                <a:gd name="connsiteY12" fmla="*/ 4763 h 6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062" h="61912">
                  <a:moveTo>
                    <a:pt x="116681" y="0"/>
                  </a:move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lnTo>
                    <a:pt x="0" y="59531"/>
                  </a:lnTo>
                  <a:cubicBezTo>
                    <a:pt x="0" y="60846"/>
                    <a:pt x="1066" y="61913"/>
                    <a:pt x="2381" y="61913"/>
                  </a:cubicBezTo>
                  <a:lnTo>
                    <a:pt x="116681" y="61913"/>
                  </a:lnTo>
                  <a:cubicBezTo>
                    <a:pt x="117996" y="61913"/>
                    <a:pt x="119063" y="60846"/>
                    <a:pt x="119063" y="59531"/>
                  </a:cubicBezTo>
                  <a:lnTo>
                    <a:pt x="119063" y="2381"/>
                  </a:lnTo>
                  <a:cubicBezTo>
                    <a:pt x="119063" y="1066"/>
                    <a:pt x="117996" y="0"/>
                    <a:pt x="116681" y="0"/>
                  </a:cubicBezTo>
                  <a:close/>
                  <a:moveTo>
                    <a:pt x="114300" y="57150"/>
                  </a:moveTo>
                  <a:lnTo>
                    <a:pt x="4763" y="57150"/>
                  </a:lnTo>
                  <a:lnTo>
                    <a:pt x="4763" y="4763"/>
                  </a:lnTo>
                  <a:lnTo>
                    <a:pt x="114300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1" name="Freeform: Shape 226">
              <a:extLst>
                <a:ext uri="{FF2B5EF4-FFF2-40B4-BE49-F238E27FC236}">
                  <a16:creationId xmlns:a16="http://schemas.microsoft.com/office/drawing/2014/main" id="{66363B35-A365-7B6A-FFFB-0D01F6812CB8}"/>
                </a:ext>
              </a:extLst>
            </p:cNvPr>
            <p:cNvSpPr/>
            <p:nvPr/>
          </p:nvSpPr>
          <p:spPr>
            <a:xfrm>
              <a:off x="-513224" y="3267777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3" name="Freeform: Shape 228">
              <a:extLst>
                <a:ext uri="{FF2B5EF4-FFF2-40B4-BE49-F238E27FC236}">
                  <a16:creationId xmlns:a16="http://schemas.microsoft.com/office/drawing/2014/main" id="{2B6B0111-EA4C-BA2F-1799-BC500AEFF0B6}"/>
                </a:ext>
              </a:extLst>
            </p:cNvPr>
            <p:cNvSpPr/>
            <p:nvPr/>
          </p:nvSpPr>
          <p:spPr>
            <a:xfrm>
              <a:off x="-513224" y="3282922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8" name="Freeform: Shape 229">
              <a:extLst>
                <a:ext uri="{FF2B5EF4-FFF2-40B4-BE49-F238E27FC236}">
                  <a16:creationId xmlns:a16="http://schemas.microsoft.com/office/drawing/2014/main" id="{CAD5DB47-6791-6375-AB1E-E52CD7C19FF3}"/>
                </a:ext>
              </a:extLst>
            </p:cNvPr>
            <p:cNvSpPr/>
            <p:nvPr/>
          </p:nvSpPr>
          <p:spPr>
            <a:xfrm>
              <a:off x="-513224" y="3298057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9" name="Freeform: Shape 230">
              <a:extLst>
                <a:ext uri="{FF2B5EF4-FFF2-40B4-BE49-F238E27FC236}">
                  <a16:creationId xmlns:a16="http://schemas.microsoft.com/office/drawing/2014/main" id="{ADDB99D4-0EF9-5BC4-903B-C9DD8DEC94F9}"/>
                </a:ext>
              </a:extLst>
            </p:cNvPr>
            <p:cNvSpPr/>
            <p:nvPr/>
          </p:nvSpPr>
          <p:spPr>
            <a:xfrm>
              <a:off x="-531169" y="3093269"/>
              <a:ext cx="185737" cy="233362"/>
            </a:xfrm>
            <a:custGeom>
              <a:avLst/>
              <a:gdLst>
                <a:gd name="connsiteX0" fmla="*/ 183356 w 185737"/>
                <a:gd name="connsiteY0" fmla="*/ 9525 h 233362"/>
                <a:gd name="connsiteX1" fmla="*/ 176213 w 185737"/>
                <a:gd name="connsiteY1" fmla="*/ 9525 h 233362"/>
                <a:gd name="connsiteX2" fmla="*/ 176213 w 185737"/>
                <a:gd name="connsiteY2" fmla="*/ 2381 h 233362"/>
                <a:gd name="connsiteX3" fmla="*/ 173831 w 185737"/>
                <a:gd name="connsiteY3" fmla="*/ 0 h 233362"/>
                <a:gd name="connsiteX4" fmla="*/ 107156 w 185737"/>
                <a:gd name="connsiteY4" fmla="*/ 0 h 233362"/>
                <a:gd name="connsiteX5" fmla="*/ 104775 w 185737"/>
                <a:gd name="connsiteY5" fmla="*/ 2381 h 233362"/>
                <a:gd name="connsiteX6" fmla="*/ 104775 w 185737"/>
                <a:gd name="connsiteY6" fmla="*/ 9525 h 233362"/>
                <a:gd name="connsiteX7" fmla="*/ 78772 w 185737"/>
                <a:gd name="connsiteY7" fmla="*/ 9525 h 233362"/>
                <a:gd name="connsiteX8" fmla="*/ 77086 w 185737"/>
                <a:gd name="connsiteY8" fmla="*/ 10220 h 233362"/>
                <a:gd name="connsiteX9" fmla="*/ 48320 w 185737"/>
                <a:gd name="connsiteY9" fmla="*/ 38986 h 233362"/>
                <a:gd name="connsiteX10" fmla="*/ 47625 w 185737"/>
                <a:gd name="connsiteY10" fmla="*/ 40672 h 233362"/>
                <a:gd name="connsiteX11" fmla="*/ 47625 w 185737"/>
                <a:gd name="connsiteY11" fmla="*/ 66675 h 233362"/>
                <a:gd name="connsiteX12" fmla="*/ 31147 w 185737"/>
                <a:gd name="connsiteY12" fmla="*/ 66675 h 233362"/>
                <a:gd name="connsiteX13" fmla="*/ 29461 w 185737"/>
                <a:gd name="connsiteY13" fmla="*/ 67370 h 233362"/>
                <a:gd name="connsiteX14" fmla="*/ 695 w 185737"/>
                <a:gd name="connsiteY14" fmla="*/ 96136 h 233362"/>
                <a:gd name="connsiteX15" fmla="*/ 0 w 185737"/>
                <a:gd name="connsiteY15" fmla="*/ 97822 h 233362"/>
                <a:gd name="connsiteX16" fmla="*/ 0 w 185737"/>
                <a:gd name="connsiteY16" fmla="*/ 230981 h 233362"/>
                <a:gd name="connsiteX17" fmla="*/ 2381 w 185737"/>
                <a:gd name="connsiteY17" fmla="*/ 233363 h 233362"/>
                <a:gd name="connsiteX18" fmla="*/ 135731 w 185737"/>
                <a:gd name="connsiteY18" fmla="*/ 233363 h 233362"/>
                <a:gd name="connsiteX19" fmla="*/ 138113 w 185737"/>
                <a:gd name="connsiteY19" fmla="*/ 230981 h 233362"/>
                <a:gd name="connsiteX20" fmla="*/ 138113 w 185737"/>
                <a:gd name="connsiteY20" fmla="*/ 176213 h 233362"/>
                <a:gd name="connsiteX21" fmla="*/ 183356 w 185737"/>
                <a:gd name="connsiteY21" fmla="*/ 176213 h 233362"/>
                <a:gd name="connsiteX22" fmla="*/ 185738 w 185737"/>
                <a:gd name="connsiteY22" fmla="*/ 173831 h 233362"/>
                <a:gd name="connsiteX23" fmla="*/ 185738 w 185737"/>
                <a:gd name="connsiteY23" fmla="*/ 11906 h 233362"/>
                <a:gd name="connsiteX24" fmla="*/ 183356 w 185737"/>
                <a:gd name="connsiteY24" fmla="*/ 9525 h 233362"/>
                <a:gd name="connsiteX25" fmla="*/ 109538 w 185737"/>
                <a:gd name="connsiteY25" fmla="*/ 4763 h 233362"/>
                <a:gd name="connsiteX26" fmla="*/ 171450 w 185737"/>
                <a:gd name="connsiteY26" fmla="*/ 4763 h 233362"/>
                <a:gd name="connsiteX27" fmla="*/ 171450 w 185737"/>
                <a:gd name="connsiteY27" fmla="*/ 47625 h 233362"/>
                <a:gd name="connsiteX28" fmla="*/ 109538 w 185737"/>
                <a:gd name="connsiteY28" fmla="*/ 47625 h 233362"/>
                <a:gd name="connsiteX29" fmla="*/ 109538 w 185737"/>
                <a:gd name="connsiteY29" fmla="*/ 4763 h 233362"/>
                <a:gd name="connsiteX30" fmla="*/ 133350 w 185737"/>
                <a:gd name="connsiteY30" fmla="*/ 228600 h 233362"/>
                <a:gd name="connsiteX31" fmla="*/ 4763 w 185737"/>
                <a:gd name="connsiteY31" fmla="*/ 228600 h 233362"/>
                <a:gd name="connsiteX32" fmla="*/ 4763 w 185737"/>
                <a:gd name="connsiteY32" fmla="*/ 98812 h 233362"/>
                <a:gd name="connsiteX33" fmla="*/ 32137 w 185737"/>
                <a:gd name="connsiteY33" fmla="*/ 71438 h 233362"/>
                <a:gd name="connsiteX34" fmla="*/ 57150 w 185737"/>
                <a:gd name="connsiteY34" fmla="*/ 71438 h 233362"/>
                <a:gd name="connsiteX35" fmla="*/ 57150 w 185737"/>
                <a:gd name="connsiteY35" fmla="*/ 107156 h 233362"/>
                <a:gd name="connsiteX36" fmla="*/ 59531 w 185737"/>
                <a:gd name="connsiteY36" fmla="*/ 109538 h 233362"/>
                <a:gd name="connsiteX37" fmla="*/ 126206 w 185737"/>
                <a:gd name="connsiteY37" fmla="*/ 109538 h 233362"/>
                <a:gd name="connsiteX38" fmla="*/ 128588 w 185737"/>
                <a:gd name="connsiteY38" fmla="*/ 107156 h 233362"/>
                <a:gd name="connsiteX39" fmla="*/ 128588 w 185737"/>
                <a:gd name="connsiteY39" fmla="*/ 71438 h 233362"/>
                <a:gd name="connsiteX40" fmla="*/ 133350 w 185737"/>
                <a:gd name="connsiteY40" fmla="*/ 71438 h 233362"/>
                <a:gd name="connsiteX41" fmla="*/ 133350 w 185737"/>
                <a:gd name="connsiteY41" fmla="*/ 228600 h 233362"/>
                <a:gd name="connsiteX42" fmla="*/ 123825 w 185737"/>
                <a:gd name="connsiteY42" fmla="*/ 69056 h 233362"/>
                <a:gd name="connsiteX43" fmla="*/ 123825 w 185737"/>
                <a:gd name="connsiteY43" fmla="*/ 104775 h 233362"/>
                <a:gd name="connsiteX44" fmla="*/ 61913 w 185737"/>
                <a:gd name="connsiteY44" fmla="*/ 104775 h 233362"/>
                <a:gd name="connsiteX45" fmla="*/ 61913 w 185737"/>
                <a:gd name="connsiteY45" fmla="*/ 61913 h 233362"/>
                <a:gd name="connsiteX46" fmla="*/ 123825 w 185737"/>
                <a:gd name="connsiteY46" fmla="*/ 61913 h 233362"/>
                <a:gd name="connsiteX47" fmla="*/ 138113 w 185737"/>
                <a:gd name="connsiteY47" fmla="*/ 152400 h 233362"/>
                <a:gd name="connsiteX48" fmla="*/ 165411 w 185737"/>
                <a:gd name="connsiteY48" fmla="*/ 152400 h 233362"/>
                <a:gd name="connsiteX49" fmla="*/ 167792 w 185737"/>
                <a:gd name="connsiteY49" fmla="*/ 150019 h 233362"/>
                <a:gd name="connsiteX50" fmla="*/ 165411 w 185737"/>
                <a:gd name="connsiteY50" fmla="*/ 147638 h 233362"/>
                <a:gd name="connsiteX51" fmla="*/ 138113 w 185737"/>
                <a:gd name="connsiteY51" fmla="*/ 147638 h 233362"/>
                <a:gd name="connsiteX52" fmla="*/ 138113 w 185737"/>
                <a:gd name="connsiteY52" fmla="*/ 137265 h 233362"/>
                <a:gd name="connsiteX53" fmla="*/ 165411 w 185737"/>
                <a:gd name="connsiteY53" fmla="*/ 137265 h 233362"/>
                <a:gd name="connsiteX54" fmla="*/ 167792 w 185737"/>
                <a:gd name="connsiteY54" fmla="*/ 134884 h 233362"/>
                <a:gd name="connsiteX55" fmla="*/ 165411 w 185737"/>
                <a:gd name="connsiteY55" fmla="*/ 132502 h 233362"/>
                <a:gd name="connsiteX56" fmla="*/ 138113 w 185737"/>
                <a:gd name="connsiteY56" fmla="*/ 132502 h 233362"/>
                <a:gd name="connsiteX57" fmla="*/ 138113 w 185737"/>
                <a:gd name="connsiteY57" fmla="*/ 122120 h 233362"/>
                <a:gd name="connsiteX58" fmla="*/ 165411 w 185737"/>
                <a:gd name="connsiteY58" fmla="*/ 122120 h 233362"/>
                <a:gd name="connsiteX59" fmla="*/ 167792 w 185737"/>
                <a:gd name="connsiteY59" fmla="*/ 119739 h 233362"/>
                <a:gd name="connsiteX60" fmla="*/ 165411 w 185737"/>
                <a:gd name="connsiteY60" fmla="*/ 117358 h 233362"/>
                <a:gd name="connsiteX61" fmla="*/ 138113 w 185737"/>
                <a:gd name="connsiteY61" fmla="*/ 117358 h 233362"/>
                <a:gd name="connsiteX62" fmla="*/ 138113 w 185737"/>
                <a:gd name="connsiteY62" fmla="*/ 109538 h 233362"/>
                <a:gd name="connsiteX63" fmla="*/ 171450 w 185737"/>
                <a:gd name="connsiteY63" fmla="*/ 109538 h 233362"/>
                <a:gd name="connsiteX64" fmla="*/ 171450 w 185737"/>
                <a:gd name="connsiteY64" fmla="*/ 161925 h 233362"/>
                <a:gd name="connsiteX65" fmla="*/ 138113 w 185737"/>
                <a:gd name="connsiteY65" fmla="*/ 161925 h 233362"/>
                <a:gd name="connsiteX66" fmla="*/ 180975 w 185737"/>
                <a:gd name="connsiteY66" fmla="*/ 171450 h 233362"/>
                <a:gd name="connsiteX67" fmla="*/ 138113 w 185737"/>
                <a:gd name="connsiteY67" fmla="*/ 171450 h 233362"/>
                <a:gd name="connsiteX68" fmla="*/ 138113 w 185737"/>
                <a:gd name="connsiteY68" fmla="*/ 166688 h 233362"/>
                <a:gd name="connsiteX69" fmla="*/ 173831 w 185737"/>
                <a:gd name="connsiteY69" fmla="*/ 166688 h 233362"/>
                <a:gd name="connsiteX70" fmla="*/ 176213 w 185737"/>
                <a:gd name="connsiteY70" fmla="*/ 164306 h 233362"/>
                <a:gd name="connsiteX71" fmla="*/ 176213 w 185737"/>
                <a:gd name="connsiteY71" fmla="*/ 107156 h 233362"/>
                <a:gd name="connsiteX72" fmla="*/ 173831 w 185737"/>
                <a:gd name="connsiteY72" fmla="*/ 104775 h 233362"/>
                <a:gd name="connsiteX73" fmla="*/ 138113 w 185737"/>
                <a:gd name="connsiteY73" fmla="*/ 104775 h 233362"/>
                <a:gd name="connsiteX74" fmla="*/ 138113 w 185737"/>
                <a:gd name="connsiteY74" fmla="*/ 69056 h 233362"/>
                <a:gd name="connsiteX75" fmla="*/ 135731 w 185737"/>
                <a:gd name="connsiteY75" fmla="*/ 66675 h 233362"/>
                <a:gd name="connsiteX76" fmla="*/ 128588 w 185737"/>
                <a:gd name="connsiteY76" fmla="*/ 66675 h 233362"/>
                <a:gd name="connsiteX77" fmla="*/ 128588 w 185737"/>
                <a:gd name="connsiteY77" fmla="*/ 59531 h 233362"/>
                <a:gd name="connsiteX78" fmla="*/ 126206 w 185737"/>
                <a:gd name="connsiteY78" fmla="*/ 57150 h 233362"/>
                <a:gd name="connsiteX79" fmla="*/ 59531 w 185737"/>
                <a:gd name="connsiteY79" fmla="*/ 57150 h 233362"/>
                <a:gd name="connsiteX80" fmla="*/ 57150 w 185737"/>
                <a:gd name="connsiteY80" fmla="*/ 59531 h 233362"/>
                <a:gd name="connsiteX81" fmla="*/ 57150 w 185737"/>
                <a:gd name="connsiteY81" fmla="*/ 66675 h 233362"/>
                <a:gd name="connsiteX82" fmla="*/ 52388 w 185737"/>
                <a:gd name="connsiteY82" fmla="*/ 66675 h 233362"/>
                <a:gd name="connsiteX83" fmla="*/ 52388 w 185737"/>
                <a:gd name="connsiteY83" fmla="*/ 41662 h 233362"/>
                <a:gd name="connsiteX84" fmla="*/ 79762 w 185737"/>
                <a:gd name="connsiteY84" fmla="*/ 14288 h 233362"/>
                <a:gd name="connsiteX85" fmla="*/ 104775 w 185737"/>
                <a:gd name="connsiteY85" fmla="*/ 14288 h 233362"/>
                <a:gd name="connsiteX86" fmla="*/ 104775 w 185737"/>
                <a:gd name="connsiteY86" fmla="*/ 50006 h 233362"/>
                <a:gd name="connsiteX87" fmla="*/ 107156 w 185737"/>
                <a:gd name="connsiteY87" fmla="*/ 52388 h 233362"/>
                <a:gd name="connsiteX88" fmla="*/ 173831 w 185737"/>
                <a:gd name="connsiteY88" fmla="*/ 52388 h 233362"/>
                <a:gd name="connsiteX89" fmla="*/ 176213 w 185737"/>
                <a:gd name="connsiteY89" fmla="*/ 50006 h 233362"/>
                <a:gd name="connsiteX90" fmla="*/ 176213 w 185737"/>
                <a:gd name="connsiteY90" fmla="*/ 14288 h 233362"/>
                <a:gd name="connsiteX91" fmla="*/ 180975 w 185737"/>
                <a:gd name="connsiteY91" fmla="*/ 14288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85737" h="233362">
                  <a:moveTo>
                    <a:pt x="183356" y="9525"/>
                  </a:moveTo>
                  <a:lnTo>
                    <a:pt x="176213" y="9525"/>
                  </a:lnTo>
                  <a:lnTo>
                    <a:pt x="176213" y="2381"/>
                  </a:lnTo>
                  <a:cubicBezTo>
                    <a:pt x="176213" y="1066"/>
                    <a:pt x="175146" y="0"/>
                    <a:pt x="173831" y="0"/>
                  </a:cubicBezTo>
                  <a:lnTo>
                    <a:pt x="107156" y="0"/>
                  </a:lnTo>
                  <a:cubicBezTo>
                    <a:pt x="105841" y="0"/>
                    <a:pt x="104775" y="1066"/>
                    <a:pt x="104775" y="2381"/>
                  </a:cubicBezTo>
                  <a:lnTo>
                    <a:pt x="104775" y="9525"/>
                  </a:lnTo>
                  <a:lnTo>
                    <a:pt x="78772" y="9525"/>
                  </a:lnTo>
                  <a:cubicBezTo>
                    <a:pt x="78140" y="9525"/>
                    <a:pt x="77534" y="9775"/>
                    <a:pt x="77086" y="10220"/>
                  </a:cubicBezTo>
                  <a:lnTo>
                    <a:pt x="48320" y="38986"/>
                  </a:lnTo>
                  <a:cubicBezTo>
                    <a:pt x="47875" y="39434"/>
                    <a:pt x="47625" y="40040"/>
                    <a:pt x="47625" y="40672"/>
                  </a:cubicBezTo>
                  <a:lnTo>
                    <a:pt x="47625" y="66675"/>
                  </a:lnTo>
                  <a:lnTo>
                    <a:pt x="31147" y="66675"/>
                  </a:lnTo>
                  <a:cubicBezTo>
                    <a:pt x="30515" y="66675"/>
                    <a:pt x="29909" y="66925"/>
                    <a:pt x="29461" y="67370"/>
                  </a:cubicBezTo>
                  <a:lnTo>
                    <a:pt x="695" y="96136"/>
                  </a:lnTo>
                  <a:cubicBezTo>
                    <a:pt x="250" y="96584"/>
                    <a:pt x="0" y="97190"/>
                    <a:pt x="0" y="97822"/>
                  </a:cubicBezTo>
                  <a:lnTo>
                    <a:pt x="0" y="230981"/>
                  </a:lnTo>
                  <a:cubicBezTo>
                    <a:pt x="0" y="232296"/>
                    <a:pt x="1066" y="233363"/>
                    <a:pt x="2381" y="233363"/>
                  </a:cubicBezTo>
                  <a:lnTo>
                    <a:pt x="135731" y="233363"/>
                  </a:lnTo>
                  <a:cubicBezTo>
                    <a:pt x="137046" y="233363"/>
                    <a:pt x="138113" y="232296"/>
                    <a:pt x="138113" y="230981"/>
                  </a:cubicBezTo>
                  <a:lnTo>
                    <a:pt x="138113" y="176213"/>
                  </a:lnTo>
                  <a:lnTo>
                    <a:pt x="183356" y="176213"/>
                  </a:lnTo>
                  <a:cubicBezTo>
                    <a:pt x="184671" y="176213"/>
                    <a:pt x="185738" y="175146"/>
                    <a:pt x="185738" y="173831"/>
                  </a:cubicBezTo>
                  <a:lnTo>
                    <a:pt x="185738" y="11906"/>
                  </a:lnTo>
                  <a:cubicBezTo>
                    <a:pt x="185738" y="10591"/>
                    <a:pt x="184671" y="9525"/>
                    <a:pt x="183356" y="9525"/>
                  </a:cubicBezTo>
                  <a:close/>
                  <a:moveTo>
                    <a:pt x="109538" y="4763"/>
                  </a:moveTo>
                  <a:lnTo>
                    <a:pt x="171450" y="4763"/>
                  </a:lnTo>
                  <a:lnTo>
                    <a:pt x="171450" y="47625"/>
                  </a:lnTo>
                  <a:lnTo>
                    <a:pt x="109538" y="47625"/>
                  </a:lnTo>
                  <a:lnTo>
                    <a:pt x="109538" y="4763"/>
                  </a:lnTo>
                  <a:close/>
                  <a:moveTo>
                    <a:pt x="133350" y="228600"/>
                  </a:moveTo>
                  <a:lnTo>
                    <a:pt x="4763" y="228600"/>
                  </a:lnTo>
                  <a:lnTo>
                    <a:pt x="4763" y="98812"/>
                  </a:lnTo>
                  <a:lnTo>
                    <a:pt x="32137" y="71438"/>
                  </a:lnTo>
                  <a:lnTo>
                    <a:pt x="57150" y="71438"/>
                  </a:lnTo>
                  <a:lnTo>
                    <a:pt x="57150" y="107156"/>
                  </a:lnTo>
                  <a:cubicBezTo>
                    <a:pt x="57150" y="108471"/>
                    <a:pt x="58216" y="109538"/>
                    <a:pt x="59531" y="109538"/>
                  </a:cubicBezTo>
                  <a:lnTo>
                    <a:pt x="126206" y="109538"/>
                  </a:lnTo>
                  <a:cubicBezTo>
                    <a:pt x="127521" y="109538"/>
                    <a:pt x="128588" y="108471"/>
                    <a:pt x="128588" y="107156"/>
                  </a:cubicBezTo>
                  <a:lnTo>
                    <a:pt x="128588" y="71438"/>
                  </a:lnTo>
                  <a:lnTo>
                    <a:pt x="133350" y="71438"/>
                  </a:lnTo>
                  <a:lnTo>
                    <a:pt x="133350" y="228600"/>
                  </a:lnTo>
                  <a:close/>
                  <a:moveTo>
                    <a:pt x="123825" y="69056"/>
                  </a:moveTo>
                  <a:lnTo>
                    <a:pt x="123825" y="104775"/>
                  </a:lnTo>
                  <a:lnTo>
                    <a:pt x="61913" y="104775"/>
                  </a:lnTo>
                  <a:lnTo>
                    <a:pt x="61913" y="61913"/>
                  </a:lnTo>
                  <a:lnTo>
                    <a:pt x="123825" y="61913"/>
                  </a:lnTo>
                  <a:close/>
                  <a:moveTo>
                    <a:pt x="138113" y="152400"/>
                  </a:moveTo>
                  <a:lnTo>
                    <a:pt x="165411" y="152400"/>
                  </a:lnTo>
                  <a:cubicBezTo>
                    <a:pt x="166726" y="152400"/>
                    <a:pt x="167792" y="151334"/>
                    <a:pt x="167792" y="150019"/>
                  </a:cubicBezTo>
                  <a:cubicBezTo>
                    <a:pt x="167792" y="148704"/>
                    <a:pt x="166726" y="147638"/>
                    <a:pt x="165411" y="147638"/>
                  </a:cubicBezTo>
                  <a:lnTo>
                    <a:pt x="138113" y="147638"/>
                  </a:lnTo>
                  <a:lnTo>
                    <a:pt x="138113" y="137265"/>
                  </a:lnTo>
                  <a:lnTo>
                    <a:pt x="165411" y="137265"/>
                  </a:lnTo>
                  <a:cubicBezTo>
                    <a:pt x="166726" y="137265"/>
                    <a:pt x="167792" y="136199"/>
                    <a:pt x="167792" y="134884"/>
                  </a:cubicBezTo>
                  <a:cubicBezTo>
                    <a:pt x="167792" y="133568"/>
                    <a:pt x="166726" y="132502"/>
                    <a:pt x="165411" y="132502"/>
                  </a:cubicBezTo>
                  <a:lnTo>
                    <a:pt x="138113" y="132502"/>
                  </a:lnTo>
                  <a:lnTo>
                    <a:pt x="138113" y="122120"/>
                  </a:lnTo>
                  <a:lnTo>
                    <a:pt x="165411" y="122120"/>
                  </a:lnTo>
                  <a:cubicBezTo>
                    <a:pt x="166726" y="122120"/>
                    <a:pt x="167792" y="121054"/>
                    <a:pt x="167792" y="119739"/>
                  </a:cubicBezTo>
                  <a:cubicBezTo>
                    <a:pt x="167792" y="118424"/>
                    <a:pt x="166726" y="117358"/>
                    <a:pt x="165411" y="117358"/>
                  </a:cubicBezTo>
                  <a:lnTo>
                    <a:pt x="138113" y="117358"/>
                  </a:lnTo>
                  <a:lnTo>
                    <a:pt x="138113" y="109538"/>
                  </a:lnTo>
                  <a:lnTo>
                    <a:pt x="171450" y="109538"/>
                  </a:lnTo>
                  <a:lnTo>
                    <a:pt x="171450" y="161925"/>
                  </a:lnTo>
                  <a:lnTo>
                    <a:pt x="138113" y="161925"/>
                  </a:lnTo>
                  <a:close/>
                  <a:moveTo>
                    <a:pt x="180975" y="171450"/>
                  </a:moveTo>
                  <a:lnTo>
                    <a:pt x="138113" y="171450"/>
                  </a:lnTo>
                  <a:lnTo>
                    <a:pt x="138113" y="166688"/>
                  </a:lnTo>
                  <a:lnTo>
                    <a:pt x="173831" y="166688"/>
                  </a:lnTo>
                  <a:cubicBezTo>
                    <a:pt x="175146" y="166688"/>
                    <a:pt x="176213" y="165621"/>
                    <a:pt x="176213" y="164306"/>
                  </a:cubicBezTo>
                  <a:lnTo>
                    <a:pt x="176213" y="107156"/>
                  </a:lnTo>
                  <a:cubicBezTo>
                    <a:pt x="176213" y="105841"/>
                    <a:pt x="175146" y="104775"/>
                    <a:pt x="173831" y="104775"/>
                  </a:cubicBezTo>
                  <a:lnTo>
                    <a:pt x="138113" y="104775"/>
                  </a:lnTo>
                  <a:lnTo>
                    <a:pt x="138113" y="69056"/>
                  </a:lnTo>
                  <a:cubicBezTo>
                    <a:pt x="138113" y="67741"/>
                    <a:pt x="137046" y="66675"/>
                    <a:pt x="135731" y="66675"/>
                  </a:cubicBezTo>
                  <a:lnTo>
                    <a:pt x="128588" y="66675"/>
                  </a:lnTo>
                  <a:lnTo>
                    <a:pt x="128588" y="59531"/>
                  </a:lnTo>
                  <a:cubicBezTo>
                    <a:pt x="128588" y="58216"/>
                    <a:pt x="127521" y="57150"/>
                    <a:pt x="126206" y="57150"/>
                  </a:cubicBezTo>
                  <a:lnTo>
                    <a:pt x="59531" y="57150"/>
                  </a:lnTo>
                  <a:cubicBezTo>
                    <a:pt x="58216" y="57150"/>
                    <a:pt x="57150" y="58216"/>
                    <a:pt x="57150" y="59531"/>
                  </a:cubicBezTo>
                  <a:lnTo>
                    <a:pt x="57150" y="66675"/>
                  </a:lnTo>
                  <a:lnTo>
                    <a:pt x="52388" y="66675"/>
                  </a:lnTo>
                  <a:lnTo>
                    <a:pt x="52388" y="41662"/>
                  </a:lnTo>
                  <a:lnTo>
                    <a:pt x="79762" y="14288"/>
                  </a:lnTo>
                  <a:lnTo>
                    <a:pt x="104775" y="14288"/>
                  </a:lnTo>
                  <a:lnTo>
                    <a:pt x="104775" y="50006"/>
                  </a:lnTo>
                  <a:cubicBezTo>
                    <a:pt x="104775" y="51321"/>
                    <a:pt x="105841" y="52388"/>
                    <a:pt x="107156" y="52388"/>
                  </a:cubicBezTo>
                  <a:lnTo>
                    <a:pt x="173831" y="52388"/>
                  </a:lnTo>
                  <a:cubicBezTo>
                    <a:pt x="175146" y="52388"/>
                    <a:pt x="176213" y="51321"/>
                    <a:pt x="176213" y="50006"/>
                  </a:cubicBezTo>
                  <a:lnTo>
                    <a:pt x="176213" y="14288"/>
                  </a:lnTo>
                  <a:lnTo>
                    <a:pt x="180975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450" name="Rectangle 449">
            <a:extLst>
              <a:ext uri="{FF2B5EF4-FFF2-40B4-BE49-F238E27FC236}">
                <a16:creationId xmlns:a16="http://schemas.microsoft.com/office/drawing/2014/main" id="{23A9A99C-9C82-4E45-64B3-EF5541B3F1A9}"/>
              </a:ext>
            </a:extLst>
          </p:cNvPr>
          <p:cNvSpPr>
            <a:spLocks/>
          </p:cNvSpPr>
          <p:nvPr/>
        </p:nvSpPr>
        <p:spPr>
          <a:xfrm>
            <a:off x="4468056" y="2359754"/>
            <a:ext cx="702195" cy="12311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Files</a:t>
            </a:r>
          </a:p>
        </p:txBody>
      </p:sp>
    </p:spTree>
    <p:extLst>
      <p:ext uri="{BB962C8B-B14F-4D97-AF65-F5344CB8AC3E}">
        <p14:creationId xmlns:p14="http://schemas.microsoft.com/office/powerpoint/2010/main" val="277064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5" grpId="0"/>
      <p:bldP spid="47" grpId="0"/>
      <p:bldP spid="4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DEF5A-58DB-CC3D-AE8D-1E0F8B0F2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" name="Table 30">
            <a:extLst>
              <a:ext uri="{FF2B5EF4-FFF2-40B4-BE49-F238E27FC236}">
                <a16:creationId xmlns:a16="http://schemas.microsoft.com/office/drawing/2014/main" id="{6D1B8BF0-3695-D73E-8854-E117B81CC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632459"/>
              </p:ext>
            </p:extLst>
          </p:nvPr>
        </p:nvGraphicFramePr>
        <p:xfrm>
          <a:off x="1461858" y="1275891"/>
          <a:ext cx="3910390" cy="5202089"/>
        </p:xfrm>
        <a:graphic>
          <a:graphicData uri="http://schemas.openxmlformats.org/drawingml/2006/table">
            <a:tbl>
              <a:tblPr firstRow="1" bandRow="1"/>
              <a:tblGrid>
                <a:gridCol w="3910390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52020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 dirty="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graphicFrame>
        <p:nvGraphicFramePr>
          <p:cNvPr id="19" name="Table 30">
            <a:extLst>
              <a:ext uri="{FF2B5EF4-FFF2-40B4-BE49-F238E27FC236}">
                <a16:creationId xmlns:a16="http://schemas.microsoft.com/office/drawing/2014/main" id="{7F752A35-625E-2CB9-A70C-98D08F0AF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506"/>
              </p:ext>
            </p:extLst>
          </p:nvPr>
        </p:nvGraphicFramePr>
        <p:xfrm>
          <a:off x="1681509" y="4299044"/>
          <a:ext cx="3536388" cy="1960132"/>
        </p:xfrm>
        <a:graphic>
          <a:graphicData uri="http://schemas.openxmlformats.org/drawingml/2006/table">
            <a:tbl>
              <a:tblPr firstRow="1" bandRow="1"/>
              <a:tblGrid>
                <a:gridCol w="3536388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1994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Protected Data Layer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845955"/>
                  </a:ext>
                </a:extLst>
              </a:tr>
              <a:tr h="17315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 dirty="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pic>
        <p:nvPicPr>
          <p:cNvPr id="1026" name="Picture 2" descr="Dell EMC PowerStore | Volta">
            <a:extLst>
              <a:ext uri="{FF2B5EF4-FFF2-40B4-BE49-F238E27FC236}">
                <a16:creationId xmlns:a16="http://schemas.microsoft.com/office/drawing/2014/main" id="{AA558E10-74F5-7CA5-6BF0-354D00DB2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196" y="2447318"/>
            <a:ext cx="2124880" cy="79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054C67-2E87-435B-9FAB-DCE8BE029AF7}"/>
              </a:ext>
            </a:extLst>
          </p:cNvPr>
          <p:cNvCxnSpPr>
            <a:cxnSpLocks/>
          </p:cNvCxnSpPr>
          <p:nvPr/>
        </p:nvCxnSpPr>
        <p:spPr>
          <a:xfrm>
            <a:off x="3346617" y="4458400"/>
            <a:ext cx="17963" cy="604272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7" name="Table 206">
            <a:extLst>
              <a:ext uri="{FF2B5EF4-FFF2-40B4-BE49-F238E27FC236}">
                <a16:creationId xmlns:a16="http://schemas.microsoft.com/office/drawing/2014/main" id="{56D3AA85-54B9-8FA9-C125-D2604053C92D}"/>
              </a:ext>
            </a:extLst>
          </p:cNvPr>
          <p:cNvGraphicFramePr>
            <a:graphicFrameLocks noGrp="1"/>
          </p:cNvGraphicFramePr>
          <p:nvPr/>
        </p:nvGraphicFramePr>
        <p:xfrm>
          <a:off x="1628478" y="1359991"/>
          <a:ext cx="3589419" cy="1734460"/>
        </p:xfrm>
        <a:graphic>
          <a:graphicData uri="http://schemas.openxmlformats.org/drawingml/2006/table">
            <a:tbl>
              <a:tblPr firstRow="1" bandRow="1"/>
              <a:tblGrid>
                <a:gridCol w="3589419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</a:tblGrid>
              <a:tr h="2724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9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Clients &amp; Protected Storage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530383"/>
                  </a:ext>
                </a:extLst>
              </a:tr>
              <a:tr h="1462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Work Sans" pitchFamily="2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E3BE5D-AE87-926D-ADEF-7682BBDF05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03577" y="6257617"/>
            <a:ext cx="684344" cy="365125"/>
          </a:xfrm>
        </p:spPr>
        <p:txBody>
          <a:bodyPr/>
          <a:lstStyle/>
          <a:p>
            <a:pPr marL="0" marR="0" lvl="0" indent="0" algn="r" defTabSz="10884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4FC826-72BB-4AF1-BA01-A94F7396A7D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108842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B72D158-23AA-E8BD-66A1-13A1F3527996}"/>
              </a:ext>
            </a:extLst>
          </p:cNvPr>
          <p:cNvSpPr txBox="1"/>
          <p:nvPr/>
        </p:nvSpPr>
        <p:spPr>
          <a:xfrm>
            <a:off x="1394765" y="1007839"/>
            <a:ext cx="2437182" cy="253916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/>
                <a:sym typeface="Arial"/>
              </a:rPr>
              <a:t>Primary DC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1AC96E54-119B-3A5D-A269-1172D5086AD0}"/>
              </a:ext>
            </a:extLst>
          </p:cNvPr>
          <p:cNvSpPr txBox="1"/>
          <p:nvPr/>
        </p:nvSpPr>
        <p:spPr>
          <a:xfrm>
            <a:off x="85367" y="299393"/>
            <a:ext cx="800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Future State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86288D-0123-CBF2-5E89-FF5A65B81DC3}"/>
              </a:ext>
            </a:extLst>
          </p:cNvPr>
          <p:cNvSpPr txBox="1"/>
          <p:nvPr/>
        </p:nvSpPr>
        <p:spPr>
          <a:xfrm>
            <a:off x="1818197" y="3066733"/>
            <a:ext cx="34271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110 VMs | 30TB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29CA5F5-2A8A-144D-555C-F4B6F0D0EF94}"/>
              </a:ext>
            </a:extLst>
          </p:cNvPr>
          <p:cNvCxnSpPr>
            <a:cxnSpLocks/>
          </p:cNvCxnSpPr>
          <p:nvPr/>
        </p:nvCxnSpPr>
        <p:spPr>
          <a:xfrm>
            <a:off x="4871873" y="5210179"/>
            <a:ext cx="4823017" cy="19783"/>
          </a:xfrm>
          <a:prstGeom prst="straightConnector1">
            <a:avLst/>
          </a:prstGeom>
          <a:ln w="22225">
            <a:solidFill>
              <a:srgbClr val="5C5F6B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D4E9E7FD-7AAB-95DF-4270-F1D55CF5662D}"/>
              </a:ext>
            </a:extLst>
          </p:cNvPr>
          <p:cNvSpPr/>
          <p:nvPr/>
        </p:nvSpPr>
        <p:spPr>
          <a:xfrm>
            <a:off x="9108188" y="5090899"/>
            <a:ext cx="341066" cy="341066"/>
          </a:xfrm>
          <a:prstGeom prst="ellipse">
            <a:avLst/>
          </a:prstGeom>
          <a:solidFill>
            <a:srgbClr val="5C5F6B"/>
          </a:solidFill>
          <a:ln w="12700" cap="flat" cmpd="sng" algn="ctr">
            <a:solidFill>
              <a:srgbClr val="83489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DE210CB-5FD3-86D0-F992-571FD4919D7A}"/>
              </a:ext>
            </a:extLst>
          </p:cNvPr>
          <p:cNvSpPr/>
          <p:nvPr/>
        </p:nvSpPr>
        <p:spPr>
          <a:xfrm>
            <a:off x="4505561" y="5070769"/>
            <a:ext cx="341066" cy="341066"/>
          </a:xfrm>
          <a:prstGeom prst="ellipse">
            <a:avLst/>
          </a:prstGeom>
          <a:solidFill>
            <a:srgbClr val="5C5F6B"/>
          </a:solidFill>
          <a:ln w="12700" cap="flat" cmpd="sng" algn="ctr">
            <a:solidFill>
              <a:srgbClr val="83489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061283F-6B07-2B0D-F0DE-A0A3B6FC20A8}"/>
              </a:ext>
            </a:extLst>
          </p:cNvPr>
          <p:cNvGrpSpPr/>
          <p:nvPr/>
        </p:nvGrpSpPr>
        <p:grpSpPr>
          <a:xfrm>
            <a:off x="2427097" y="1600221"/>
            <a:ext cx="702195" cy="427590"/>
            <a:chOff x="809967" y="4292795"/>
            <a:chExt cx="702195" cy="42759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359CC4F-B16B-8D31-651C-D95A181172CC}"/>
                </a:ext>
              </a:extLst>
            </p:cNvPr>
            <p:cNvSpPr>
              <a:spLocks/>
            </p:cNvSpPr>
            <p:nvPr/>
          </p:nvSpPr>
          <p:spPr>
            <a:xfrm>
              <a:off x="809967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Devices</a:t>
              </a:r>
            </a:p>
          </p:txBody>
        </p:sp>
        <p:sp>
          <p:nvSpPr>
            <p:cNvPr id="10" name="Freeform: Shape 210">
              <a:extLst>
                <a:ext uri="{FF2B5EF4-FFF2-40B4-BE49-F238E27FC236}">
                  <a16:creationId xmlns:a16="http://schemas.microsoft.com/office/drawing/2014/main" id="{1B1C59D2-8FC4-6E61-E9E3-6B636536EB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4881" y="4438701"/>
              <a:ext cx="312368" cy="281684"/>
            </a:xfrm>
            <a:custGeom>
              <a:avLst/>
              <a:gdLst>
                <a:gd name="connsiteX0" fmla="*/ 717948 w 756461"/>
                <a:gd name="connsiteY0" fmla="*/ 0 h 682154"/>
                <a:gd name="connsiteX1" fmla="*/ 119845 w 756461"/>
                <a:gd name="connsiteY1" fmla="*/ 0 h 682154"/>
                <a:gd name="connsiteX2" fmla="*/ 81372 w 756461"/>
                <a:gd name="connsiteY2" fmla="*/ 38472 h 682154"/>
                <a:gd name="connsiteX3" fmla="*/ 81372 w 756461"/>
                <a:gd name="connsiteY3" fmla="*/ 295943 h 682154"/>
                <a:gd name="connsiteX4" fmla="*/ 23590 w 756461"/>
                <a:gd name="connsiteY4" fmla="*/ 295943 h 682154"/>
                <a:gd name="connsiteX5" fmla="*/ 0 w 756461"/>
                <a:gd name="connsiteY5" fmla="*/ 320499 h 682154"/>
                <a:gd name="connsiteX6" fmla="*/ 0 w 756461"/>
                <a:gd name="connsiteY6" fmla="*/ 657598 h 682154"/>
                <a:gd name="connsiteX7" fmla="*/ 23590 w 756461"/>
                <a:gd name="connsiteY7" fmla="*/ 682155 h 682154"/>
                <a:gd name="connsiteX8" fmla="*/ 194821 w 756461"/>
                <a:gd name="connsiteY8" fmla="*/ 682155 h 682154"/>
                <a:gd name="connsiteX9" fmla="*/ 218410 w 756461"/>
                <a:gd name="connsiteY9" fmla="*/ 657598 h 682154"/>
                <a:gd name="connsiteX10" fmla="*/ 218410 w 756461"/>
                <a:gd name="connsiteY10" fmla="*/ 475471 h 682154"/>
                <a:gd name="connsiteX11" fmla="*/ 385355 w 756461"/>
                <a:gd name="connsiteY11" fmla="*/ 475471 h 682154"/>
                <a:gd name="connsiteX12" fmla="*/ 385355 w 756461"/>
                <a:gd name="connsiteY12" fmla="*/ 540471 h 682154"/>
                <a:gd name="connsiteX13" fmla="*/ 377541 w 756461"/>
                <a:gd name="connsiteY13" fmla="*/ 540471 h 682154"/>
                <a:gd name="connsiteX14" fmla="*/ 277643 w 756461"/>
                <a:gd name="connsiteY14" fmla="*/ 564061 h 682154"/>
                <a:gd name="connsiteX15" fmla="*/ 233776 w 756461"/>
                <a:gd name="connsiteY15" fmla="*/ 625043 h 682154"/>
                <a:gd name="connsiteX16" fmla="*/ 241329 w 756461"/>
                <a:gd name="connsiteY16" fmla="*/ 632596 h 682154"/>
                <a:gd name="connsiteX17" fmla="*/ 596468 w 756461"/>
                <a:gd name="connsiteY17" fmla="*/ 632596 h 682154"/>
                <a:gd name="connsiteX18" fmla="*/ 604022 w 756461"/>
                <a:gd name="connsiteY18" fmla="*/ 625043 h 682154"/>
                <a:gd name="connsiteX19" fmla="*/ 560154 w 756461"/>
                <a:gd name="connsiteY19" fmla="*/ 564061 h 682154"/>
                <a:gd name="connsiteX20" fmla="*/ 460256 w 756461"/>
                <a:gd name="connsiteY20" fmla="*/ 540471 h 682154"/>
                <a:gd name="connsiteX21" fmla="*/ 452442 w 756461"/>
                <a:gd name="connsiteY21" fmla="*/ 540471 h 682154"/>
                <a:gd name="connsiteX22" fmla="*/ 452442 w 756461"/>
                <a:gd name="connsiteY22" fmla="*/ 475471 h 682154"/>
                <a:gd name="connsiteX23" fmla="*/ 717952 w 756461"/>
                <a:gd name="connsiteY23" fmla="*/ 475471 h 682154"/>
                <a:gd name="connsiteX24" fmla="*/ 756424 w 756461"/>
                <a:gd name="connsiteY24" fmla="*/ 436998 h 682154"/>
                <a:gd name="connsiteX25" fmla="*/ 756461 w 756461"/>
                <a:gd name="connsiteY25" fmla="*/ 38472 h 682154"/>
                <a:gd name="connsiteX26" fmla="*/ 717989 w 756461"/>
                <a:gd name="connsiteY26" fmla="*/ 0 h 682154"/>
                <a:gd name="connsiteX27" fmla="*/ 23594 w 756461"/>
                <a:gd name="connsiteY27" fmla="*/ 311087 h 682154"/>
                <a:gd name="connsiteX28" fmla="*/ 194825 w 756461"/>
                <a:gd name="connsiteY28" fmla="*/ 311087 h 682154"/>
                <a:gd name="connsiteX29" fmla="*/ 203308 w 756461"/>
                <a:gd name="connsiteY29" fmla="*/ 320500 h 682154"/>
                <a:gd name="connsiteX30" fmla="*/ 203308 w 756461"/>
                <a:gd name="connsiteY30" fmla="*/ 346434 h 682154"/>
                <a:gd name="connsiteX31" fmla="*/ 15114 w 756461"/>
                <a:gd name="connsiteY31" fmla="*/ 346471 h 682154"/>
                <a:gd name="connsiteX32" fmla="*/ 15114 w 756461"/>
                <a:gd name="connsiteY32" fmla="*/ 320537 h 682154"/>
                <a:gd name="connsiteX33" fmla="*/ 23597 w 756461"/>
                <a:gd name="connsiteY33" fmla="*/ 311124 h 682154"/>
                <a:gd name="connsiteX34" fmla="*/ 15111 w 756461"/>
                <a:gd name="connsiteY34" fmla="*/ 361577 h 682154"/>
                <a:gd name="connsiteX35" fmla="*/ 203268 w 756461"/>
                <a:gd name="connsiteY35" fmla="*/ 361577 h 682154"/>
                <a:gd name="connsiteX36" fmla="*/ 203268 w 756461"/>
                <a:gd name="connsiteY36" fmla="*/ 606102 h 682154"/>
                <a:gd name="connsiteX37" fmla="*/ 15111 w 756461"/>
                <a:gd name="connsiteY37" fmla="*/ 606102 h 682154"/>
                <a:gd name="connsiteX38" fmla="*/ 218413 w 756461"/>
                <a:gd name="connsiteY38" fmla="*/ 354024 h 682154"/>
                <a:gd name="connsiteX39" fmla="*/ 218413 w 756461"/>
                <a:gd name="connsiteY39" fmla="*/ 320538 h 682154"/>
                <a:gd name="connsiteX40" fmla="*/ 194823 w 756461"/>
                <a:gd name="connsiteY40" fmla="*/ 295981 h 682154"/>
                <a:gd name="connsiteX41" fmla="*/ 141580 w 756461"/>
                <a:gd name="connsiteY41" fmla="*/ 295981 h 682154"/>
                <a:gd name="connsiteX42" fmla="*/ 141580 w 756461"/>
                <a:gd name="connsiteY42" fmla="*/ 65857 h 682154"/>
                <a:gd name="connsiteX43" fmla="*/ 696335 w 756461"/>
                <a:gd name="connsiteY43" fmla="*/ 65857 h 682154"/>
                <a:gd name="connsiteX44" fmla="*/ 696335 w 756461"/>
                <a:gd name="connsiteY44" fmla="*/ 387069 h 682154"/>
                <a:gd name="connsiteX45" fmla="*/ 218447 w 756461"/>
                <a:gd name="connsiteY45" fmla="*/ 387069 h 682154"/>
                <a:gd name="connsiteX46" fmla="*/ 218447 w 756461"/>
                <a:gd name="connsiteY46" fmla="*/ 354066 h 682154"/>
                <a:gd name="connsiteX47" fmla="*/ 194823 w 756461"/>
                <a:gd name="connsiteY47" fmla="*/ 667044 h 682154"/>
                <a:gd name="connsiteX48" fmla="*/ 23592 w 756461"/>
                <a:gd name="connsiteY48" fmla="*/ 667044 h 682154"/>
                <a:gd name="connsiteX49" fmla="*/ 15109 w 756461"/>
                <a:gd name="connsiteY49" fmla="*/ 657630 h 682154"/>
                <a:gd name="connsiteX50" fmla="*/ 15109 w 756461"/>
                <a:gd name="connsiteY50" fmla="*/ 621242 h 682154"/>
                <a:gd name="connsiteX51" fmla="*/ 203266 w 756461"/>
                <a:gd name="connsiteY51" fmla="*/ 621242 h 682154"/>
                <a:gd name="connsiteX52" fmla="*/ 203266 w 756461"/>
                <a:gd name="connsiteY52" fmla="*/ 657630 h 682154"/>
                <a:gd name="connsiteX53" fmla="*/ 194783 w 756461"/>
                <a:gd name="connsiteY53" fmla="*/ 667044 h 682154"/>
                <a:gd name="connsiteX54" fmla="*/ 588101 w 756461"/>
                <a:gd name="connsiteY54" fmla="*/ 617484 h 682154"/>
                <a:gd name="connsiteX55" fmla="*/ 249773 w 756461"/>
                <a:gd name="connsiteY55" fmla="*/ 617484 h 682154"/>
                <a:gd name="connsiteX56" fmla="*/ 377541 w 756461"/>
                <a:gd name="connsiteY56" fmla="*/ 555609 h 682154"/>
                <a:gd name="connsiteX57" fmla="*/ 460290 w 756461"/>
                <a:gd name="connsiteY57" fmla="*/ 555609 h 682154"/>
                <a:gd name="connsiteX58" fmla="*/ 588058 w 756461"/>
                <a:gd name="connsiteY58" fmla="*/ 617484 h 682154"/>
                <a:gd name="connsiteX59" fmla="*/ 437377 w 756461"/>
                <a:gd name="connsiteY59" fmla="*/ 540503 h 682154"/>
                <a:gd name="connsiteX60" fmla="*/ 400505 w 756461"/>
                <a:gd name="connsiteY60" fmla="*/ 540503 h 682154"/>
                <a:gd name="connsiteX61" fmla="*/ 400505 w 756461"/>
                <a:gd name="connsiteY61" fmla="*/ 475503 h 682154"/>
                <a:gd name="connsiteX62" fmla="*/ 437377 w 756461"/>
                <a:gd name="connsiteY62" fmla="*/ 475503 h 682154"/>
                <a:gd name="connsiteX63" fmla="*/ 741358 w 756461"/>
                <a:gd name="connsiteY63" fmla="*/ 437033 h 682154"/>
                <a:gd name="connsiteX64" fmla="*/ 717992 w 756461"/>
                <a:gd name="connsiteY64" fmla="*/ 460399 h 682154"/>
                <a:gd name="connsiteX65" fmla="*/ 218454 w 756461"/>
                <a:gd name="connsiteY65" fmla="*/ 460399 h 682154"/>
                <a:gd name="connsiteX66" fmla="*/ 218454 w 756461"/>
                <a:gd name="connsiteY66" fmla="*/ 402207 h 682154"/>
                <a:gd name="connsiteX67" fmla="*/ 703934 w 756461"/>
                <a:gd name="connsiteY67" fmla="*/ 402207 h 682154"/>
                <a:gd name="connsiteX68" fmla="*/ 711487 w 756461"/>
                <a:gd name="connsiteY68" fmla="*/ 394654 h 682154"/>
                <a:gd name="connsiteX69" fmla="*/ 711449 w 756461"/>
                <a:gd name="connsiteY69" fmla="*/ 58269 h 682154"/>
                <a:gd name="connsiteX70" fmla="*/ 703896 w 756461"/>
                <a:gd name="connsiteY70" fmla="*/ 50716 h 682154"/>
                <a:gd name="connsiteX71" fmla="*/ 133996 w 756461"/>
                <a:gd name="connsiteY71" fmla="*/ 50679 h 682154"/>
                <a:gd name="connsiteX72" fmla="*/ 126443 w 756461"/>
                <a:gd name="connsiteY72" fmla="*/ 58232 h 682154"/>
                <a:gd name="connsiteX73" fmla="*/ 126443 w 756461"/>
                <a:gd name="connsiteY73" fmla="*/ 295947 h 682154"/>
                <a:gd name="connsiteX74" fmla="*/ 96566 w 756461"/>
                <a:gd name="connsiteY74" fmla="*/ 295947 h 682154"/>
                <a:gd name="connsiteX75" fmla="*/ 96566 w 756461"/>
                <a:gd name="connsiteY75" fmla="*/ 38477 h 682154"/>
                <a:gd name="connsiteX76" fmla="*/ 119932 w 756461"/>
                <a:gd name="connsiteY76" fmla="*/ 15111 h 682154"/>
                <a:gd name="connsiteX77" fmla="*/ 718035 w 756461"/>
                <a:gd name="connsiteY77" fmla="*/ 15111 h 682154"/>
                <a:gd name="connsiteX78" fmla="*/ 741401 w 756461"/>
                <a:gd name="connsiteY78" fmla="*/ 38477 h 682154"/>
                <a:gd name="connsiteX79" fmla="*/ 741401 w 756461"/>
                <a:gd name="connsiteY79" fmla="*/ 437003 h 682154"/>
                <a:gd name="connsiteX80" fmla="*/ 674758 w 756461"/>
                <a:gd name="connsiteY80" fmla="*/ 413742 h 682154"/>
                <a:gd name="connsiteX81" fmla="*/ 658052 w 756461"/>
                <a:gd name="connsiteY81" fmla="*/ 430447 h 682154"/>
                <a:gd name="connsiteX82" fmla="*/ 674758 w 756461"/>
                <a:gd name="connsiteY82" fmla="*/ 447153 h 682154"/>
                <a:gd name="connsiteX83" fmla="*/ 691463 w 756461"/>
                <a:gd name="connsiteY83" fmla="*/ 430447 h 682154"/>
                <a:gd name="connsiteX84" fmla="*/ 674758 w 756461"/>
                <a:gd name="connsiteY84" fmla="*/ 413742 h 682154"/>
                <a:gd name="connsiteX85" fmla="*/ 674758 w 756461"/>
                <a:gd name="connsiteY85" fmla="*/ 435024 h 682154"/>
                <a:gd name="connsiteX86" fmla="*/ 670181 w 756461"/>
                <a:gd name="connsiteY86" fmla="*/ 430448 h 682154"/>
                <a:gd name="connsiteX87" fmla="*/ 674758 w 756461"/>
                <a:gd name="connsiteY87" fmla="*/ 425871 h 682154"/>
                <a:gd name="connsiteX88" fmla="*/ 679334 w 756461"/>
                <a:gd name="connsiteY88" fmla="*/ 430448 h 682154"/>
                <a:gd name="connsiteX89" fmla="*/ 674758 w 756461"/>
                <a:gd name="connsiteY89" fmla="*/ 435024 h 682154"/>
                <a:gd name="connsiteX90" fmla="*/ 108430 w 756461"/>
                <a:gd name="connsiteY90" fmla="*/ 622848 h 682154"/>
                <a:gd name="connsiteX91" fmla="*/ 87854 w 756461"/>
                <a:gd name="connsiteY91" fmla="*/ 644279 h 682154"/>
                <a:gd name="connsiteX92" fmla="*/ 108430 w 756461"/>
                <a:gd name="connsiteY92" fmla="*/ 665710 h 682154"/>
                <a:gd name="connsiteX93" fmla="*/ 129005 w 756461"/>
                <a:gd name="connsiteY93" fmla="*/ 644279 h 682154"/>
                <a:gd name="connsiteX94" fmla="*/ 108430 w 756461"/>
                <a:gd name="connsiteY94" fmla="*/ 622848 h 682154"/>
                <a:gd name="connsiteX95" fmla="*/ 108430 w 756461"/>
                <a:gd name="connsiteY95" fmla="*/ 653581 h 682154"/>
                <a:gd name="connsiteX96" fmla="*/ 99984 w 756461"/>
                <a:gd name="connsiteY96" fmla="*/ 644242 h 682154"/>
                <a:gd name="connsiteX97" fmla="*/ 108430 w 756461"/>
                <a:gd name="connsiteY97" fmla="*/ 634940 h 682154"/>
                <a:gd name="connsiteX98" fmla="*/ 116876 w 756461"/>
                <a:gd name="connsiteY98" fmla="*/ 644242 h 682154"/>
                <a:gd name="connsiteX99" fmla="*/ 108430 w 756461"/>
                <a:gd name="connsiteY99" fmla="*/ 653581 h 682154"/>
                <a:gd name="connsiteX100" fmla="*/ 86663 w 756461"/>
                <a:gd name="connsiteY100" fmla="*/ 328207 h 682154"/>
                <a:gd name="connsiteX101" fmla="*/ 92728 w 756461"/>
                <a:gd name="connsiteY101" fmla="*/ 322142 h 682154"/>
                <a:gd name="connsiteX102" fmla="*/ 125581 w 756461"/>
                <a:gd name="connsiteY102" fmla="*/ 322142 h 682154"/>
                <a:gd name="connsiteX103" fmla="*/ 131646 w 756461"/>
                <a:gd name="connsiteY103" fmla="*/ 328207 h 682154"/>
                <a:gd name="connsiteX104" fmla="*/ 125581 w 756461"/>
                <a:gd name="connsiteY104" fmla="*/ 334272 h 682154"/>
                <a:gd name="connsiteX105" fmla="*/ 92728 w 756461"/>
                <a:gd name="connsiteY105" fmla="*/ 334272 h 682154"/>
                <a:gd name="connsiteX106" fmla="*/ 86663 w 756461"/>
                <a:gd name="connsiteY106" fmla="*/ 328207 h 68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756461" h="682154">
                  <a:moveTo>
                    <a:pt x="717948" y="0"/>
                  </a:moveTo>
                  <a:lnTo>
                    <a:pt x="119845" y="0"/>
                  </a:lnTo>
                  <a:cubicBezTo>
                    <a:pt x="98636" y="0"/>
                    <a:pt x="81372" y="17264"/>
                    <a:pt x="81372" y="38472"/>
                  </a:cubicBezTo>
                  <a:lnTo>
                    <a:pt x="81372" y="295943"/>
                  </a:lnTo>
                  <a:lnTo>
                    <a:pt x="23590" y="295943"/>
                  </a:lnTo>
                  <a:cubicBezTo>
                    <a:pt x="10567" y="295943"/>
                    <a:pt x="0" y="306956"/>
                    <a:pt x="0" y="320499"/>
                  </a:cubicBezTo>
                  <a:lnTo>
                    <a:pt x="0" y="657598"/>
                  </a:lnTo>
                  <a:cubicBezTo>
                    <a:pt x="0" y="671142"/>
                    <a:pt x="10604" y="682155"/>
                    <a:pt x="23590" y="682155"/>
                  </a:cubicBezTo>
                  <a:lnTo>
                    <a:pt x="194821" y="682155"/>
                  </a:lnTo>
                  <a:cubicBezTo>
                    <a:pt x="207843" y="682155"/>
                    <a:pt x="218410" y="671142"/>
                    <a:pt x="218410" y="657598"/>
                  </a:cubicBezTo>
                  <a:lnTo>
                    <a:pt x="218410" y="475471"/>
                  </a:lnTo>
                  <a:lnTo>
                    <a:pt x="385355" y="475471"/>
                  </a:lnTo>
                  <a:lnTo>
                    <a:pt x="385355" y="540471"/>
                  </a:lnTo>
                  <a:lnTo>
                    <a:pt x="377541" y="540471"/>
                  </a:lnTo>
                  <a:cubicBezTo>
                    <a:pt x="340037" y="540471"/>
                    <a:pt x="304541" y="548843"/>
                    <a:pt x="277643" y="564061"/>
                  </a:cubicBezTo>
                  <a:cubicBezTo>
                    <a:pt x="249365" y="580060"/>
                    <a:pt x="233776" y="601714"/>
                    <a:pt x="233776" y="625043"/>
                  </a:cubicBezTo>
                  <a:cubicBezTo>
                    <a:pt x="233776" y="629210"/>
                    <a:pt x="237162" y="632596"/>
                    <a:pt x="241329" y="632596"/>
                  </a:cubicBezTo>
                  <a:lnTo>
                    <a:pt x="596468" y="632596"/>
                  </a:lnTo>
                  <a:cubicBezTo>
                    <a:pt x="600636" y="632596"/>
                    <a:pt x="604022" y="629210"/>
                    <a:pt x="604022" y="625043"/>
                  </a:cubicBezTo>
                  <a:cubicBezTo>
                    <a:pt x="604022" y="601714"/>
                    <a:pt x="588432" y="580059"/>
                    <a:pt x="560154" y="564061"/>
                  </a:cubicBezTo>
                  <a:cubicBezTo>
                    <a:pt x="533254" y="548843"/>
                    <a:pt x="497758" y="540471"/>
                    <a:pt x="460256" y="540471"/>
                  </a:cubicBezTo>
                  <a:lnTo>
                    <a:pt x="452442" y="540471"/>
                  </a:lnTo>
                  <a:lnTo>
                    <a:pt x="452442" y="475471"/>
                  </a:lnTo>
                  <a:lnTo>
                    <a:pt x="717952" y="475471"/>
                  </a:lnTo>
                  <a:cubicBezTo>
                    <a:pt x="739160" y="475471"/>
                    <a:pt x="756424" y="458207"/>
                    <a:pt x="756424" y="436998"/>
                  </a:cubicBezTo>
                  <a:lnTo>
                    <a:pt x="756461" y="38472"/>
                  </a:lnTo>
                  <a:cubicBezTo>
                    <a:pt x="756461" y="17264"/>
                    <a:pt x="739197" y="0"/>
                    <a:pt x="717989" y="0"/>
                  </a:cubicBezTo>
                  <a:close/>
                  <a:moveTo>
                    <a:pt x="23594" y="311087"/>
                  </a:moveTo>
                  <a:lnTo>
                    <a:pt x="194825" y="311087"/>
                  </a:lnTo>
                  <a:cubicBezTo>
                    <a:pt x="199513" y="311087"/>
                    <a:pt x="203308" y="315328"/>
                    <a:pt x="203308" y="320500"/>
                  </a:cubicBezTo>
                  <a:lnTo>
                    <a:pt x="203308" y="346434"/>
                  </a:lnTo>
                  <a:lnTo>
                    <a:pt x="15114" y="346471"/>
                  </a:lnTo>
                  <a:lnTo>
                    <a:pt x="15114" y="320537"/>
                  </a:lnTo>
                  <a:cubicBezTo>
                    <a:pt x="15114" y="315328"/>
                    <a:pt x="18909" y="311124"/>
                    <a:pt x="23597" y="311124"/>
                  </a:cubicBezTo>
                  <a:close/>
                  <a:moveTo>
                    <a:pt x="15111" y="361577"/>
                  </a:moveTo>
                  <a:lnTo>
                    <a:pt x="203268" y="361577"/>
                  </a:lnTo>
                  <a:lnTo>
                    <a:pt x="203268" y="606102"/>
                  </a:lnTo>
                  <a:lnTo>
                    <a:pt x="15111" y="606102"/>
                  </a:lnTo>
                  <a:close/>
                  <a:moveTo>
                    <a:pt x="218413" y="354024"/>
                  </a:moveTo>
                  <a:lnTo>
                    <a:pt x="218413" y="320538"/>
                  </a:lnTo>
                  <a:cubicBezTo>
                    <a:pt x="218413" y="306994"/>
                    <a:pt x="207809" y="295981"/>
                    <a:pt x="194823" y="295981"/>
                  </a:cubicBezTo>
                  <a:lnTo>
                    <a:pt x="141580" y="295981"/>
                  </a:lnTo>
                  <a:lnTo>
                    <a:pt x="141580" y="65857"/>
                  </a:lnTo>
                  <a:lnTo>
                    <a:pt x="696335" y="65857"/>
                  </a:lnTo>
                  <a:lnTo>
                    <a:pt x="696335" y="387069"/>
                  </a:lnTo>
                  <a:lnTo>
                    <a:pt x="218447" y="387069"/>
                  </a:lnTo>
                  <a:lnTo>
                    <a:pt x="218447" y="354066"/>
                  </a:lnTo>
                  <a:close/>
                  <a:moveTo>
                    <a:pt x="194823" y="667044"/>
                  </a:moveTo>
                  <a:lnTo>
                    <a:pt x="23592" y="667044"/>
                  </a:lnTo>
                  <a:cubicBezTo>
                    <a:pt x="18904" y="667044"/>
                    <a:pt x="15109" y="662802"/>
                    <a:pt x="15109" y="657630"/>
                  </a:cubicBezTo>
                  <a:lnTo>
                    <a:pt x="15109" y="621242"/>
                  </a:lnTo>
                  <a:lnTo>
                    <a:pt x="203266" y="621242"/>
                  </a:lnTo>
                  <a:lnTo>
                    <a:pt x="203266" y="657630"/>
                  </a:lnTo>
                  <a:cubicBezTo>
                    <a:pt x="203266" y="662839"/>
                    <a:pt x="199471" y="667044"/>
                    <a:pt x="194783" y="667044"/>
                  </a:cubicBezTo>
                  <a:close/>
                  <a:moveTo>
                    <a:pt x="588101" y="617484"/>
                  </a:moveTo>
                  <a:lnTo>
                    <a:pt x="249773" y="617484"/>
                  </a:lnTo>
                  <a:cubicBezTo>
                    <a:pt x="257028" y="583253"/>
                    <a:pt x="312579" y="555609"/>
                    <a:pt x="377541" y="555609"/>
                  </a:cubicBezTo>
                  <a:lnTo>
                    <a:pt x="460290" y="555609"/>
                  </a:lnTo>
                  <a:cubicBezTo>
                    <a:pt x="525290" y="555609"/>
                    <a:pt x="580838" y="583253"/>
                    <a:pt x="588058" y="617484"/>
                  </a:cubicBezTo>
                  <a:close/>
                  <a:moveTo>
                    <a:pt x="437377" y="540503"/>
                  </a:moveTo>
                  <a:lnTo>
                    <a:pt x="400505" y="540503"/>
                  </a:lnTo>
                  <a:lnTo>
                    <a:pt x="400505" y="475503"/>
                  </a:lnTo>
                  <a:lnTo>
                    <a:pt x="437377" y="475503"/>
                  </a:lnTo>
                  <a:close/>
                  <a:moveTo>
                    <a:pt x="741358" y="437033"/>
                  </a:moveTo>
                  <a:cubicBezTo>
                    <a:pt x="741358" y="449907"/>
                    <a:pt x="730865" y="460399"/>
                    <a:pt x="717992" y="460399"/>
                  </a:cubicBezTo>
                  <a:lnTo>
                    <a:pt x="218454" y="460399"/>
                  </a:lnTo>
                  <a:lnTo>
                    <a:pt x="218454" y="402207"/>
                  </a:lnTo>
                  <a:lnTo>
                    <a:pt x="703934" y="402207"/>
                  </a:lnTo>
                  <a:cubicBezTo>
                    <a:pt x="708101" y="402207"/>
                    <a:pt x="711487" y="398821"/>
                    <a:pt x="711487" y="394654"/>
                  </a:cubicBezTo>
                  <a:lnTo>
                    <a:pt x="711449" y="58269"/>
                  </a:lnTo>
                  <a:cubicBezTo>
                    <a:pt x="711449" y="54102"/>
                    <a:pt x="708063" y="50716"/>
                    <a:pt x="703896" y="50716"/>
                  </a:cubicBezTo>
                  <a:lnTo>
                    <a:pt x="133996" y="50679"/>
                  </a:lnTo>
                  <a:cubicBezTo>
                    <a:pt x="129829" y="50679"/>
                    <a:pt x="126443" y="54064"/>
                    <a:pt x="126443" y="58232"/>
                  </a:cubicBezTo>
                  <a:lnTo>
                    <a:pt x="126443" y="295947"/>
                  </a:lnTo>
                  <a:lnTo>
                    <a:pt x="96566" y="295947"/>
                  </a:lnTo>
                  <a:lnTo>
                    <a:pt x="96566" y="38477"/>
                  </a:lnTo>
                  <a:cubicBezTo>
                    <a:pt x="96566" y="25603"/>
                    <a:pt x="107059" y="15111"/>
                    <a:pt x="119932" y="15111"/>
                  </a:cubicBezTo>
                  <a:lnTo>
                    <a:pt x="718035" y="15111"/>
                  </a:lnTo>
                  <a:cubicBezTo>
                    <a:pt x="730909" y="15111"/>
                    <a:pt x="741401" y="25604"/>
                    <a:pt x="741401" y="38477"/>
                  </a:cubicBezTo>
                  <a:lnTo>
                    <a:pt x="741401" y="437003"/>
                  </a:lnTo>
                  <a:close/>
                  <a:moveTo>
                    <a:pt x="674758" y="413742"/>
                  </a:moveTo>
                  <a:cubicBezTo>
                    <a:pt x="665567" y="413742"/>
                    <a:pt x="658052" y="421220"/>
                    <a:pt x="658052" y="430447"/>
                  </a:cubicBezTo>
                  <a:cubicBezTo>
                    <a:pt x="658052" y="439638"/>
                    <a:pt x="665530" y="447153"/>
                    <a:pt x="674758" y="447153"/>
                  </a:cubicBezTo>
                  <a:cubicBezTo>
                    <a:pt x="683948" y="447153"/>
                    <a:pt x="691463" y="439675"/>
                    <a:pt x="691463" y="430447"/>
                  </a:cubicBezTo>
                  <a:cubicBezTo>
                    <a:pt x="691463" y="421257"/>
                    <a:pt x="683985" y="413742"/>
                    <a:pt x="674758" y="413742"/>
                  </a:cubicBezTo>
                  <a:close/>
                  <a:moveTo>
                    <a:pt x="674758" y="435024"/>
                  </a:moveTo>
                  <a:cubicBezTo>
                    <a:pt x="672227" y="435024"/>
                    <a:pt x="670181" y="432978"/>
                    <a:pt x="670181" y="430448"/>
                  </a:cubicBezTo>
                  <a:cubicBezTo>
                    <a:pt x="670181" y="427918"/>
                    <a:pt x="672227" y="425871"/>
                    <a:pt x="674758" y="425871"/>
                  </a:cubicBezTo>
                  <a:cubicBezTo>
                    <a:pt x="677288" y="425871"/>
                    <a:pt x="679334" y="427918"/>
                    <a:pt x="679334" y="430448"/>
                  </a:cubicBezTo>
                  <a:cubicBezTo>
                    <a:pt x="679334" y="432978"/>
                    <a:pt x="677288" y="435024"/>
                    <a:pt x="674758" y="435024"/>
                  </a:cubicBezTo>
                  <a:close/>
                  <a:moveTo>
                    <a:pt x="108430" y="622848"/>
                  </a:moveTo>
                  <a:cubicBezTo>
                    <a:pt x="97081" y="622848"/>
                    <a:pt x="87854" y="632447"/>
                    <a:pt x="87854" y="644279"/>
                  </a:cubicBezTo>
                  <a:cubicBezTo>
                    <a:pt x="87854" y="656111"/>
                    <a:pt x="97081" y="665710"/>
                    <a:pt x="108430" y="665710"/>
                  </a:cubicBezTo>
                  <a:cubicBezTo>
                    <a:pt x="119778" y="665710"/>
                    <a:pt x="129005" y="656111"/>
                    <a:pt x="129005" y="644279"/>
                  </a:cubicBezTo>
                  <a:cubicBezTo>
                    <a:pt x="129005" y="632484"/>
                    <a:pt x="119778" y="622848"/>
                    <a:pt x="108430" y="622848"/>
                  </a:cubicBezTo>
                  <a:close/>
                  <a:moveTo>
                    <a:pt x="108430" y="653581"/>
                  </a:moveTo>
                  <a:cubicBezTo>
                    <a:pt x="103779" y="653581"/>
                    <a:pt x="99984" y="649414"/>
                    <a:pt x="99984" y="644242"/>
                  </a:cubicBezTo>
                  <a:cubicBezTo>
                    <a:pt x="99984" y="639108"/>
                    <a:pt x="103779" y="634940"/>
                    <a:pt x="108430" y="634940"/>
                  </a:cubicBezTo>
                  <a:cubicBezTo>
                    <a:pt x="113080" y="634940"/>
                    <a:pt x="116876" y="639108"/>
                    <a:pt x="116876" y="644242"/>
                  </a:cubicBezTo>
                  <a:cubicBezTo>
                    <a:pt x="116876" y="649377"/>
                    <a:pt x="113080" y="653581"/>
                    <a:pt x="108430" y="653581"/>
                  </a:cubicBezTo>
                  <a:close/>
                  <a:moveTo>
                    <a:pt x="86663" y="328207"/>
                  </a:moveTo>
                  <a:cubicBezTo>
                    <a:pt x="86663" y="324858"/>
                    <a:pt x="89379" y="322142"/>
                    <a:pt x="92728" y="322142"/>
                  </a:cubicBezTo>
                  <a:lnTo>
                    <a:pt x="125581" y="322142"/>
                  </a:lnTo>
                  <a:cubicBezTo>
                    <a:pt x="128930" y="322142"/>
                    <a:pt x="131646" y="324858"/>
                    <a:pt x="131646" y="328207"/>
                  </a:cubicBezTo>
                  <a:cubicBezTo>
                    <a:pt x="131646" y="331556"/>
                    <a:pt x="128930" y="334272"/>
                    <a:pt x="125581" y="334272"/>
                  </a:cubicBezTo>
                  <a:lnTo>
                    <a:pt x="92728" y="334272"/>
                  </a:lnTo>
                  <a:cubicBezTo>
                    <a:pt x="89379" y="334272"/>
                    <a:pt x="86663" y="331556"/>
                    <a:pt x="86663" y="3282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4EC7C37-D33D-3189-31C9-8923B022EFA4}"/>
              </a:ext>
            </a:extLst>
          </p:cNvPr>
          <p:cNvGrpSpPr/>
          <p:nvPr/>
        </p:nvGrpSpPr>
        <p:grpSpPr>
          <a:xfrm>
            <a:off x="3411667" y="1612470"/>
            <a:ext cx="702195" cy="426448"/>
            <a:chOff x="2339424" y="4292795"/>
            <a:chExt cx="702195" cy="42644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E30AA0D-32CF-A586-9613-3B418D1133CD}"/>
                </a:ext>
              </a:extLst>
            </p:cNvPr>
            <p:cNvSpPr>
              <a:spLocks/>
            </p:cNvSpPr>
            <p:nvPr/>
          </p:nvSpPr>
          <p:spPr>
            <a:xfrm>
              <a:off x="2339424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VMs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D53D91C-2613-2E90-B103-131A7DD198A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09103" y="4439843"/>
              <a:ext cx="162838" cy="279400"/>
              <a:chOff x="-1609996" y="2667666"/>
              <a:chExt cx="555136" cy="952509"/>
            </a:xfrm>
            <a:solidFill>
              <a:schemeClr val="bg1"/>
            </a:solidFill>
          </p:grpSpPr>
          <p:sp>
            <p:nvSpPr>
              <p:cNvPr id="20" name="Freeform: Shape 214">
                <a:extLst>
                  <a:ext uri="{FF2B5EF4-FFF2-40B4-BE49-F238E27FC236}">
                    <a16:creationId xmlns:a16="http://schemas.microsoft.com/office/drawing/2014/main" id="{0D5306C4-4713-37CA-7451-8D7CA3DA9001}"/>
                  </a:ext>
                </a:extLst>
              </p:cNvPr>
              <p:cNvSpPr/>
              <p:nvPr/>
            </p:nvSpPr>
            <p:spPr>
              <a:xfrm>
                <a:off x="-1609996" y="2667666"/>
                <a:ext cx="555136" cy="952509"/>
              </a:xfrm>
              <a:custGeom>
                <a:avLst/>
                <a:gdLst>
                  <a:gd name="connsiteX0" fmla="*/ 551259 w 555136"/>
                  <a:gd name="connsiteY0" fmla="*/ 330308 h 952509"/>
                  <a:gd name="connsiteX1" fmla="*/ 494024 w 555136"/>
                  <a:gd name="connsiteY1" fmla="*/ 300685 h 952509"/>
                  <a:gd name="connsiteX2" fmla="*/ 518617 w 555136"/>
                  <a:gd name="connsiteY2" fmla="*/ 245745 h 952509"/>
                  <a:gd name="connsiteX3" fmla="*/ 482260 w 555136"/>
                  <a:gd name="connsiteY3" fmla="*/ 182299 h 952509"/>
                  <a:gd name="connsiteX4" fmla="*/ 488852 w 555136"/>
                  <a:gd name="connsiteY4" fmla="*/ 141818 h 952509"/>
                  <a:gd name="connsiteX5" fmla="*/ 359740 w 555136"/>
                  <a:gd name="connsiteY5" fmla="*/ 12725 h 952509"/>
                  <a:gd name="connsiteX6" fmla="*/ 309601 w 555136"/>
                  <a:gd name="connsiteY6" fmla="*/ 22965 h 952509"/>
                  <a:gd name="connsiteX7" fmla="*/ 259794 w 555136"/>
                  <a:gd name="connsiteY7" fmla="*/ 0 h 952509"/>
                  <a:gd name="connsiteX8" fmla="*/ 194053 w 555136"/>
                  <a:gd name="connsiteY8" fmla="*/ 61741 h 952509"/>
                  <a:gd name="connsiteX9" fmla="*/ 96374 w 555136"/>
                  <a:gd name="connsiteY9" fmla="*/ 166211 h 952509"/>
                  <a:gd name="connsiteX10" fmla="*/ 96669 w 555136"/>
                  <a:gd name="connsiteY10" fmla="*/ 173412 h 952509"/>
                  <a:gd name="connsiteX11" fmla="*/ 36500 w 555136"/>
                  <a:gd name="connsiteY11" fmla="*/ 245745 h 952509"/>
                  <a:gd name="connsiteX12" fmla="*/ 61055 w 555136"/>
                  <a:gd name="connsiteY12" fmla="*/ 300704 h 952509"/>
                  <a:gd name="connsiteX13" fmla="*/ 3858 w 555136"/>
                  <a:gd name="connsiteY13" fmla="*/ 330317 h 952509"/>
                  <a:gd name="connsiteX14" fmla="*/ 0 w 555136"/>
                  <a:gd name="connsiteY14" fmla="*/ 336661 h 952509"/>
                  <a:gd name="connsiteX15" fmla="*/ 0 w 555136"/>
                  <a:gd name="connsiteY15" fmla="*/ 762962 h 952509"/>
                  <a:gd name="connsiteX16" fmla="*/ 7144 w 555136"/>
                  <a:gd name="connsiteY16" fmla="*/ 770106 h 952509"/>
                  <a:gd name="connsiteX17" fmla="*/ 76267 w 555136"/>
                  <a:gd name="connsiteY17" fmla="*/ 770106 h 952509"/>
                  <a:gd name="connsiteX18" fmla="*/ 76267 w 555136"/>
                  <a:gd name="connsiteY18" fmla="*/ 916229 h 952509"/>
                  <a:gd name="connsiteX19" fmla="*/ 112538 w 555136"/>
                  <a:gd name="connsiteY19" fmla="*/ 952510 h 952509"/>
                  <a:gd name="connsiteX20" fmla="*/ 248441 w 555136"/>
                  <a:gd name="connsiteY20" fmla="*/ 952510 h 952509"/>
                  <a:gd name="connsiteX21" fmla="*/ 277568 w 555136"/>
                  <a:gd name="connsiteY21" fmla="*/ 937622 h 952509"/>
                  <a:gd name="connsiteX22" fmla="*/ 306676 w 555136"/>
                  <a:gd name="connsiteY22" fmla="*/ 952500 h 952509"/>
                  <a:gd name="connsiteX23" fmla="*/ 442589 w 555136"/>
                  <a:gd name="connsiteY23" fmla="*/ 952500 h 952509"/>
                  <a:gd name="connsiteX24" fmla="*/ 478860 w 555136"/>
                  <a:gd name="connsiteY24" fmla="*/ 916219 h 952509"/>
                  <a:gd name="connsiteX25" fmla="*/ 478860 w 555136"/>
                  <a:gd name="connsiteY25" fmla="*/ 770106 h 952509"/>
                  <a:gd name="connsiteX26" fmla="*/ 547992 w 555136"/>
                  <a:gd name="connsiteY26" fmla="*/ 770106 h 952509"/>
                  <a:gd name="connsiteX27" fmla="*/ 555136 w 555136"/>
                  <a:gd name="connsiteY27" fmla="*/ 762962 h 952509"/>
                  <a:gd name="connsiteX28" fmla="*/ 555136 w 555136"/>
                  <a:gd name="connsiteY28" fmla="*/ 336652 h 952509"/>
                  <a:gd name="connsiteX29" fmla="*/ 551259 w 555136"/>
                  <a:gd name="connsiteY29" fmla="*/ 330308 h 952509"/>
                  <a:gd name="connsiteX30" fmla="*/ 50787 w 555136"/>
                  <a:gd name="connsiteY30" fmla="*/ 245745 h 952509"/>
                  <a:gd name="connsiteX31" fmla="*/ 105156 w 555136"/>
                  <a:gd name="connsiteY31" fmla="*/ 186652 h 952509"/>
                  <a:gd name="connsiteX32" fmla="*/ 110109 w 555136"/>
                  <a:gd name="connsiteY32" fmla="*/ 183985 h 952509"/>
                  <a:gd name="connsiteX33" fmla="*/ 111604 w 555136"/>
                  <a:gd name="connsiteY33" fmla="*/ 178575 h 952509"/>
                  <a:gd name="connsiteX34" fmla="*/ 110652 w 555136"/>
                  <a:gd name="connsiteY34" fmla="*/ 166211 h 952509"/>
                  <a:gd name="connsiteX35" fmla="*/ 201330 w 555136"/>
                  <a:gd name="connsiteY35" fmla="*/ 75809 h 952509"/>
                  <a:gd name="connsiteX36" fmla="*/ 201349 w 555136"/>
                  <a:gd name="connsiteY36" fmla="*/ 75809 h 952509"/>
                  <a:gd name="connsiteX37" fmla="*/ 206502 w 555136"/>
                  <a:gd name="connsiteY37" fmla="*/ 73619 h 952509"/>
                  <a:gd name="connsiteX38" fmla="*/ 208493 w 555136"/>
                  <a:gd name="connsiteY38" fmla="*/ 68390 h 952509"/>
                  <a:gd name="connsiteX39" fmla="*/ 208217 w 555136"/>
                  <a:gd name="connsiteY39" fmla="*/ 65875 h 952509"/>
                  <a:gd name="connsiteX40" fmla="*/ 259804 w 555136"/>
                  <a:gd name="connsiteY40" fmla="*/ 14288 h 952509"/>
                  <a:gd name="connsiteX41" fmla="*/ 301657 w 555136"/>
                  <a:gd name="connsiteY41" fmla="*/ 35928 h 952509"/>
                  <a:gd name="connsiteX42" fmla="*/ 310534 w 555136"/>
                  <a:gd name="connsiteY42" fmla="*/ 38214 h 952509"/>
                  <a:gd name="connsiteX43" fmla="*/ 359759 w 555136"/>
                  <a:gd name="connsiteY43" fmla="*/ 27003 h 952509"/>
                  <a:gd name="connsiteX44" fmla="*/ 474583 w 555136"/>
                  <a:gd name="connsiteY44" fmla="*/ 141808 h 952509"/>
                  <a:gd name="connsiteX45" fmla="*/ 466801 w 555136"/>
                  <a:gd name="connsiteY45" fmla="*/ 183109 h 952509"/>
                  <a:gd name="connsiteX46" fmla="*/ 470373 w 555136"/>
                  <a:gd name="connsiteY46" fmla="*/ 192119 h 952509"/>
                  <a:gd name="connsiteX47" fmla="*/ 504349 w 555136"/>
                  <a:gd name="connsiteY47" fmla="*/ 245735 h 952509"/>
                  <a:gd name="connsiteX48" fmla="*/ 480231 w 555136"/>
                  <a:gd name="connsiteY48" fmla="*/ 293522 h 952509"/>
                  <a:gd name="connsiteX49" fmla="*/ 461715 w 555136"/>
                  <a:gd name="connsiteY49" fmla="*/ 283940 h 952509"/>
                  <a:gd name="connsiteX50" fmla="*/ 462429 w 555136"/>
                  <a:gd name="connsiteY50" fmla="*/ 275301 h 952509"/>
                  <a:gd name="connsiteX51" fmla="*/ 435150 w 555136"/>
                  <a:gd name="connsiteY51" fmla="*/ 226333 h 952509"/>
                  <a:gd name="connsiteX52" fmla="*/ 439807 w 555136"/>
                  <a:gd name="connsiteY52" fmla="*/ 196339 h 952509"/>
                  <a:gd name="connsiteX53" fmla="*/ 340004 w 555136"/>
                  <a:gd name="connsiteY53" fmla="*/ 96545 h 952509"/>
                  <a:gd name="connsiteX54" fmla="*/ 302400 w 555136"/>
                  <a:gd name="connsiteY54" fmla="*/ 103984 h 952509"/>
                  <a:gd name="connsiteX55" fmla="*/ 264090 w 555136"/>
                  <a:gd name="connsiteY55" fmla="*/ 86878 h 952509"/>
                  <a:gd name="connsiteX56" fmla="*/ 212541 w 555136"/>
                  <a:gd name="connsiteY56" fmla="*/ 133902 h 952509"/>
                  <a:gd name="connsiteX57" fmla="*/ 138208 w 555136"/>
                  <a:gd name="connsiteY57" fmla="*/ 214874 h 952509"/>
                  <a:gd name="connsiteX58" fmla="*/ 138332 w 555136"/>
                  <a:gd name="connsiteY58" fmla="*/ 218961 h 952509"/>
                  <a:gd name="connsiteX59" fmla="*/ 92716 w 555136"/>
                  <a:gd name="connsiteY59" fmla="*/ 275311 h 952509"/>
                  <a:gd name="connsiteX60" fmla="*/ 93440 w 555136"/>
                  <a:gd name="connsiteY60" fmla="*/ 283950 h 952509"/>
                  <a:gd name="connsiteX61" fmla="*/ 74924 w 555136"/>
                  <a:gd name="connsiteY61" fmla="*/ 293532 h 952509"/>
                  <a:gd name="connsiteX62" fmla="*/ 50787 w 555136"/>
                  <a:gd name="connsiteY62" fmla="*/ 245745 h 952509"/>
                  <a:gd name="connsiteX63" fmla="*/ 107090 w 555136"/>
                  <a:gd name="connsiteY63" fmla="*/ 276873 h 952509"/>
                  <a:gd name="connsiteX64" fmla="*/ 106994 w 555136"/>
                  <a:gd name="connsiteY64" fmla="*/ 275311 h 952509"/>
                  <a:gd name="connsiteX65" fmla="*/ 146733 w 555136"/>
                  <a:gd name="connsiteY65" fmla="*/ 232124 h 952509"/>
                  <a:gd name="connsiteX66" fmla="*/ 151676 w 555136"/>
                  <a:gd name="connsiteY66" fmla="*/ 229467 h 952509"/>
                  <a:gd name="connsiteX67" fmla="*/ 153172 w 555136"/>
                  <a:gd name="connsiteY67" fmla="*/ 224057 h 952509"/>
                  <a:gd name="connsiteX68" fmla="*/ 152476 w 555136"/>
                  <a:gd name="connsiteY68" fmla="*/ 214884 h 952509"/>
                  <a:gd name="connsiteX69" fmla="*/ 219637 w 555136"/>
                  <a:gd name="connsiteY69" fmla="*/ 147923 h 952509"/>
                  <a:gd name="connsiteX70" fmla="*/ 219666 w 555136"/>
                  <a:gd name="connsiteY70" fmla="*/ 147923 h 952509"/>
                  <a:gd name="connsiteX71" fmla="*/ 224847 w 555136"/>
                  <a:gd name="connsiteY71" fmla="*/ 145704 h 952509"/>
                  <a:gd name="connsiteX72" fmla="*/ 226800 w 555136"/>
                  <a:gd name="connsiteY72" fmla="*/ 140418 h 952509"/>
                  <a:gd name="connsiteX73" fmla="*/ 226600 w 555136"/>
                  <a:gd name="connsiteY73" fmla="*/ 138665 h 952509"/>
                  <a:gd name="connsiteX74" fmla="*/ 264081 w 555136"/>
                  <a:gd name="connsiteY74" fmla="*/ 101184 h 952509"/>
                  <a:gd name="connsiteX75" fmla="*/ 294475 w 555136"/>
                  <a:gd name="connsiteY75" fmla="*/ 116910 h 952509"/>
                  <a:gd name="connsiteX76" fmla="*/ 303352 w 555136"/>
                  <a:gd name="connsiteY76" fmla="*/ 119196 h 952509"/>
                  <a:gd name="connsiteX77" fmla="*/ 340004 w 555136"/>
                  <a:gd name="connsiteY77" fmla="*/ 110852 h 952509"/>
                  <a:gd name="connsiteX78" fmla="*/ 425520 w 555136"/>
                  <a:gd name="connsiteY78" fmla="*/ 196358 h 952509"/>
                  <a:gd name="connsiteX79" fmla="*/ 419748 w 555136"/>
                  <a:gd name="connsiteY79" fmla="*/ 227114 h 952509"/>
                  <a:gd name="connsiteX80" fmla="*/ 423291 w 555136"/>
                  <a:gd name="connsiteY80" fmla="*/ 236125 h 952509"/>
                  <a:gd name="connsiteX81" fmla="*/ 448123 w 555136"/>
                  <a:gd name="connsiteY81" fmla="*/ 275311 h 952509"/>
                  <a:gd name="connsiteX82" fmla="*/ 448018 w 555136"/>
                  <a:gd name="connsiteY82" fmla="*/ 276873 h 952509"/>
                  <a:gd name="connsiteX83" fmla="*/ 280845 w 555136"/>
                  <a:gd name="connsiteY83" fmla="*/ 190329 h 952509"/>
                  <a:gd name="connsiteX84" fmla="*/ 274282 w 555136"/>
                  <a:gd name="connsiteY84" fmla="*/ 190329 h 952509"/>
                  <a:gd name="connsiteX85" fmla="*/ 107090 w 555136"/>
                  <a:gd name="connsiteY85" fmla="*/ 276873 h 952509"/>
                  <a:gd name="connsiteX86" fmla="*/ 277559 w 555136"/>
                  <a:gd name="connsiteY86" fmla="*/ 204721 h 952509"/>
                  <a:gd name="connsiteX87" fmla="*/ 477383 w 555136"/>
                  <a:gd name="connsiteY87" fmla="*/ 308153 h 952509"/>
                  <a:gd name="connsiteX88" fmla="*/ 477603 w 555136"/>
                  <a:gd name="connsiteY88" fmla="*/ 308267 h 952509"/>
                  <a:gd name="connsiteX89" fmla="*/ 540839 w 555136"/>
                  <a:gd name="connsiteY89" fmla="*/ 341005 h 952509"/>
                  <a:gd name="connsiteX90" fmla="*/ 540839 w 555136"/>
                  <a:gd name="connsiteY90" fmla="*/ 384315 h 952509"/>
                  <a:gd name="connsiteX91" fmla="*/ 280845 w 555136"/>
                  <a:gd name="connsiteY91" fmla="*/ 249726 h 952509"/>
                  <a:gd name="connsiteX92" fmla="*/ 274282 w 555136"/>
                  <a:gd name="connsiteY92" fmla="*/ 249726 h 952509"/>
                  <a:gd name="connsiteX93" fmla="*/ 14278 w 555136"/>
                  <a:gd name="connsiteY93" fmla="*/ 384315 h 952509"/>
                  <a:gd name="connsiteX94" fmla="*/ 14278 w 555136"/>
                  <a:gd name="connsiteY94" fmla="*/ 340995 h 952509"/>
                  <a:gd name="connsiteX95" fmla="*/ 277559 w 555136"/>
                  <a:gd name="connsiteY95" fmla="*/ 204721 h 952509"/>
                  <a:gd name="connsiteX96" fmla="*/ 464563 w 555136"/>
                  <a:gd name="connsiteY96" fmla="*/ 616220 h 952509"/>
                  <a:gd name="connsiteX97" fmla="*/ 284702 w 555136"/>
                  <a:gd name="connsiteY97" fmla="*/ 616220 h 952509"/>
                  <a:gd name="connsiteX98" fmla="*/ 284702 w 555136"/>
                  <a:gd name="connsiteY98" fmla="*/ 583597 h 952509"/>
                  <a:gd name="connsiteX99" fmla="*/ 464563 w 555136"/>
                  <a:gd name="connsiteY99" fmla="*/ 583597 h 952509"/>
                  <a:gd name="connsiteX100" fmla="*/ 464563 w 555136"/>
                  <a:gd name="connsiteY100" fmla="*/ 616220 h 952509"/>
                  <a:gd name="connsiteX101" fmla="*/ 270396 w 555136"/>
                  <a:gd name="connsiteY101" fmla="*/ 616220 h 952509"/>
                  <a:gd name="connsiteX102" fmla="*/ 90545 w 555136"/>
                  <a:gd name="connsiteY102" fmla="*/ 616220 h 952509"/>
                  <a:gd name="connsiteX103" fmla="*/ 90545 w 555136"/>
                  <a:gd name="connsiteY103" fmla="*/ 583597 h 952509"/>
                  <a:gd name="connsiteX104" fmla="*/ 270396 w 555136"/>
                  <a:gd name="connsiteY104" fmla="*/ 583597 h 952509"/>
                  <a:gd name="connsiteX105" fmla="*/ 270396 w 555136"/>
                  <a:gd name="connsiteY105" fmla="*/ 616220 h 952509"/>
                  <a:gd name="connsiteX106" fmla="*/ 90545 w 555136"/>
                  <a:gd name="connsiteY106" fmla="*/ 630507 h 952509"/>
                  <a:gd name="connsiteX107" fmla="*/ 270396 w 555136"/>
                  <a:gd name="connsiteY107" fmla="*/ 630507 h 952509"/>
                  <a:gd name="connsiteX108" fmla="*/ 270396 w 555136"/>
                  <a:gd name="connsiteY108" fmla="*/ 663159 h 952509"/>
                  <a:gd name="connsiteX109" fmla="*/ 90545 w 555136"/>
                  <a:gd name="connsiteY109" fmla="*/ 663159 h 952509"/>
                  <a:gd name="connsiteX110" fmla="*/ 90545 w 555136"/>
                  <a:gd name="connsiteY110" fmla="*/ 630507 h 952509"/>
                  <a:gd name="connsiteX111" fmla="*/ 284702 w 555136"/>
                  <a:gd name="connsiteY111" fmla="*/ 630507 h 952509"/>
                  <a:gd name="connsiteX112" fmla="*/ 464563 w 555136"/>
                  <a:gd name="connsiteY112" fmla="*/ 630507 h 952509"/>
                  <a:gd name="connsiteX113" fmla="*/ 464563 w 555136"/>
                  <a:gd name="connsiteY113" fmla="*/ 663159 h 952509"/>
                  <a:gd name="connsiteX114" fmla="*/ 284702 w 555136"/>
                  <a:gd name="connsiteY114" fmla="*/ 663159 h 952509"/>
                  <a:gd name="connsiteX115" fmla="*/ 284702 w 555136"/>
                  <a:gd name="connsiteY115" fmla="*/ 630507 h 952509"/>
                  <a:gd name="connsiteX116" fmla="*/ 464563 w 555136"/>
                  <a:gd name="connsiteY116" fmla="*/ 569309 h 952509"/>
                  <a:gd name="connsiteX117" fmla="*/ 284702 w 555136"/>
                  <a:gd name="connsiteY117" fmla="*/ 569309 h 952509"/>
                  <a:gd name="connsiteX118" fmla="*/ 284702 w 555136"/>
                  <a:gd name="connsiteY118" fmla="*/ 534391 h 952509"/>
                  <a:gd name="connsiteX119" fmla="*/ 306676 w 555136"/>
                  <a:gd name="connsiteY119" fmla="*/ 512416 h 952509"/>
                  <a:gd name="connsiteX120" fmla="*/ 442589 w 555136"/>
                  <a:gd name="connsiteY120" fmla="*/ 512416 h 952509"/>
                  <a:gd name="connsiteX121" fmla="*/ 464572 w 555136"/>
                  <a:gd name="connsiteY121" fmla="*/ 534391 h 952509"/>
                  <a:gd name="connsiteX122" fmla="*/ 464572 w 555136"/>
                  <a:gd name="connsiteY122" fmla="*/ 569309 h 952509"/>
                  <a:gd name="connsiteX123" fmla="*/ 270396 w 555136"/>
                  <a:gd name="connsiteY123" fmla="*/ 569309 h 952509"/>
                  <a:gd name="connsiteX124" fmla="*/ 90545 w 555136"/>
                  <a:gd name="connsiteY124" fmla="*/ 569309 h 952509"/>
                  <a:gd name="connsiteX125" fmla="*/ 90545 w 555136"/>
                  <a:gd name="connsiteY125" fmla="*/ 534391 h 952509"/>
                  <a:gd name="connsiteX126" fmla="*/ 112528 w 555136"/>
                  <a:gd name="connsiteY126" fmla="*/ 512416 h 952509"/>
                  <a:gd name="connsiteX127" fmla="*/ 248431 w 555136"/>
                  <a:gd name="connsiteY127" fmla="*/ 512416 h 952509"/>
                  <a:gd name="connsiteX128" fmla="*/ 270405 w 555136"/>
                  <a:gd name="connsiteY128" fmla="*/ 534391 h 952509"/>
                  <a:gd name="connsiteX129" fmla="*/ 270405 w 555136"/>
                  <a:gd name="connsiteY129" fmla="*/ 569309 h 952509"/>
                  <a:gd name="connsiteX130" fmla="*/ 248422 w 555136"/>
                  <a:gd name="connsiteY130" fmla="*/ 938213 h 952509"/>
                  <a:gd name="connsiteX131" fmla="*/ 112528 w 555136"/>
                  <a:gd name="connsiteY131" fmla="*/ 938213 h 952509"/>
                  <a:gd name="connsiteX132" fmla="*/ 90545 w 555136"/>
                  <a:gd name="connsiteY132" fmla="*/ 916219 h 952509"/>
                  <a:gd name="connsiteX133" fmla="*/ 90545 w 555136"/>
                  <a:gd name="connsiteY133" fmla="*/ 677447 h 952509"/>
                  <a:gd name="connsiteX134" fmla="*/ 270396 w 555136"/>
                  <a:gd name="connsiteY134" fmla="*/ 677447 h 952509"/>
                  <a:gd name="connsiteX135" fmla="*/ 270396 w 555136"/>
                  <a:gd name="connsiteY135" fmla="*/ 916219 h 952509"/>
                  <a:gd name="connsiteX136" fmla="*/ 248422 w 555136"/>
                  <a:gd name="connsiteY136" fmla="*/ 938213 h 952509"/>
                  <a:gd name="connsiteX137" fmla="*/ 464563 w 555136"/>
                  <a:gd name="connsiteY137" fmla="*/ 916219 h 952509"/>
                  <a:gd name="connsiteX138" fmla="*/ 442579 w 555136"/>
                  <a:gd name="connsiteY138" fmla="*/ 938213 h 952509"/>
                  <a:gd name="connsiteX139" fmla="*/ 306676 w 555136"/>
                  <a:gd name="connsiteY139" fmla="*/ 938213 h 952509"/>
                  <a:gd name="connsiteX140" fmla="*/ 284702 w 555136"/>
                  <a:gd name="connsiteY140" fmla="*/ 916219 h 952509"/>
                  <a:gd name="connsiteX141" fmla="*/ 284702 w 555136"/>
                  <a:gd name="connsiteY141" fmla="*/ 677447 h 952509"/>
                  <a:gd name="connsiteX142" fmla="*/ 464563 w 555136"/>
                  <a:gd name="connsiteY142" fmla="*/ 677447 h 952509"/>
                  <a:gd name="connsiteX143" fmla="*/ 464563 w 555136"/>
                  <a:gd name="connsiteY143" fmla="*/ 916219 h 952509"/>
                  <a:gd name="connsiteX144" fmla="*/ 478850 w 555136"/>
                  <a:gd name="connsiteY144" fmla="*/ 755818 h 952509"/>
                  <a:gd name="connsiteX145" fmla="*/ 478850 w 555136"/>
                  <a:gd name="connsiteY145" fmla="*/ 670303 h 952509"/>
                  <a:gd name="connsiteX146" fmla="*/ 478850 w 555136"/>
                  <a:gd name="connsiteY146" fmla="*/ 623364 h 952509"/>
                  <a:gd name="connsiteX147" fmla="*/ 478850 w 555136"/>
                  <a:gd name="connsiteY147" fmla="*/ 576453 h 952509"/>
                  <a:gd name="connsiteX148" fmla="*/ 478850 w 555136"/>
                  <a:gd name="connsiteY148" fmla="*/ 534391 h 952509"/>
                  <a:gd name="connsiteX149" fmla="*/ 442579 w 555136"/>
                  <a:gd name="connsiteY149" fmla="*/ 498129 h 952509"/>
                  <a:gd name="connsiteX150" fmla="*/ 306676 w 555136"/>
                  <a:gd name="connsiteY150" fmla="*/ 498129 h 952509"/>
                  <a:gd name="connsiteX151" fmla="*/ 277549 w 555136"/>
                  <a:gd name="connsiteY151" fmla="*/ 513007 h 952509"/>
                  <a:gd name="connsiteX152" fmla="*/ 248422 w 555136"/>
                  <a:gd name="connsiteY152" fmla="*/ 498129 h 952509"/>
                  <a:gd name="connsiteX153" fmla="*/ 112528 w 555136"/>
                  <a:gd name="connsiteY153" fmla="*/ 498129 h 952509"/>
                  <a:gd name="connsiteX154" fmla="*/ 76257 w 555136"/>
                  <a:gd name="connsiteY154" fmla="*/ 534391 h 952509"/>
                  <a:gd name="connsiteX155" fmla="*/ 76257 w 555136"/>
                  <a:gd name="connsiteY155" fmla="*/ 576453 h 952509"/>
                  <a:gd name="connsiteX156" fmla="*/ 76257 w 555136"/>
                  <a:gd name="connsiteY156" fmla="*/ 623373 h 952509"/>
                  <a:gd name="connsiteX157" fmla="*/ 76257 w 555136"/>
                  <a:gd name="connsiteY157" fmla="*/ 670312 h 952509"/>
                  <a:gd name="connsiteX158" fmla="*/ 76257 w 555136"/>
                  <a:gd name="connsiteY158" fmla="*/ 755828 h 952509"/>
                  <a:gd name="connsiteX159" fmla="*/ 14278 w 555136"/>
                  <a:gd name="connsiteY159" fmla="*/ 755828 h 952509"/>
                  <a:gd name="connsiteX160" fmla="*/ 14278 w 555136"/>
                  <a:gd name="connsiteY160" fmla="*/ 400393 h 952509"/>
                  <a:gd name="connsiteX161" fmla="*/ 277559 w 555136"/>
                  <a:gd name="connsiteY161" fmla="*/ 264119 h 952509"/>
                  <a:gd name="connsiteX162" fmla="*/ 540839 w 555136"/>
                  <a:gd name="connsiteY162" fmla="*/ 400393 h 952509"/>
                  <a:gd name="connsiteX163" fmla="*/ 540839 w 555136"/>
                  <a:gd name="connsiteY163" fmla="*/ 755809 h 952509"/>
                  <a:gd name="connsiteX164" fmla="*/ 478850 w 555136"/>
                  <a:gd name="connsiteY164" fmla="*/ 755809 h 952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</a:cxnLst>
                <a:rect l="l" t="t" r="r" b="b"/>
                <a:pathLst>
                  <a:path w="555136" h="952509">
                    <a:moveTo>
                      <a:pt x="551259" y="330308"/>
                    </a:moveTo>
                    <a:lnTo>
                      <a:pt x="494024" y="300685"/>
                    </a:lnTo>
                    <a:cubicBezTo>
                      <a:pt x="509549" y="286769"/>
                      <a:pt x="518617" y="266995"/>
                      <a:pt x="518617" y="245745"/>
                    </a:cubicBezTo>
                    <a:cubicBezTo>
                      <a:pt x="518617" y="219361"/>
                      <a:pt x="504844" y="195596"/>
                      <a:pt x="482260" y="182299"/>
                    </a:cubicBezTo>
                    <a:cubicBezTo>
                      <a:pt x="486642" y="169116"/>
                      <a:pt x="488852" y="155524"/>
                      <a:pt x="488852" y="141818"/>
                    </a:cubicBezTo>
                    <a:cubicBezTo>
                      <a:pt x="488852" y="70637"/>
                      <a:pt x="430930" y="12725"/>
                      <a:pt x="359740" y="12725"/>
                    </a:cubicBezTo>
                    <a:cubicBezTo>
                      <a:pt x="342462" y="12725"/>
                      <a:pt x="325622" y="16164"/>
                      <a:pt x="309601" y="22965"/>
                    </a:cubicBezTo>
                    <a:cubicBezTo>
                      <a:pt x="297123" y="8487"/>
                      <a:pt x="278911" y="0"/>
                      <a:pt x="259794" y="0"/>
                    </a:cubicBezTo>
                    <a:cubicBezTo>
                      <a:pt x="224857" y="0"/>
                      <a:pt x="196186" y="27337"/>
                      <a:pt x="194053" y="61741"/>
                    </a:cubicBezTo>
                    <a:cubicBezTo>
                      <a:pt x="139579" y="65370"/>
                      <a:pt x="96374" y="110833"/>
                      <a:pt x="96374" y="166211"/>
                    </a:cubicBezTo>
                    <a:cubicBezTo>
                      <a:pt x="96374" y="168526"/>
                      <a:pt x="96469" y="170888"/>
                      <a:pt x="96669" y="173412"/>
                    </a:cubicBezTo>
                    <a:cubicBezTo>
                      <a:pt x="61903" y="179899"/>
                      <a:pt x="36500" y="209826"/>
                      <a:pt x="36500" y="245745"/>
                    </a:cubicBezTo>
                    <a:cubicBezTo>
                      <a:pt x="36500" y="266900"/>
                      <a:pt x="45558" y="286779"/>
                      <a:pt x="61055" y="300704"/>
                    </a:cubicBezTo>
                    <a:lnTo>
                      <a:pt x="3858" y="330317"/>
                    </a:lnTo>
                    <a:cubicBezTo>
                      <a:pt x="1486" y="331546"/>
                      <a:pt x="0" y="333994"/>
                      <a:pt x="0" y="336661"/>
                    </a:cubicBezTo>
                    <a:lnTo>
                      <a:pt x="0" y="762962"/>
                    </a:lnTo>
                    <a:cubicBezTo>
                      <a:pt x="0" y="766905"/>
                      <a:pt x="3200" y="770106"/>
                      <a:pt x="7144" y="770106"/>
                    </a:cubicBezTo>
                    <a:lnTo>
                      <a:pt x="76267" y="770106"/>
                    </a:lnTo>
                    <a:lnTo>
                      <a:pt x="76267" y="916229"/>
                    </a:lnTo>
                    <a:cubicBezTo>
                      <a:pt x="76267" y="936231"/>
                      <a:pt x="92535" y="952510"/>
                      <a:pt x="112538" y="952510"/>
                    </a:cubicBezTo>
                    <a:lnTo>
                      <a:pt x="248441" y="952510"/>
                    </a:lnTo>
                    <a:cubicBezTo>
                      <a:pt x="260414" y="952510"/>
                      <a:pt x="270958" y="946604"/>
                      <a:pt x="277568" y="937622"/>
                    </a:cubicBezTo>
                    <a:cubicBezTo>
                      <a:pt x="284159" y="946595"/>
                      <a:pt x="294704" y="952500"/>
                      <a:pt x="306676" y="952500"/>
                    </a:cubicBezTo>
                    <a:lnTo>
                      <a:pt x="442589" y="952500"/>
                    </a:lnTo>
                    <a:cubicBezTo>
                      <a:pt x="462591" y="952500"/>
                      <a:pt x="478860" y="936222"/>
                      <a:pt x="478860" y="916219"/>
                    </a:cubicBezTo>
                    <a:lnTo>
                      <a:pt x="478860" y="770106"/>
                    </a:lnTo>
                    <a:lnTo>
                      <a:pt x="547992" y="770106"/>
                    </a:lnTo>
                    <a:cubicBezTo>
                      <a:pt x="551936" y="770106"/>
                      <a:pt x="555136" y="766905"/>
                      <a:pt x="555136" y="762962"/>
                    </a:cubicBezTo>
                    <a:lnTo>
                      <a:pt x="555136" y="336652"/>
                    </a:lnTo>
                    <a:cubicBezTo>
                      <a:pt x="555127" y="333985"/>
                      <a:pt x="553631" y="331537"/>
                      <a:pt x="551259" y="330308"/>
                    </a:cubicBezTo>
                    <a:close/>
                    <a:moveTo>
                      <a:pt x="50787" y="245745"/>
                    </a:moveTo>
                    <a:cubicBezTo>
                      <a:pt x="50787" y="214827"/>
                      <a:pt x="74162" y="189424"/>
                      <a:pt x="105156" y="186652"/>
                    </a:cubicBezTo>
                    <a:cubicBezTo>
                      <a:pt x="107099" y="186471"/>
                      <a:pt x="108890" y="185518"/>
                      <a:pt x="110109" y="183985"/>
                    </a:cubicBezTo>
                    <a:cubicBezTo>
                      <a:pt x="111328" y="182461"/>
                      <a:pt x="111871" y="180499"/>
                      <a:pt x="111604" y="178575"/>
                    </a:cubicBezTo>
                    <a:cubicBezTo>
                      <a:pt x="110957" y="173822"/>
                      <a:pt x="110652" y="169897"/>
                      <a:pt x="110652" y="166211"/>
                    </a:cubicBezTo>
                    <a:cubicBezTo>
                      <a:pt x="110652" y="116357"/>
                      <a:pt x="151200" y="75809"/>
                      <a:pt x="201330" y="75809"/>
                    </a:cubicBezTo>
                    <a:cubicBezTo>
                      <a:pt x="201330" y="75809"/>
                      <a:pt x="201339" y="75809"/>
                      <a:pt x="201349" y="75809"/>
                    </a:cubicBezTo>
                    <a:cubicBezTo>
                      <a:pt x="203292" y="75809"/>
                      <a:pt x="205149" y="75019"/>
                      <a:pt x="206502" y="73619"/>
                    </a:cubicBezTo>
                    <a:cubicBezTo>
                      <a:pt x="207855" y="72219"/>
                      <a:pt x="208569" y="70323"/>
                      <a:pt x="208493" y="68390"/>
                    </a:cubicBezTo>
                    <a:cubicBezTo>
                      <a:pt x="208464" y="67713"/>
                      <a:pt x="208378" y="67046"/>
                      <a:pt x="208217" y="65875"/>
                    </a:cubicBezTo>
                    <a:cubicBezTo>
                      <a:pt x="208217" y="37433"/>
                      <a:pt x="231362" y="14288"/>
                      <a:pt x="259804" y="14288"/>
                    </a:cubicBezTo>
                    <a:cubicBezTo>
                      <a:pt x="276292" y="14288"/>
                      <a:pt x="291932" y="22384"/>
                      <a:pt x="301657" y="35928"/>
                    </a:cubicBezTo>
                    <a:cubicBezTo>
                      <a:pt x="303676" y="38748"/>
                      <a:pt x="307419" y="39700"/>
                      <a:pt x="310534" y="38214"/>
                    </a:cubicBezTo>
                    <a:cubicBezTo>
                      <a:pt x="326174" y="30775"/>
                      <a:pt x="342729" y="27003"/>
                      <a:pt x="359759" y="27003"/>
                    </a:cubicBezTo>
                    <a:cubicBezTo>
                      <a:pt x="423072" y="27003"/>
                      <a:pt x="474583" y="78505"/>
                      <a:pt x="474583" y="141808"/>
                    </a:cubicBezTo>
                    <a:cubicBezTo>
                      <a:pt x="474583" y="155829"/>
                      <a:pt x="471973" y="169726"/>
                      <a:pt x="466801" y="183109"/>
                    </a:cubicBezTo>
                    <a:cubicBezTo>
                      <a:pt x="465458" y="186585"/>
                      <a:pt x="467011" y="190500"/>
                      <a:pt x="470373" y="192119"/>
                    </a:cubicBezTo>
                    <a:cubicBezTo>
                      <a:pt x="491328" y="202197"/>
                      <a:pt x="504349" y="222742"/>
                      <a:pt x="504349" y="245735"/>
                    </a:cubicBezTo>
                    <a:cubicBezTo>
                      <a:pt x="504349" y="264747"/>
                      <a:pt x="495357" y="282264"/>
                      <a:pt x="480231" y="293522"/>
                    </a:cubicBezTo>
                    <a:lnTo>
                      <a:pt x="461715" y="283940"/>
                    </a:lnTo>
                    <a:cubicBezTo>
                      <a:pt x="462144" y="281083"/>
                      <a:pt x="462429" y="278197"/>
                      <a:pt x="462429" y="275301"/>
                    </a:cubicBezTo>
                    <a:cubicBezTo>
                      <a:pt x="462429" y="255108"/>
                      <a:pt x="452123" y="236868"/>
                      <a:pt x="435150" y="226333"/>
                    </a:cubicBezTo>
                    <a:cubicBezTo>
                      <a:pt x="438245" y="216579"/>
                      <a:pt x="439807" y="206512"/>
                      <a:pt x="439807" y="196339"/>
                    </a:cubicBezTo>
                    <a:cubicBezTo>
                      <a:pt x="439807" y="141313"/>
                      <a:pt x="395040" y="96545"/>
                      <a:pt x="340004" y="96545"/>
                    </a:cubicBezTo>
                    <a:cubicBezTo>
                      <a:pt x="327060" y="96545"/>
                      <a:pt x="314430" y="99050"/>
                      <a:pt x="302400" y="103984"/>
                    </a:cubicBezTo>
                    <a:cubicBezTo>
                      <a:pt x="292627" y="93183"/>
                      <a:pt x="278692" y="86878"/>
                      <a:pt x="264090" y="86878"/>
                    </a:cubicBezTo>
                    <a:cubicBezTo>
                      <a:pt x="237144" y="86878"/>
                      <a:pt x="214941" y="107566"/>
                      <a:pt x="212541" y="133902"/>
                    </a:cubicBezTo>
                    <a:cubicBezTo>
                      <a:pt x="170964" y="137427"/>
                      <a:pt x="138208" y="172403"/>
                      <a:pt x="138208" y="214874"/>
                    </a:cubicBezTo>
                    <a:cubicBezTo>
                      <a:pt x="138208" y="216198"/>
                      <a:pt x="138246" y="217551"/>
                      <a:pt x="138332" y="218961"/>
                    </a:cubicBezTo>
                    <a:cubicBezTo>
                      <a:pt x="111881" y="224609"/>
                      <a:pt x="92716" y="247698"/>
                      <a:pt x="92716" y="275311"/>
                    </a:cubicBezTo>
                    <a:cubicBezTo>
                      <a:pt x="92716" y="278206"/>
                      <a:pt x="93002" y="281083"/>
                      <a:pt x="93440" y="283950"/>
                    </a:cubicBezTo>
                    <a:lnTo>
                      <a:pt x="74924" y="293532"/>
                    </a:lnTo>
                    <a:cubicBezTo>
                      <a:pt x="59807" y="282283"/>
                      <a:pt x="50787" y="264671"/>
                      <a:pt x="50787" y="245745"/>
                    </a:cubicBezTo>
                    <a:close/>
                    <a:moveTo>
                      <a:pt x="107090" y="276873"/>
                    </a:moveTo>
                    <a:cubicBezTo>
                      <a:pt x="107071" y="276349"/>
                      <a:pt x="106994" y="275834"/>
                      <a:pt x="106994" y="275311"/>
                    </a:cubicBezTo>
                    <a:cubicBezTo>
                      <a:pt x="106994" y="252717"/>
                      <a:pt x="124082" y="234153"/>
                      <a:pt x="146733" y="232124"/>
                    </a:cubicBezTo>
                    <a:cubicBezTo>
                      <a:pt x="148676" y="231953"/>
                      <a:pt x="150466" y="230991"/>
                      <a:pt x="151676" y="229467"/>
                    </a:cubicBezTo>
                    <a:cubicBezTo>
                      <a:pt x="152895" y="227943"/>
                      <a:pt x="153438" y="225990"/>
                      <a:pt x="153172" y="224057"/>
                    </a:cubicBezTo>
                    <a:cubicBezTo>
                      <a:pt x="152695" y="220513"/>
                      <a:pt x="152476" y="217599"/>
                      <a:pt x="152476" y="214884"/>
                    </a:cubicBezTo>
                    <a:cubicBezTo>
                      <a:pt x="152476" y="177965"/>
                      <a:pt x="182499" y="147923"/>
                      <a:pt x="219637" y="147923"/>
                    </a:cubicBezTo>
                    <a:cubicBezTo>
                      <a:pt x="219647" y="147923"/>
                      <a:pt x="219656" y="147923"/>
                      <a:pt x="219666" y="147923"/>
                    </a:cubicBezTo>
                    <a:cubicBezTo>
                      <a:pt x="221628" y="147923"/>
                      <a:pt x="223495" y="147123"/>
                      <a:pt x="224847" y="145704"/>
                    </a:cubicBezTo>
                    <a:cubicBezTo>
                      <a:pt x="226200" y="144285"/>
                      <a:pt x="226905" y="142370"/>
                      <a:pt x="226800" y="140418"/>
                    </a:cubicBezTo>
                    <a:cubicBezTo>
                      <a:pt x="226790" y="140208"/>
                      <a:pt x="226619" y="138875"/>
                      <a:pt x="226600" y="138665"/>
                    </a:cubicBezTo>
                    <a:cubicBezTo>
                      <a:pt x="226600" y="118005"/>
                      <a:pt x="243411" y="101184"/>
                      <a:pt x="264081" y="101184"/>
                    </a:cubicBezTo>
                    <a:cubicBezTo>
                      <a:pt x="276044" y="101184"/>
                      <a:pt x="287407" y="107061"/>
                      <a:pt x="294475" y="116910"/>
                    </a:cubicBezTo>
                    <a:cubicBezTo>
                      <a:pt x="296494" y="119729"/>
                      <a:pt x="300238" y="120682"/>
                      <a:pt x="303352" y="119196"/>
                    </a:cubicBezTo>
                    <a:cubicBezTo>
                      <a:pt x="315001" y="113652"/>
                      <a:pt x="327336" y="110852"/>
                      <a:pt x="340004" y="110852"/>
                    </a:cubicBezTo>
                    <a:cubicBezTo>
                      <a:pt x="387153" y="110852"/>
                      <a:pt x="425520" y="149209"/>
                      <a:pt x="425520" y="196358"/>
                    </a:cubicBezTo>
                    <a:cubicBezTo>
                      <a:pt x="425520" y="206845"/>
                      <a:pt x="423577" y="217189"/>
                      <a:pt x="419748" y="227114"/>
                    </a:cubicBezTo>
                    <a:cubicBezTo>
                      <a:pt x="418376" y="230581"/>
                      <a:pt x="419929" y="234506"/>
                      <a:pt x="423291" y="236125"/>
                    </a:cubicBezTo>
                    <a:cubicBezTo>
                      <a:pt x="438607" y="243497"/>
                      <a:pt x="448123" y="258518"/>
                      <a:pt x="448123" y="275311"/>
                    </a:cubicBezTo>
                    <a:cubicBezTo>
                      <a:pt x="448123" y="275834"/>
                      <a:pt x="448037" y="276349"/>
                      <a:pt x="448018" y="276873"/>
                    </a:cubicBezTo>
                    <a:lnTo>
                      <a:pt x="280845" y="190329"/>
                    </a:lnTo>
                    <a:cubicBezTo>
                      <a:pt x="278787" y="189262"/>
                      <a:pt x="276330" y="189262"/>
                      <a:pt x="274282" y="190329"/>
                    </a:cubicBezTo>
                    <a:lnTo>
                      <a:pt x="107090" y="276873"/>
                    </a:lnTo>
                    <a:close/>
                    <a:moveTo>
                      <a:pt x="277559" y="204721"/>
                    </a:moveTo>
                    <a:lnTo>
                      <a:pt x="477383" y="308153"/>
                    </a:lnTo>
                    <a:cubicBezTo>
                      <a:pt x="477460" y="308191"/>
                      <a:pt x="477536" y="308229"/>
                      <a:pt x="477603" y="308267"/>
                    </a:cubicBezTo>
                    <a:lnTo>
                      <a:pt x="540839" y="341005"/>
                    </a:lnTo>
                    <a:lnTo>
                      <a:pt x="540839" y="384315"/>
                    </a:lnTo>
                    <a:lnTo>
                      <a:pt x="280845" y="249726"/>
                    </a:lnTo>
                    <a:cubicBezTo>
                      <a:pt x="278787" y="248660"/>
                      <a:pt x="276330" y="248660"/>
                      <a:pt x="274282" y="249726"/>
                    </a:cubicBezTo>
                    <a:lnTo>
                      <a:pt x="14278" y="384315"/>
                    </a:lnTo>
                    <a:lnTo>
                      <a:pt x="14278" y="340995"/>
                    </a:lnTo>
                    <a:lnTo>
                      <a:pt x="277559" y="204721"/>
                    </a:lnTo>
                    <a:close/>
                    <a:moveTo>
                      <a:pt x="464563" y="616220"/>
                    </a:moveTo>
                    <a:lnTo>
                      <a:pt x="284702" y="616220"/>
                    </a:lnTo>
                    <a:lnTo>
                      <a:pt x="284702" y="583597"/>
                    </a:lnTo>
                    <a:lnTo>
                      <a:pt x="464563" y="583597"/>
                    </a:lnTo>
                    <a:lnTo>
                      <a:pt x="464563" y="616220"/>
                    </a:lnTo>
                    <a:close/>
                    <a:moveTo>
                      <a:pt x="270396" y="616220"/>
                    </a:moveTo>
                    <a:lnTo>
                      <a:pt x="90545" y="616220"/>
                    </a:lnTo>
                    <a:lnTo>
                      <a:pt x="90545" y="583597"/>
                    </a:lnTo>
                    <a:lnTo>
                      <a:pt x="270396" y="583597"/>
                    </a:lnTo>
                    <a:lnTo>
                      <a:pt x="270396" y="616220"/>
                    </a:lnTo>
                    <a:close/>
                    <a:moveTo>
                      <a:pt x="90545" y="630507"/>
                    </a:moveTo>
                    <a:lnTo>
                      <a:pt x="270396" y="630507"/>
                    </a:lnTo>
                    <a:lnTo>
                      <a:pt x="270396" y="663159"/>
                    </a:lnTo>
                    <a:lnTo>
                      <a:pt x="90545" y="663159"/>
                    </a:lnTo>
                    <a:lnTo>
                      <a:pt x="90545" y="630507"/>
                    </a:lnTo>
                    <a:close/>
                    <a:moveTo>
                      <a:pt x="284702" y="630507"/>
                    </a:moveTo>
                    <a:lnTo>
                      <a:pt x="464563" y="630507"/>
                    </a:lnTo>
                    <a:lnTo>
                      <a:pt x="464563" y="663159"/>
                    </a:lnTo>
                    <a:lnTo>
                      <a:pt x="284702" y="663159"/>
                    </a:lnTo>
                    <a:lnTo>
                      <a:pt x="284702" y="630507"/>
                    </a:lnTo>
                    <a:close/>
                    <a:moveTo>
                      <a:pt x="464563" y="569309"/>
                    </a:moveTo>
                    <a:lnTo>
                      <a:pt x="284702" y="569309"/>
                    </a:lnTo>
                    <a:lnTo>
                      <a:pt x="284702" y="534391"/>
                    </a:lnTo>
                    <a:cubicBezTo>
                      <a:pt x="284702" y="522284"/>
                      <a:pt x="294561" y="512416"/>
                      <a:pt x="306676" y="512416"/>
                    </a:cubicBezTo>
                    <a:lnTo>
                      <a:pt x="442589" y="512416"/>
                    </a:lnTo>
                    <a:cubicBezTo>
                      <a:pt x="454704" y="512416"/>
                      <a:pt x="464572" y="522275"/>
                      <a:pt x="464572" y="534391"/>
                    </a:cubicBezTo>
                    <a:lnTo>
                      <a:pt x="464572" y="569309"/>
                    </a:lnTo>
                    <a:close/>
                    <a:moveTo>
                      <a:pt x="270396" y="569309"/>
                    </a:moveTo>
                    <a:lnTo>
                      <a:pt x="90545" y="569309"/>
                    </a:lnTo>
                    <a:lnTo>
                      <a:pt x="90545" y="534391"/>
                    </a:lnTo>
                    <a:cubicBezTo>
                      <a:pt x="90545" y="522284"/>
                      <a:pt x="100403" y="512416"/>
                      <a:pt x="112528" y="512416"/>
                    </a:cubicBezTo>
                    <a:lnTo>
                      <a:pt x="248431" y="512416"/>
                    </a:lnTo>
                    <a:cubicBezTo>
                      <a:pt x="260547" y="512416"/>
                      <a:pt x="270405" y="522275"/>
                      <a:pt x="270405" y="534391"/>
                    </a:cubicBezTo>
                    <a:lnTo>
                      <a:pt x="270405" y="569309"/>
                    </a:lnTo>
                    <a:close/>
                    <a:moveTo>
                      <a:pt x="248422" y="938213"/>
                    </a:moveTo>
                    <a:lnTo>
                      <a:pt x="112528" y="938213"/>
                    </a:lnTo>
                    <a:cubicBezTo>
                      <a:pt x="100413" y="938213"/>
                      <a:pt x="90545" y="928354"/>
                      <a:pt x="90545" y="916219"/>
                    </a:cubicBezTo>
                    <a:lnTo>
                      <a:pt x="90545" y="677447"/>
                    </a:lnTo>
                    <a:lnTo>
                      <a:pt x="270396" y="677447"/>
                    </a:lnTo>
                    <a:lnTo>
                      <a:pt x="270396" y="916219"/>
                    </a:lnTo>
                    <a:cubicBezTo>
                      <a:pt x="270396" y="928354"/>
                      <a:pt x="260537" y="938213"/>
                      <a:pt x="248422" y="938213"/>
                    </a:cubicBezTo>
                    <a:close/>
                    <a:moveTo>
                      <a:pt x="464563" y="916219"/>
                    </a:moveTo>
                    <a:cubicBezTo>
                      <a:pt x="464563" y="928345"/>
                      <a:pt x="454704" y="938213"/>
                      <a:pt x="442579" y="938213"/>
                    </a:cubicBezTo>
                    <a:lnTo>
                      <a:pt x="306676" y="938213"/>
                    </a:lnTo>
                    <a:cubicBezTo>
                      <a:pt x="294570" y="938213"/>
                      <a:pt x="284702" y="928354"/>
                      <a:pt x="284702" y="916219"/>
                    </a:cubicBezTo>
                    <a:lnTo>
                      <a:pt x="284702" y="677447"/>
                    </a:lnTo>
                    <a:lnTo>
                      <a:pt x="464563" y="677447"/>
                    </a:lnTo>
                    <a:lnTo>
                      <a:pt x="464563" y="916219"/>
                    </a:lnTo>
                    <a:close/>
                    <a:moveTo>
                      <a:pt x="478850" y="755818"/>
                    </a:moveTo>
                    <a:lnTo>
                      <a:pt x="478850" y="670303"/>
                    </a:lnTo>
                    <a:lnTo>
                      <a:pt x="478850" y="623364"/>
                    </a:lnTo>
                    <a:lnTo>
                      <a:pt x="478850" y="576453"/>
                    </a:lnTo>
                    <a:lnTo>
                      <a:pt x="478850" y="534391"/>
                    </a:lnTo>
                    <a:cubicBezTo>
                      <a:pt x="478850" y="514398"/>
                      <a:pt x="462582" y="498129"/>
                      <a:pt x="442579" y="498129"/>
                    </a:cubicBezTo>
                    <a:lnTo>
                      <a:pt x="306676" y="498129"/>
                    </a:lnTo>
                    <a:cubicBezTo>
                      <a:pt x="294704" y="498129"/>
                      <a:pt x="284169" y="504025"/>
                      <a:pt x="277549" y="513007"/>
                    </a:cubicBezTo>
                    <a:cubicBezTo>
                      <a:pt x="270948" y="504034"/>
                      <a:pt x="260394" y="498129"/>
                      <a:pt x="248422" y="498129"/>
                    </a:cubicBezTo>
                    <a:lnTo>
                      <a:pt x="112528" y="498129"/>
                    </a:lnTo>
                    <a:cubicBezTo>
                      <a:pt x="92526" y="498129"/>
                      <a:pt x="76257" y="514398"/>
                      <a:pt x="76257" y="534391"/>
                    </a:cubicBezTo>
                    <a:lnTo>
                      <a:pt x="76257" y="576453"/>
                    </a:lnTo>
                    <a:lnTo>
                      <a:pt x="76257" y="623373"/>
                    </a:lnTo>
                    <a:lnTo>
                      <a:pt x="76257" y="670312"/>
                    </a:lnTo>
                    <a:lnTo>
                      <a:pt x="76257" y="755828"/>
                    </a:lnTo>
                    <a:lnTo>
                      <a:pt x="14278" y="755828"/>
                    </a:lnTo>
                    <a:lnTo>
                      <a:pt x="14278" y="400393"/>
                    </a:lnTo>
                    <a:lnTo>
                      <a:pt x="277559" y="264119"/>
                    </a:lnTo>
                    <a:lnTo>
                      <a:pt x="540839" y="400393"/>
                    </a:lnTo>
                    <a:lnTo>
                      <a:pt x="540839" y="755809"/>
                    </a:lnTo>
                    <a:lnTo>
                      <a:pt x="478850" y="75580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15">
                <a:extLst>
                  <a:ext uri="{FF2B5EF4-FFF2-40B4-BE49-F238E27FC236}">
                    <a16:creationId xmlns:a16="http://schemas.microsoft.com/office/drawing/2014/main" id="{031D47D7-286D-FC68-7E11-5F3EEDF5C071}"/>
                  </a:ext>
                </a:extLst>
              </p:cNvPr>
              <p:cNvSpPr/>
              <p:nvPr/>
            </p:nvSpPr>
            <p:spPr>
              <a:xfrm>
                <a:off x="-1506230" y="3515267"/>
                <a:ext cx="74152" cy="74171"/>
              </a:xfrm>
              <a:custGeom>
                <a:avLst/>
                <a:gdLst>
                  <a:gd name="connsiteX0" fmla="*/ 37071 w 74152"/>
                  <a:gd name="connsiteY0" fmla="*/ 0 h 74171"/>
                  <a:gd name="connsiteX1" fmla="*/ 0 w 74152"/>
                  <a:gd name="connsiteY1" fmla="*/ 37081 h 74171"/>
                  <a:gd name="connsiteX2" fmla="*/ 37071 w 74152"/>
                  <a:gd name="connsiteY2" fmla="*/ 74171 h 74171"/>
                  <a:gd name="connsiteX3" fmla="*/ 74152 w 74152"/>
                  <a:gd name="connsiteY3" fmla="*/ 37081 h 74171"/>
                  <a:gd name="connsiteX4" fmla="*/ 37071 w 74152"/>
                  <a:gd name="connsiteY4" fmla="*/ 0 h 74171"/>
                  <a:gd name="connsiteX5" fmla="*/ 37071 w 74152"/>
                  <a:gd name="connsiteY5" fmla="*/ 59874 h 74171"/>
                  <a:gd name="connsiteX6" fmla="*/ 14288 w 74152"/>
                  <a:gd name="connsiteY6" fmla="*/ 37071 h 74171"/>
                  <a:gd name="connsiteX7" fmla="*/ 37071 w 74152"/>
                  <a:gd name="connsiteY7" fmla="*/ 14278 h 74171"/>
                  <a:gd name="connsiteX8" fmla="*/ 59865 w 74152"/>
                  <a:gd name="connsiteY8" fmla="*/ 37071 h 74171"/>
                  <a:gd name="connsiteX9" fmla="*/ 37071 w 74152"/>
                  <a:gd name="connsiteY9" fmla="*/ 59874 h 74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4152" h="74171">
                    <a:moveTo>
                      <a:pt x="37071" y="0"/>
                    </a:moveTo>
                    <a:cubicBezTo>
                      <a:pt x="16631" y="0"/>
                      <a:pt x="0" y="16631"/>
                      <a:pt x="0" y="37081"/>
                    </a:cubicBezTo>
                    <a:cubicBezTo>
                      <a:pt x="0" y="57531"/>
                      <a:pt x="16631" y="74171"/>
                      <a:pt x="37071" y="74171"/>
                    </a:cubicBezTo>
                    <a:cubicBezTo>
                      <a:pt x="57512" y="74171"/>
                      <a:pt x="74152" y="57531"/>
                      <a:pt x="74152" y="37081"/>
                    </a:cubicBezTo>
                    <a:cubicBezTo>
                      <a:pt x="74152" y="16631"/>
                      <a:pt x="57512" y="0"/>
                      <a:pt x="37071" y="0"/>
                    </a:cubicBezTo>
                    <a:close/>
                    <a:moveTo>
                      <a:pt x="37071" y="59874"/>
                    </a:moveTo>
                    <a:cubicBezTo>
                      <a:pt x="24508" y="59874"/>
                      <a:pt x="14288" y="49644"/>
                      <a:pt x="14288" y="37071"/>
                    </a:cubicBezTo>
                    <a:cubicBezTo>
                      <a:pt x="14288" y="24498"/>
                      <a:pt x="24508" y="14278"/>
                      <a:pt x="37071" y="14278"/>
                    </a:cubicBezTo>
                    <a:cubicBezTo>
                      <a:pt x="49635" y="14278"/>
                      <a:pt x="59865" y="24498"/>
                      <a:pt x="59865" y="37071"/>
                    </a:cubicBezTo>
                    <a:cubicBezTo>
                      <a:pt x="59865" y="49644"/>
                      <a:pt x="49635" y="59874"/>
                      <a:pt x="37071" y="59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Freeform: Shape 216">
                <a:extLst>
                  <a:ext uri="{FF2B5EF4-FFF2-40B4-BE49-F238E27FC236}">
                    <a16:creationId xmlns:a16="http://schemas.microsoft.com/office/drawing/2014/main" id="{BC4B8370-8A4A-809D-5318-B69F563D596D}"/>
                  </a:ext>
                </a:extLst>
              </p:cNvPr>
              <p:cNvSpPr/>
              <p:nvPr/>
            </p:nvSpPr>
            <p:spPr>
              <a:xfrm>
                <a:off x="-1415638" y="3515267"/>
                <a:ext cx="57997" cy="14287"/>
              </a:xfrm>
              <a:custGeom>
                <a:avLst/>
                <a:gdLst>
                  <a:gd name="connsiteX0" fmla="*/ 50854 w 57997"/>
                  <a:gd name="connsiteY0" fmla="*/ 0 h 14287"/>
                  <a:gd name="connsiteX1" fmla="*/ 7144 w 57997"/>
                  <a:gd name="connsiteY1" fmla="*/ 0 h 14287"/>
                  <a:gd name="connsiteX2" fmla="*/ 0 w 57997"/>
                  <a:gd name="connsiteY2" fmla="*/ 7144 h 14287"/>
                  <a:gd name="connsiteX3" fmla="*/ 7144 w 57997"/>
                  <a:gd name="connsiteY3" fmla="*/ 14288 h 14287"/>
                  <a:gd name="connsiteX4" fmla="*/ 50854 w 57997"/>
                  <a:gd name="connsiteY4" fmla="*/ 14288 h 14287"/>
                  <a:gd name="connsiteX5" fmla="*/ 57998 w 57997"/>
                  <a:gd name="connsiteY5" fmla="*/ 7144 h 14287"/>
                  <a:gd name="connsiteX6" fmla="*/ 50854 w 57997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97" h="14287">
                    <a:moveTo>
                      <a:pt x="50854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50854" y="14288"/>
                    </a:lnTo>
                    <a:cubicBezTo>
                      <a:pt x="54797" y="14288"/>
                      <a:pt x="57998" y="11087"/>
                      <a:pt x="57998" y="7144"/>
                    </a:cubicBezTo>
                    <a:cubicBezTo>
                      <a:pt x="57998" y="3200"/>
                      <a:pt x="54797" y="0"/>
                      <a:pt x="5085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17">
                <a:extLst>
                  <a:ext uri="{FF2B5EF4-FFF2-40B4-BE49-F238E27FC236}">
                    <a16:creationId xmlns:a16="http://schemas.microsoft.com/office/drawing/2014/main" id="{21D6B79D-71AA-1E53-0BC4-4797E86903BA}"/>
                  </a:ext>
                </a:extLst>
              </p:cNvPr>
              <p:cNvSpPr/>
              <p:nvPr/>
            </p:nvSpPr>
            <p:spPr>
              <a:xfrm>
                <a:off x="-1393778" y="3545204"/>
                <a:ext cx="36137" cy="14287"/>
              </a:xfrm>
              <a:custGeom>
                <a:avLst/>
                <a:gdLst>
                  <a:gd name="connsiteX0" fmla="*/ 28994 w 36137"/>
                  <a:gd name="connsiteY0" fmla="*/ 0 h 14287"/>
                  <a:gd name="connsiteX1" fmla="*/ 7144 w 36137"/>
                  <a:gd name="connsiteY1" fmla="*/ 0 h 14287"/>
                  <a:gd name="connsiteX2" fmla="*/ 0 w 36137"/>
                  <a:gd name="connsiteY2" fmla="*/ 7144 h 14287"/>
                  <a:gd name="connsiteX3" fmla="*/ 7144 w 36137"/>
                  <a:gd name="connsiteY3" fmla="*/ 14288 h 14287"/>
                  <a:gd name="connsiteX4" fmla="*/ 28994 w 36137"/>
                  <a:gd name="connsiteY4" fmla="*/ 14288 h 14287"/>
                  <a:gd name="connsiteX5" fmla="*/ 36138 w 36137"/>
                  <a:gd name="connsiteY5" fmla="*/ 7144 h 14287"/>
                  <a:gd name="connsiteX6" fmla="*/ 28994 w 36137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137" h="14287">
                    <a:moveTo>
                      <a:pt x="28994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28994" y="14288"/>
                    </a:lnTo>
                    <a:cubicBezTo>
                      <a:pt x="32937" y="14288"/>
                      <a:pt x="36138" y="11087"/>
                      <a:pt x="36138" y="7144"/>
                    </a:cubicBezTo>
                    <a:cubicBezTo>
                      <a:pt x="36138" y="3200"/>
                      <a:pt x="32937" y="0"/>
                      <a:pt x="289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" name="Freeform: Shape 218">
                <a:extLst>
                  <a:ext uri="{FF2B5EF4-FFF2-40B4-BE49-F238E27FC236}">
                    <a16:creationId xmlns:a16="http://schemas.microsoft.com/office/drawing/2014/main" id="{A59767FD-22FB-6E2F-BE46-579FC76FF4D9}"/>
                  </a:ext>
                </a:extLst>
              </p:cNvPr>
              <p:cNvSpPr/>
              <p:nvPr/>
            </p:nvSpPr>
            <p:spPr>
              <a:xfrm>
                <a:off x="-1312082" y="3515267"/>
                <a:ext cx="74161" cy="74171"/>
              </a:xfrm>
              <a:custGeom>
                <a:avLst/>
                <a:gdLst>
                  <a:gd name="connsiteX0" fmla="*/ 37071 w 74161"/>
                  <a:gd name="connsiteY0" fmla="*/ 0 h 74171"/>
                  <a:gd name="connsiteX1" fmla="*/ 0 w 74161"/>
                  <a:gd name="connsiteY1" fmla="*/ 37081 h 74171"/>
                  <a:gd name="connsiteX2" fmla="*/ 37071 w 74161"/>
                  <a:gd name="connsiteY2" fmla="*/ 74171 h 74171"/>
                  <a:gd name="connsiteX3" fmla="*/ 74162 w 74161"/>
                  <a:gd name="connsiteY3" fmla="*/ 37081 h 74171"/>
                  <a:gd name="connsiteX4" fmla="*/ 37071 w 74161"/>
                  <a:gd name="connsiteY4" fmla="*/ 0 h 74171"/>
                  <a:gd name="connsiteX5" fmla="*/ 37071 w 74161"/>
                  <a:gd name="connsiteY5" fmla="*/ 59874 h 74171"/>
                  <a:gd name="connsiteX6" fmla="*/ 14288 w 74161"/>
                  <a:gd name="connsiteY6" fmla="*/ 37071 h 74171"/>
                  <a:gd name="connsiteX7" fmla="*/ 37071 w 74161"/>
                  <a:gd name="connsiteY7" fmla="*/ 14278 h 74171"/>
                  <a:gd name="connsiteX8" fmla="*/ 59874 w 74161"/>
                  <a:gd name="connsiteY8" fmla="*/ 37071 h 74171"/>
                  <a:gd name="connsiteX9" fmla="*/ 37071 w 74161"/>
                  <a:gd name="connsiteY9" fmla="*/ 59874 h 74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4161" h="74171">
                    <a:moveTo>
                      <a:pt x="37071" y="0"/>
                    </a:moveTo>
                    <a:cubicBezTo>
                      <a:pt x="16631" y="0"/>
                      <a:pt x="0" y="16631"/>
                      <a:pt x="0" y="37081"/>
                    </a:cubicBezTo>
                    <a:cubicBezTo>
                      <a:pt x="0" y="57531"/>
                      <a:pt x="16631" y="74171"/>
                      <a:pt x="37071" y="74171"/>
                    </a:cubicBezTo>
                    <a:cubicBezTo>
                      <a:pt x="57512" y="74171"/>
                      <a:pt x="74162" y="57531"/>
                      <a:pt x="74162" y="37081"/>
                    </a:cubicBezTo>
                    <a:cubicBezTo>
                      <a:pt x="74162" y="16631"/>
                      <a:pt x="57521" y="0"/>
                      <a:pt x="37071" y="0"/>
                    </a:cubicBezTo>
                    <a:close/>
                    <a:moveTo>
                      <a:pt x="37071" y="59874"/>
                    </a:moveTo>
                    <a:cubicBezTo>
                      <a:pt x="24517" y="59874"/>
                      <a:pt x="14288" y="49644"/>
                      <a:pt x="14288" y="37071"/>
                    </a:cubicBezTo>
                    <a:cubicBezTo>
                      <a:pt x="14288" y="24498"/>
                      <a:pt x="24508" y="14278"/>
                      <a:pt x="37071" y="14278"/>
                    </a:cubicBezTo>
                    <a:cubicBezTo>
                      <a:pt x="49635" y="14278"/>
                      <a:pt x="59874" y="24498"/>
                      <a:pt x="59874" y="37071"/>
                    </a:cubicBezTo>
                    <a:cubicBezTo>
                      <a:pt x="59874" y="49644"/>
                      <a:pt x="49644" y="59874"/>
                      <a:pt x="37071" y="59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19">
                <a:extLst>
                  <a:ext uri="{FF2B5EF4-FFF2-40B4-BE49-F238E27FC236}">
                    <a16:creationId xmlns:a16="http://schemas.microsoft.com/office/drawing/2014/main" id="{24F9EE38-AE7C-D4F6-0751-7322FC769454}"/>
                  </a:ext>
                </a:extLst>
              </p:cNvPr>
              <p:cNvSpPr/>
              <p:nvPr/>
            </p:nvSpPr>
            <p:spPr>
              <a:xfrm>
                <a:off x="-1221480" y="3515267"/>
                <a:ext cx="57978" cy="14287"/>
              </a:xfrm>
              <a:custGeom>
                <a:avLst/>
                <a:gdLst>
                  <a:gd name="connsiteX0" fmla="*/ 50835 w 57978"/>
                  <a:gd name="connsiteY0" fmla="*/ 0 h 14287"/>
                  <a:gd name="connsiteX1" fmla="*/ 7144 w 57978"/>
                  <a:gd name="connsiteY1" fmla="*/ 0 h 14287"/>
                  <a:gd name="connsiteX2" fmla="*/ 0 w 57978"/>
                  <a:gd name="connsiteY2" fmla="*/ 7144 h 14287"/>
                  <a:gd name="connsiteX3" fmla="*/ 7144 w 57978"/>
                  <a:gd name="connsiteY3" fmla="*/ 14288 h 14287"/>
                  <a:gd name="connsiteX4" fmla="*/ 50835 w 57978"/>
                  <a:gd name="connsiteY4" fmla="*/ 14288 h 14287"/>
                  <a:gd name="connsiteX5" fmla="*/ 57979 w 57978"/>
                  <a:gd name="connsiteY5" fmla="*/ 7144 h 14287"/>
                  <a:gd name="connsiteX6" fmla="*/ 50835 w 57978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78" h="14287">
                    <a:moveTo>
                      <a:pt x="50835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50835" y="14288"/>
                    </a:lnTo>
                    <a:cubicBezTo>
                      <a:pt x="54778" y="14288"/>
                      <a:pt x="57979" y="11087"/>
                      <a:pt x="57979" y="7144"/>
                    </a:cubicBezTo>
                    <a:cubicBezTo>
                      <a:pt x="57979" y="3200"/>
                      <a:pt x="54778" y="0"/>
                      <a:pt x="508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20">
                <a:extLst>
                  <a:ext uri="{FF2B5EF4-FFF2-40B4-BE49-F238E27FC236}">
                    <a16:creationId xmlns:a16="http://schemas.microsoft.com/office/drawing/2014/main" id="{9FFC2A6C-3899-8ABF-C583-7BEC492E2219}"/>
                  </a:ext>
                </a:extLst>
              </p:cNvPr>
              <p:cNvSpPr/>
              <p:nvPr/>
            </p:nvSpPr>
            <p:spPr>
              <a:xfrm>
                <a:off x="-1199620" y="3545204"/>
                <a:ext cx="36118" cy="14287"/>
              </a:xfrm>
              <a:custGeom>
                <a:avLst/>
                <a:gdLst>
                  <a:gd name="connsiteX0" fmla="*/ 28975 w 36118"/>
                  <a:gd name="connsiteY0" fmla="*/ 0 h 14287"/>
                  <a:gd name="connsiteX1" fmla="*/ 7144 w 36118"/>
                  <a:gd name="connsiteY1" fmla="*/ 0 h 14287"/>
                  <a:gd name="connsiteX2" fmla="*/ 0 w 36118"/>
                  <a:gd name="connsiteY2" fmla="*/ 7144 h 14287"/>
                  <a:gd name="connsiteX3" fmla="*/ 7144 w 36118"/>
                  <a:gd name="connsiteY3" fmla="*/ 14288 h 14287"/>
                  <a:gd name="connsiteX4" fmla="*/ 28975 w 36118"/>
                  <a:gd name="connsiteY4" fmla="*/ 14288 h 14287"/>
                  <a:gd name="connsiteX5" fmla="*/ 36119 w 36118"/>
                  <a:gd name="connsiteY5" fmla="*/ 7144 h 14287"/>
                  <a:gd name="connsiteX6" fmla="*/ 28975 w 36118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118" h="14287">
                    <a:moveTo>
                      <a:pt x="28975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28975" y="14288"/>
                    </a:lnTo>
                    <a:cubicBezTo>
                      <a:pt x="32918" y="14288"/>
                      <a:pt x="36119" y="11087"/>
                      <a:pt x="36119" y="7144"/>
                    </a:cubicBezTo>
                    <a:cubicBezTo>
                      <a:pt x="36119" y="3200"/>
                      <a:pt x="32918" y="0"/>
                      <a:pt x="2897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21">
                <a:extLst>
                  <a:ext uri="{FF2B5EF4-FFF2-40B4-BE49-F238E27FC236}">
                    <a16:creationId xmlns:a16="http://schemas.microsoft.com/office/drawing/2014/main" id="{805243C0-735F-8699-D010-E58DA1B43879}"/>
                  </a:ext>
                </a:extLst>
              </p:cNvPr>
              <p:cNvSpPr/>
              <p:nvPr/>
            </p:nvSpPr>
            <p:spPr>
              <a:xfrm>
                <a:off x="-1430211" y="3027235"/>
                <a:ext cx="195557" cy="59531"/>
              </a:xfrm>
              <a:custGeom>
                <a:avLst/>
                <a:gdLst>
                  <a:gd name="connsiteX0" fmla="*/ 165792 w 195557"/>
                  <a:gd name="connsiteY0" fmla="*/ 0 h 59531"/>
                  <a:gd name="connsiteX1" fmla="*/ 29766 w 195557"/>
                  <a:gd name="connsiteY1" fmla="*/ 0 h 59531"/>
                  <a:gd name="connsiteX2" fmla="*/ 0 w 195557"/>
                  <a:gd name="connsiteY2" fmla="*/ 29766 h 59531"/>
                  <a:gd name="connsiteX3" fmla="*/ 29766 w 195557"/>
                  <a:gd name="connsiteY3" fmla="*/ 59531 h 59531"/>
                  <a:gd name="connsiteX4" fmla="*/ 165792 w 195557"/>
                  <a:gd name="connsiteY4" fmla="*/ 59531 h 59531"/>
                  <a:gd name="connsiteX5" fmla="*/ 195558 w 195557"/>
                  <a:gd name="connsiteY5" fmla="*/ 29766 h 59531"/>
                  <a:gd name="connsiteX6" fmla="*/ 165792 w 195557"/>
                  <a:gd name="connsiteY6" fmla="*/ 0 h 59531"/>
                  <a:gd name="connsiteX7" fmla="*/ 14288 w 195557"/>
                  <a:gd name="connsiteY7" fmla="*/ 29766 h 59531"/>
                  <a:gd name="connsiteX8" fmla="*/ 29766 w 195557"/>
                  <a:gd name="connsiteY8" fmla="*/ 14288 h 59531"/>
                  <a:gd name="connsiteX9" fmla="*/ 90630 w 195557"/>
                  <a:gd name="connsiteY9" fmla="*/ 14288 h 59531"/>
                  <a:gd name="connsiteX10" fmla="*/ 90630 w 195557"/>
                  <a:gd name="connsiteY10" fmla="*/ 45244 h 59531"/>
                  <a:gd name="connsiteX11" fmla="*/ 29766 w 195557"/>
                  <a:gd name="connsiteY11" fmla="*/ 45244 h 59531"/>
                  <a:gd name="connsiteX12" fmla="*/ 14288 w 195557"/>
                  <a:gd name="connsiteY12" fmla="*/ 29766 h 59531"/>
                  <a:gd name="connsiteX13" fmla="*/ 165792 w 195557"/>
                  <a:gd name="connsiteY13" fmla="*/ 45244 h 59531"/>
                  <a:gd name="connsiteX14" fmla="*/ 104918 w 195557"/>
                  <a:gd name="connsiteY14" fmla="*/ 45244 h 59531"/>
                  <a:gd name="connsiteX15" fmla="*/ 104918 w 195557"/>
                  <a:gd name="connsiteY15" fmla="*/ 14288 h 59531"/>
                  <a:gd name="connsiteX16" fmla="*/ 165792 w 195557"/>
                  <a:gd name="connsiteY16" fmla="*/ 14288 h 59531"/>
                  <a:gd name="connsiteX17" fmla="*/ 181270 w 195557"/>
                  <a:gd name="connsiteY17" fmla="*/ 29766 h 59531"/>
                  <a:gd name="connsiteX18" fmla="*/ 165792 w 195557"/>
                  <a:gd name="connsiteY18" fmla="*/ 45244 h 59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5557" h="59531">
                    <a:moveTo>
                      <a:pt x="165792" y="0"/>
                    </a:moveTo>
                    <a:lnTo>
                      <a:pt x="29766" y="0"/>
                    </a:lnTo>
                    <a:cubicBezTo>
                      <a:pt x="13354" y="0"/>
                      <a:pt x="0" y="13354"/>
                      <a:pt x="0" y="29766"/>
                    </a:cubicBezTo>
                    <a:cubicBezTo>
                      <a:pt x="0" y="46177"/>
                      <a:pt x="13354" y="59531"/>
                      <a:pt x="29766" y="59531"/>
                    </a:cubicBezTo>
                    <a:lnTo>
                      <a:pt x="165792" y="59531"/>
                    </a:lnTo>
                    <a:cubicBezTo>
                      <a:pt x="182204" y="59531"/>
                      <a:pt x="195558" y="46177"/>
                      <a:pt x="195558" y="29766"/>
                    </a:cubicBezTo>
                    <a:cubicBezTo>
                      <a:pt x="195558" y="13354"/>
                      <a:pt x="182194" y="0"/>
                      <a:pt x="165792" y="0"/>
                    </a:cubicBezTo>
                    <a:close/>
                    <a:moveTo>
                      <a:pt x="14288" y="29766"/>
                    </a:moveTo>
                    <a:cubicBezTo>
                      <a:pt x="14288" y="21231"/>
                      <a:pt x="21231" y="14288"/>
                      <a:pt x="29766" y="14288"/>
                    </a:cubicBezTo>
                    <a:lnTo>
                      <a:pt x="90630" y="14288"/>
                    </a:lnTo>
                    <a:lnTo>
                      <a:pt x="90630" y="45244"/>
                    </a:lnTo>
                    <a:lnTo>
                      <a:pt x="29766" y="45244"/>
                    </a:lnTo>
                    <a:cubicBezTo>
                      <a:pt x="21231" y="45244"/>
                      <a:pt x="14288" y="38300"/>
                      <a:pt x="14288" y="29766"/>
                    </a:cubicBezTo>
                    <a:close/>
                    <a:moveTo>
                      <a:pt x="165792" y="45244"/>
                    </a:moveTo>
                    <a:lnTo>
                      <a:pt x="104918" y="45244"/>
                    </a:lnTo>
                    <a:lnTo>
                      <a:pt x="104918" y="14288"/>
                    </a:lnTo>
                    <a:lnTo>
                      <a:pt x="165792" y="14288"/>
                    </a:lnTo>
                    <a:cubicBezTo>
                      <a:pt x="174327" y="14288"/>
                      <a:pt x="181270" y="21231"/>
                      <a:pt x="181270" y="29766"/>
                    </a:cubicBezTo>
                    <a:cubicBezTo>
                      <a:pt x="181270" y="38300"/>
                      <a:pt x="174327" y="45244"/>
                      <a:pt x="165792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1140B0C-7B31-CFB2-774C-BAB83E5CAA9A}"/>
              </a:ext>
            </a:extLst>
          </p:cNvPr>
          <p:cNvGrpSpPr/>
          <p:nvPr/>
        </p:nvGrpSpPr>
        <p:grpSpPr>
          <a:xfrm>
            <a:off x="3897195" y="1606368"/>
            <a:ext cx="702195" cy="477231"/>
            <a:chOff x="1192331" y="4918169"/>
            <a:chExt cx="702195" cy="47723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B68F7CA-2BB5-6E82-0ADB-5629AA2338C0}"/>
                </a:ext>
              </a:extLst>
            </p:cNvPr>
            <p:cNvSpPr>
              <a:spLocks/>
            </p:cNvSpPr>
            <p:nvPr/>
          </p:nvSpPr>
          <p:spPr>
            <a:xfrm>
              <a:off x="1192331" y="4918169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Applications</a:t>
              </a:r>
            </a:p>
          </p:txBody>
        </p:sp>
        <p:grpSp>
          <p:nvGrpSpPr>
            <p:cNvPr id="31" name="Graphic 243">
              <a:extLst>
                <a:ext uri="{FF2B5EF4-FFF2-40B4-BE49-F238E27FC236}">
                  <a16:creationId xmlns:a16="http://schemas.microsoft.com/office/drawing/2014/main" id="{5AA7BB58-04C4-AB3B-8698-F52114B5C86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36226" y="5116000"/>
              <a:ext cx="214406" cy="279400"/>
              <a:chOff x="-1950604" y="2362747"/>
              <a:chExt cx="1118893" cy="1458067"/>
            </a:xfrm>
            <a:solidFill>
              <a:schemeClr val="bg1"/>
            </a:solidFill>
          </p:grpSpPr>
          <p:sp>
            <p:nvSpPr>
              <p:cNvPr id="33" name="Freeform: Shape 228">
                <a:extLst>
                  <a:ext uri="{FF2B5EF4-FFF2-40B4-BE49-F238E27FC236}">
                    <a16:creationId xmlns:a16="http://schemas.microsoft.com/office/drawing/2014/main" id="{5CA17AF6-2393-142D-6781-85F29C96939D}"/>
                  </a:ext>
                </a:extLst>
              </p:cNvPr>
              <p:cNvSpPr/>
              <p:nvPr/>
            </p:nvSpPr>
            <p:spPr>
              <a:xfrm>
                <a:off x="-1625772" y="3571548"/>
                <a:ext cx="95194" cy="201598"/>
              </a:xfrm>
              <a:custGeom>
                <a:avLst/>
                <a:gdLst>
                  <a:gd name="connsiteX0" fmla="*/ 12797 w 95194"/>
                  <a:gd name="connsiteY0" fmla="*/ 201599 h 201598"/>
                  <a:gd name="connsiteX1" fmla="*/ 8062 w 95194"/>
                  <a:gd name="connsiteY1" fmla="*/ 200666 h 201598"/>
                  <a:gd name="connsiteX2" fmla="*/ 901 w 95194"/>
                  <a:gd name="connsiteY2" fmla="*/ 184081 h 201598"/>
                  <a:gd name="connsiteX3" fmla="*/ 70516 w 95194"/>
                  <a:gd name="connsiteY3" fmla="*/ 8093 h 201598"/>
                  <a:gd name="connsiteX4" fmla="*/ 87096 w 95194"/>
                  <a:gd name="connsiteY4" fmla="*/ 899 h 201598"/>
                  <a:gd name="connsiteX5" fmla="*/ 94290 w 95194"/>
                  <a:gd name="connsiteY5" fmla="*/ 17484 h 201598"/>
                  <a:gd name="connsiteX6" fmla="*/ 24681 w 95194"/>
                  <a:gd name="connsiteY6" fmla="*/ 193506 h 201598"/>
                  <a:gd name="connsiteX7" fmla="*/ 12797 w 95194"/>
                  <a:gd name="connsiteY7" fmla="*/ 201599 h 20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5194" h="201598">
                    <a:moveTo>
                      <a:pt x="12797" y="201599"/>
                    </a:moveTo>
                    <a:cubicBezTo>
                      <a:pt x="11238" y="201599"/>
                      <a:pt x="9627" y="201299"/>
                      <a:pt x="8062" y="200666"/>
                    </a:cubicBezTo>
                    <a:cubicBezTo>
                      <a:pt x="1512" y="198101"/>
                      <a:pt x="-1696" y="190642"/>
                      <a:pt x="901" y="184081"/>
                    </a:cubicBezTo>
                    <a:lnTo>
                      <a:pt x="70516" y="8093"/>
                    </a:lnTo>
                    <a:cubicBezTo>
                      <a:pt x="73107" y="1531"/>
                      <a:pt x="80535" y="-1700"/>
                      <a:pt x="87096" y="899"/>
                    </a:cubicBezTo>
                    <a:cubicBezTo>
                      <a:pt x="93700" y="3496"/>
                      <a:pt x="96891" y="10924"/>
                      <a:pt x="94290" y="17484"/>
                    </a:cubicBezTo>
                    <a:lnTo>
                      <a:pt x="24681" y="193506"/>
                    </a:lnTo>
                    <a:cubicBezTo>
                      <a:pt x="22690" y="198534"/>
                      <a:pt x="17854" y="201599"/>
                      <a:pt x="12797" y="2015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229">
                <a:extLst>
                  <a:ext uri="{FF2B5EF4-FFF2-40B4-BE49-F238E27FC236}">
                    <a16:creationId xmlns:a16="http://schemas.microsoft.com/office/drawing/2014/main" id="{D4C4E345-341E-A5EB-918D-29C6F8A6602F}"/>
                  </a:ext>
                </a:extLst>
              </p:cNvPr>
              <p:cNvSpPr/>
              <p:nvPr/>
            </p:nvSpPr>
            <p:spPr>
              <a:xfrm>
                <a:off x="-1556153" y="3571548"/>
                <a:ext cx="95216" cy="201599"/>
              </a:xfrm>
              <a:custGeom>
                <a:avLst/>
                <a:gdLst>
                  <a:gd name="connsiteX0" fmla="*/ 82431 w 95216"/>
                  <a:gd name="connsiteY0" fmla="*/ 201599 h 201599"/>
                  <a:gd name="connsiteX1" fmla="*/ 70535 w 95216"/>
                  <a:gd name="connsiteY1" fmla="*/ 193506 h 201599"/>
                  <a:gd name="connsiteX2" fmla="*/ 897 w 95216"/>
                  <a:gd name="connsiteY2" fmla="*/ 17484 h 201599"/>
                  <a:gd name="connsiteX3" fmla="*/ 8084 w 95216"/>
                  <a:gd name="connsiteY3" fmla="*/ 899 h 201599"/>
                  <a:gd name="connsiteX4" fmla="*/ 24672 w 95216"/>
                  <a:gd name="connsiteY4" fmla="*/ 8093 h 201599"/>
                  <a:gd name="connsiteX5" fmla="*/ 94315 w 95216"/>
                  <a:gd name="connsiteY5" fmla="*/ 184081 h 201599"/>
                  <a:gd name="connsiteX6" fmla="*/ 87121 w 95216"/>
                  <a:gd name="connsiteY6" fmla="*/ 200667 h 201599"/>
                  <a:gd name="connsiteX7" fmla="*/ 82431 w 95216"/>
                  <a:gd name="connsiteY7" fmla="*/ 201599 h 201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5216" h="201599">
                    <a:moveTo>
                      <a:pt x="82431" y="201599"/>
                    </a:moveTo>
                    <a:cubicBezTo>
                      <a:pt x="77332" y="201599"/>
                      <a:pt x="72499" y="198535"/>
                      <a:pt x="70535" y="193506"/>
                    </a:cubicBezTo>
                    <a:lnTo>
                      <a:pt x="897" y="17484"/>
                    </a:lnTo>
                    <a:cubicBezTo>
                      <a:pt x="-1696" y="10923"/>
                      <a:pt x="1524" y="3496"/>
                      <a:pt x="8084" y="899"/>
                    </a:cubicBezTo>
                    <a:cubicBezTo>
                      <a:pt x="14655" y="-1700"/>
                      <a:pt x="22074" y="1531"/>
                      <a:pt x="24672" y="8093"/>
                    </a:cubicBezTo>
                    <a:lnTo>
                      <a:pt x="94315" y="184081"/>
                    </a:lnTo>
                    <a:cubicBezTo>
                      <a:pt x="96922" y="190642"/>
                      <a:pt x="93680" y="198103"/>
                      <a:pt x="87121" y="200667"/>
                    </a:cubicBezTo>
                    <a:cubicBezTo>
                      <a:pt x="85591" y="201299"/>
                      <a:pt x="83990" y="201599"/>
                      <a:pt x="82431" y="2015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230">
                <a:extLst>
                  <a:ext uri="{FF2B5EF4-FFF2-40B4-BE49-F238E27FC236}">
                    <a16:creationId xmlns:a16="http://schemas.microsoft.com/office/drawing/2014/main" id="{DA7D8282-5455-C8D8-17EF-4C207B89BC64}"/>
                  </a:ext>
                </a:extLst>
              </p:cNvPr>
              <p:cNvSpPr/>
              <p:nvPr/>
            </p:nvSpPr>
            <p:spPr>
              <a:xfrm>
                <a:off x="-1599124" y="3680531"/>
                <a:ext cx="111508" cy="25578"/>
              </a:xfrm>
              <a:custGeom>
                <a:avLst/>
                <a:gdLst>
                  <a:gd name="connsiteX0" fmla="*/ 98721 w 111508"/>
                  <a:gd name="connsiteY0" fmla="*/ 25579 h 25578"/>
                  <a:gd name="connsiteX1" fmla="*/ 12798 w 111508"/>
                  <a:gd name="connsiteY1" fmla="*/ 25579 h 25578"/>
                  <a:gd name="connsiteX2" fmla="*/ 0 w 111508"/>
                  <a:gd name="connsiteY2" fmla="*/ 12790 h 25578"/>
                  <a:gd name="connsiteX3" fmla="*/ 12789 w 111508"/>
                  <a:gd name="connsiteY3" fmla="*/ 1 h 25578"/>
                  <a:gd name="connsiteX4" fmla="*/ 98721 w 111508"/>
                  <a:gd name="connsiteY4" fmla="*/ 0 h 25578"/>
                  <a:gd name="connsiteX5" fmla="*/ 111508 w 111508"/>
                  <a:gd name="connsiteY5" fmla="*/ 12790 h 25578"/>
                  <a:gd name="connsiteX6" fmla="*/ 98721 w 111508"/>
                  <a:gd name="connsiteY6" fmla="*/ 25579 h 25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508" h="25578">
                    <a:moveTo>
                      <a:pt x="98721" y="25579"/>
                    </a:moveTo>
                    <a:lnTo>
                      <a:pt x="12798" y="25579"/>
                    </a:lnTo>
                    <a:cubicBezTo>
                      <a:pt x="5738" y="25579"/>
                      <a:pt x="0" y="19851"/>
                      <a:pt x="0" y="12790"/>
                    </a:cubicBezTo>
                    <a:cubicBezTo>
                      <a:pt x="13" y="5727"/>
                      <a:pt x="5727" y="1"/>
                      <a:pt x="12789" y="1"/>
                    </a:cubicBezTo>
                    <a:lnTo>
                      <a:pt x="98721" y="0"/>
                    </a:lnTo>
                    <a:cubicBezTo>
                      <a:pt x="105781" y="0"/>
                      <a:pt x="111508" y="5729"/>
                      <a:pt x="111508" y="12790"/>
                    </a:cubicBezTo>
                    <a:cubicBezTo>
                      <a:pt x="111521" y="19850"/>
                      <a:pt x="105777" y="25579"/>
                      <a:pt x="98721" y="25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231">
                <a:extLst>
                  <a:ext uri="{FF2B5EF4-FFF2-40B4-BE49-F238E27FC236}">
                    <a16:creationId xmlns:a16="http://schemas.microsoft.com/office/drawing/2014/main" id="{29E7E032-CE72-AE4A-35B0-568CD78B60F2}"/>
                  </a:ext>
                </a:extLst>
              </p:cNvPr>
              <p:cNvSpPr/>
              <p:nvPr/>
            </p:nvSpPr>
            <p:spPr>
              <a:xfrm>
                <a:off x="-1428367" y="3571682"/>
                <a:ext cx="119600" cy="113438"/>
              </a:xfrm>
              <a:custGeom>
                <a:avLst/>
                <a:gdLst>
                  <a:gd name="connsiteX0" fmla="*/ 25579 w 119600"/>
                  <a:gd name="connsiteY0" fmla="*/ 87860 h 113438"/>
                  <a:gd name="connsiteX1" fmla="*/ 62883 w 119600"/>
                  <a:gd name="connsiteY1" fmla="*/ 87860 h 113438"/>
                  <a:gd name="connsiteX2" fmla="*/ 94023 w 119600"/>
                  <a:gd name="connsiteY2" fmla="*/ 56720 h 113438"/>
                  <a:gd name="connsiteX3" fmla="*/ 62883 w 119600"/>
                  <a:gd name="connsiteY3" fmla="*/ 25579 h 113438"/>
                  <a:gd name="connsiteX4" fmla="*/ 25579 w 119600"/>
                  <a:gd name="connsiteY4" fmla="*/ 25578 h 113438"/>
                  <a:gd name="connsiteX5" fmla="*/ 25579 w 119600"/>
                  <a:gd name="connsiteY5" fmla="*/ 87860 h 113438"/>
                  <a:gd name="connsiteX6" fmla="*/ 62883 w 119600"/>
                  <a:gd name="connsiteY6" fmla="*/ 113439 h 113438"/>
                  <a:gd name="connsiteX7" fmla="*/ 12795 w 119600"/>
                  <a:gd name="connsiteY7" fmla="*/ 113439 h 113438"/>
                  <a:gd name="connsiteX8" fmla="*/ 0 w 119600"/>
                  <a:gd name="connsiteY8" fmla="*/ 100651 h 113438"/>
                  <a:gd name="connsiteX9" fmla="*/ 10 w 119600"/>
                  <a:gd name="connsiteY9" fmla="*/ 12787 h 113438"/>
                  <a:gd name="connsiteX10" fmla="*/ 12791 w 119600"/>
                  <a:gd name="connsiteY10" fmla="*/ 1 h 113438"/>
                  <a:gd name="connsiteX11" fmla="*/ 62883 w 119600"/>
                  <a:gd name="connsiteY11" fmla="*/ 0 h 113438"/>
                  <a:gd name="connsiteX12" fmla="*/ 119601 w 119600"/>
                  <a:gd name="connsiteY12" fmla="*/ 56720 h 113438"/>
                  <a:gd name="connsiteX13" fmla="*/ 62883 w 119600"/>
                  <a:gd name="connsiteY13" fmla="*/ 113439 h 11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9600" h="113438">
                    <a:moveTo>
                      <a:pt x="25579" y="87860"/>
                    </a:moveTo>
                    <a:lnTo>
                      <a:pt x="62883" y="87860"/>
                    </a:lnTo>
                    <a:cubicBezTo>
                      <a:pt x="80073" y="87860"/>
                      <a:pt x="94023" y="73906"/>
                      <a:pt x="94023" y="56720"/>
                    </a:cubicBezTo>
                    <a:cubicBezTo>
                      <a:pt x="94027" y="39567"/>
                      <a:pt x="80069" y="25579"/>
                      <a:pt x="62883" y="25579"/>
                    </a:cubicBezTo>
                    <a:lnTo>
                      <a:pt x="25579" y="25578"/>
                    </a:lnTo>
                    <a:lnTo>
                      <a:pt x="25579" y="87860"/>
                    </a:lnTo>
                    <a:close/>
                    <a:moveTo>
                      <a:pt x="62883" y="113439"/>
                    </a:moveTo>
                    <a:lnTo>
                      <a:pt x="12795" y="113439"/>
                    </a:lnTo>
                    <a:cubicBezTo>
                      <a:pt x="5735" y="113439"/>
                      <a:pt x="0" y="107712"/>
                      <a:pt x="0" y="100651"/>
                    </a:cubicBezTo>
                    <a:lnTo>
                      <a:pt x="10" y="12787"/>
                    </a:lnTo>
                    <a:cubicBezTo>
                      <a:pt x="10" y="5728"/>
                      <a:pt x="5731" y="1"/>
                      <a:pt x="12791" y="1"/>
                    </a:cubicBezTo>
                    <a:lnTo>
                      <a:pt x="62883" y="0"/>
                    </a:lnTo>
                    <a:cubicBezTo>
                      <a:pt x="94163" y="0"/>
                      <a:pt x="119601" y="25446"/>
                      <a:pt x="119601" y="56720"/>
                    </a:cubicBezTo>
                    <a:cubicBezTo>
                      <a:pt x="119612" y="87994"/>
                      <a:pt x="94156" y="113440"/>
                      <a:pt x="62883" y="1134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232">
                <a:extLst>
                  <a:ext uri="{FF2B5EF4-FFF2-40B4-BE49-F238E27FC236}">
                    <a16:creationId xmlns:a16="http://schemas.microsoft.com/office/drawing/2014/main" id="{1BA9164D-BBE5-2D35-871D-D8794D51551C}"/>
                  </a:ext>
                </a:extLst>
              </p:cNvPr>
              <p:cNvSpPr/>
              <p:nvPr/>
            </p:nvSpPr>
            <p:spPr>
              <a:xfrm>
                <a:off x="-1428367" y="3659545"/>
                <a:ext cx="25579" cy="113439"/>
              </a:xfrm>
              <a:custGeom>
                <a:avLst/>
                <a:gdLst>
                  <a:gd name="connsiteX0" fmla="*/ 12795 w 25579"/>
                  <a:gd name="connsiteY0" fmla="*/ 113440 h 113439"/>
                  <a:gd name="connsiteX1" fmla="*/ 0 w 25579"/>
                  <a:gd name="connsiteY1" fmla="*/ 100651 h 113439"/>
                  <a:gd name="connsiteX2" fmla="*/ 10 w 25579"/>
                  <a:gd name="connsiteY2" fmla="*/ 12789 h 113439"/>
                  <a:gd name="connsiteX3" fmla="*/ 12791 w 25579"/>
                  <a:gd name="connsiteY3" fmla="*/ 0 h 113439"/>
                  <a:gd name="connsiteX4" fmla="*/ 25579 w 25579"/>
                  <a:gd name="connsiteY4" fmla="*/ 12790 h 113439"/>
                  <a:gd name="connsiteX5" fmla="*/ 25579 w 25579"/>
                  <a:gd name="connsiteY5" fmla="*/ 100650 h 113439"/>
                  <a:gd name="connsiteX6" fmla="*/ 12795 w 25579"/>
                  <a:gd name="connsiteY6" fmla="*/ 113440 h 113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579" h="113439">
                    <a:moveTo>
                      <a:pt x="12795" y="113440"/>
                    </a:moveTo>
                    <a:cubicBezTo>
                      <a:pt x="5735" y="113440"/>
                      <a:pt x="0" y="107711"/>
                      <a:pt x="0" y="100651"/>
                    </a:cubicBezTo>
                    <a:lnTo>
                      <a:pt x="10" y="12789"/>
                    </a:lnTo>
                    <a:cubicBezTo>
                      <a:pt x="10" y="5727"/>
                      <a:pt x="5731" y="0"/>
                      <a:pt x="12791" y="0"/>
                    </a:cubicBezTo>
                    <a:cubicBezTo>
                      <a:pt x="19855" y="0"/>
                      <a:pt x="25579" y="5729"/>
                      <a:pt x="25579" y="12790"/>
                    </a:cubicBezTo>
                    <a:lnTo>
                      <a:pt x="25579" y="100650"/>
                    </a:lnTo>
                    <a:cubicBezTo>
                      <a:pt x="25579" y="107711"/>
                      <a:pt x="19851" y="113441"/>
                      <a:pt x="12795" y="1134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233">
                <a:extLst>
                  <a:ext uri="{FF2B5EF4-FFF2-40B4-BE49-F238E27FC236}">
                    <a16:creationId xmlns:a16="http://schemas.microsoft.com/office/drawing/2014/main" id="{EE4A869C-8D06-EA57-B62E-81FC86B91281}"/>
                  </a:ext>
                </a:extLst>
              </p:cNvPr>
              <p:cNvSpPr/>
              <p:nvPr/>
            </p:nvSpPr>
            <p:spPr>
              <a:xfrm>
                <a:off x="-1276191" y="3571682"/>
                <a:ext cx="119633" cy="113438"/>
              </a:xfrm>
              <a:custGeom>
                <a:avLst/>
                <a:gdLst>
                  <a:gd name="connsiteX0" fmla="*/ 25587 w 119633"/>
                  <a:gd name="connsiteY0" fmla="*/ 87860 h 113438"/>
                  <a:gd name="connsiteX1" fmla="*/ 62920 w 119633"/>
                  <a:gd name="connsiteY1" fmla="*/ 87860 h 113438"/>
                  <a:gd name="connsiteX2" fmla="*/ 94055 w 119633"/>
                  <a:gd name="connsiteY2" fmla="*/ 56720 h 113438"/>
                  <a:gd name="connsiteX3" fmla="*/ 62911 w 119633"/>
                  <a:gd name="connsiteY3" fmla="*/ 25579 h 113438"/>
                  <a:gd name="connsiteX4" fmla="*/ 25587 w 119633"/>
                  <a:gd name="connsiteY4" fmla="*/ 25578 h 113438"/>
                  <a:gd name="connsiteX5" fmla="*/ 25587 w 119633"/>
                  <a:gd name="connsiteY5" fmla="*/ 87860 h 113438"/>
                  <a:gd name="connsiteX6" fmla="*/ 62920 w 119633"/>
                  <a:gd name="connsiteY6" fmla="*/ 113439 h 113438"/>
                  <a:gd name="connsiteX7" fmla="*/ 12786 w 119633"/>
                  <a:gd name="connsiteY7" fmla="*/ 113439 h 113438"/>
                  <a:gd name="connsiteX8" fmla="*/ 0 w 119633"/>
                  <a:gd name="connsiteY8" fmla="*/ 100651 h 113438"/>
                  <a:gd name="connsiteX9" fmla="*/ 4 w 119633"/>
                  <a:gd name="connsiteY9" fmla="*/ 12787 h 113438"/>
                  <a:gd name="connsiteX10" fmla="*/ 12786 w 119633"/>
                  <a:gd name="connsiteY10" fmla="*/ 1 h 113438"/>
                  <a:gd name="connsiteX11" fmla="*/ 62920 w 119633"/>
                  <a:gd name="connsiteY11" fmla="*/ 0 h 113438"/>
                  <a:gd name="connsiteX12" fmla="*/ 119633 w 119633"/>
                  <a:gd name="connsiteY12" fmla="*/ 56720 h 113438"/>
                  <a:gd name="connsiteX13" fmla="*/ 62920 w 119633"/>
                  <a:gd name="connsiteY13" fmla="*/ 113439 h 11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9633" h="113438">
                    <a:moveTo>
                      <a:pt x="25587" y="87860"/>
                    </a:moveTo>
                    <a:lnTo>
                      <a:pt x="62920" y="87860"/>
                    </a:lnTo>
                    <a:cubicBezTo>
                      <a:pt x="80113" y="87860"/>
                      <a:pt x="94055" y="73906"/>
                      <a:pt x="94055" y="56720"/>
                    </a:cubicBezTo>
                    <a:cubicBezTo>
                      <a:pt x="94066" y="39567"/>
                      <a:pt x="80098" y="25579"/>
                      <a:pt x="62911" y="25579"/>
                    </a:cubicBezTo>
                    <a:lnTo>
                      <a:pt x="25587" y="25578"/>
                    </a:lnTo>
                    <a:lnTo>
                      <a:pt x="25587" y="87860"/>
                    </a:lnTo>
                    <a:close/>
                    <a:moveTo>
                      <a:pt x="62920" y="113439"/>
                    </a:moveTo>
                    <a:lnTo>
                      <a:pt x="12786" y="113439"/>
                    </a:lnTo>
                    <a:cubicBezTo>
                      <a:pt x="5728" y="113439"/>
                      <a:pt x="0" y="107712"/>
                      <a:pt x="0" y="100651"/>
                    </a:cubicBezTo>
                    <a:lnTo>
                      <a:pt x="4" y="12787"/>
                    </a:lnTo>
                    <a:cubicBezTo>
                      <a:pt x="4" y="5728"/>
                      <a:pt x="5725" y="1"/>
                      <a:pt x="12786" y="1"/>
                    </a:cubicBezTo>
                    <a:lnTo>
                      <a:pt x="62920" y="0"/>
                    </a:lnTo>
                    <a:cubicBezTo>
                      <a:pt x="94200" y="0"/>
                      <a:pt x="119633" y="25446"/>
                      <a:pt x="119633" y="56720"/>
                    </a:cubicBezTo>
                    <a:cubicBezTo>
                      <a:pt x="119633" y="87994"/>
                      <a:pt x="94187" y="113440"/>
                      <a:pt x="62920" y="1134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234">
                <a:extLst>
                  <a:ext uri="{FF2B5EF4-FFF2-40B4-BE49-F238E27FC236}">
                    <a16:creationId xmlns:a16="http://schemas.microsoft.com/office/drawing/2014/main" id="{69C8D8C5-C35B-A141-4037-8CE86F71EE3C}"/>
                  </a:ext>
                </a:extLst>
              </p:cNvPr>
              <p:cNvSpPr/>
              <p:nvPr/>
            </p:nvSpPr>
            <p:spPr>
              <a:xfrm>
                <a:off x="-1276192" y="3659545"/>
                <a:ext cx="25587" cy="113439"/>
              </a:xfrm>
              <a:custGeom>
                <a:avLst/>
                <a:gdLst>
                  <a:gd name="connsiteX0" fmla="*/ 12786 w 25587"/>
                  <a:gd name="connsiteY0" fmla="*/ 113440 h 113439"/>
                  <a:gd name="connsiteX1" fmla="*/ 0 w 25587"/>
                  <a:gd name="connsiteY1" fmla="*/ 100651 h 113439"/>
                  <a:gd name="connsiteX2" fmla="*/ 4 w 25587"/>
                  <a:gd name="connsiteY2" fmla="*/ 12789 h 113439"/>
                  <a:gd name="connsiteX3" fmla="*/ 12786 w 25587"/>
                  <a:gd name="connsiteY3" fmla="*/ 0 h 113439"/>
                  <a:gd name="connsiteX4" fmla="*/ 25578 w 25587"/>
                  <a:gd name="connsiteY4" fmla="*/ 12790 h 113439"/>
                  <a:gd name="connsiteX5" fmla="*/ 25587 w 25587"/>
                  <a:gd name="connsiteY5" fmla="*/ 100650 h 113439"/>
                  <a:gd name="connsiteX6" fmla="*/ 12786 w 25587"/>
                  <a:gd name="connsiteY6" fmla="*/ 113440 h 113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587" h="113439">
                    <a:moveTo>
                      <a:pt x="12786" y="113440"/>
                    </a:moveTo>
                    <a:cubicBezTo>
                      <a:pt x="5728" y="113440"/>
                      <a:pt x="0" y="107711"/>
                      <a:pt x="0" y="100651"/>
                    </a:cubicBezTo>
                    <a:lnTo>
                      <a:pt x="4" y="12789"/>
                    </a:lnTo>
                    <a:cubicBezTo>
                      <a:pt x="4" y="5727"/>
                      <a:pt x="5725" y="0"/>
                      <a:pt x="12786" y="0"/>
                    </a:cubicBezTo>
                    <a:cubicBezTo>
                      <a:pt x="19890" y="0"/>
                      <a:pt x="25578" y="5729"/>
                      <a:pt x="25578" y="12790"/>
                    </a:cubicBezTo>
                    <a:lnTo>
                      <a:pt x="25587" y="100650"/>
                    </a:lnTo>
                    <a:cubicBezTo>
                      <a:pt x="25587" y="107711"/>
                      <a:pt x="19883" y="113441"/>
                      <a:pt x="12786" y="1134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235">
                <a:extLst>
                  <a:ext uri="{FF2B5EF4-FFF2-40B4-BE49-F238E27FC236}">
                    <a16:creationId xmlns:a16="http://schemas.microsoft.com/office/drawing/2014/main" id="{3D7B2048-6DCD-700E-D33F-CB89AD17455B}"/>
                  </a:ext>
                </a:extLst>
              </p:cNvPr>
              <p:cNvSpPr/>
              <p:nvPr/>
            </p:nvSpPr>
            <p:spPr>
              <a:xfrm>
                <a:off x="-1950604" y="2362747"/>
                <a:ext cx="1118884" cy="1458063"/>
              </a:xfrm>
              <a:custGeom>
                <a:avLst/>
                <a:gdLst>
                  <a:gd name="connsiteX0" fmla="*/ 1106089 w 1118884"/>
                  <a:gd name="connsiteY0" fmla="*/ 1458063 h 1458063"/>
                  <a:gd name="connsiteX1" fmla="*/ 12800 w 1118884"/>
                  <a:gd name="connsiteY1" fmla="*/ 1458063 h 1458063"/>
                  <a:gd name="connsiteX2" fmla="*/ 0 w 1118884"/>
                  <a:gd name="connsiteY2" fmla="*/ 1445274 h 1458063"/>
                  <a:gd name="connsiteX3" fmla="*/ 2 w 1118884"/>
                  <a:gd name="connsiteY3" fmla="*/ 12790 h 1458063"/>
                  <a:gd name="connsiteX4" fmla="*/ 12788 w 1118884"/>
                  <a:gd name="connsiteY4" fmla="*/ 1 h 1458063"/>
                  <a:gd name="connsiteX5" fmla="*/ 775369 w 1118884"/>
                  <a:gd name="connsiteY5" fmla="*/ 0 h 1458063"/>
                  <a:gd name="connsiteX6" fmla="*/ 788149 w 1118884"/>
                  <a:gd name="connsiteY6" fmla="*/ 12790 h 1458063"/>
                  <a:gd name="connsiteX7" fmla="*/ 775358 w 1118884"/>
                  <a:gd name="connsiteY7" fmla="*/ 25579 h 1458063"/>
                  <a:gd name="connsiteX8" fmla="*/ 25587 w 1118884"/>
                  <a:gd name="connsiteY8" fmla="*/ 25579 h 1458063"/>
                  <a:gd name="connsiteX9" fmla="*/ 25587 w 1118884"/>
                  <a:gd name="connsiteY9" fmla="*/ 1432479 h 1458063"/>
                  <a:gd name="connsiteX10" fmla="*/ 1093302 w 1118884"/>
                  <a:gd name="connsiteY10" fmla="*/ 1432479 h 1458063"/>
                  <a:gd name="connsiteX11" fmla="*/ 1093302 w 1118884"/>
                  <a:gd name="connsiteY11" fmla="*/ 343543 h 1458063"/>
                  <a:gd name="connsiteX12" fmla="*/ 1106082 w 1118884"/>
                  <a:gd name="connsiteY12" fmla="*/ 330754 h 1458063"/>
                  <a:gd name="connsiteX13" fmla="*/ 1118873 w 1118884"/>
                  <a:gd name="connsiteY13" fmla="*/ 343544 h 1458063"/>
                  <a:gd name="connsiteX14" fmla="*/ 1118885 w 1118884"/>
                  <a:gd name="connsiteY14" fmla="*/ 1445263 h 1458063"/>
                  <a:gd name="connsiteX15" fmla="*/ 1106086 w 1118884"/>
                  <a:gd name="connsiteY15" fmla="*/ 1458052 h 1458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18884" h="1458063">
                    <a:moveTo>
                      <a:pt x="1106089" y="1458063"/>
                    </a:moveTo>
                    <a:lnTo>
                      <a:pt x="12800" y="1458063"/>
                    </a:lnTo>
                    <a:cubicBezTo>
                      <a:pt x="5697" y="1458063"/>
                      <a:pt x="0" y="1452368"/>
                      <a:pt x="0" y="1445274"/>
                    </a:cubicBezTo>
                    <a:lnTo>
                      <a:pt x="2" y="12790"/>
                    </a:lnTo>
                    <a:cubicBezTo>
                      <a:pt x="2" y="5729"/>
                      <a:pt x="5695" y="1"/>
                      <a:pt x="12788" y="1"/>
                    </a:cubicBezTo>
                    <a:lnTo>
                      <a:pt x="775369" y="0"/>
                    </a:lnTo>
                    <a:cubicBezTo>
                      <a:pt x="782429" y="0"/>
                      <a:pt x="788149" y="5729"/>
                      <a:pt x="788149" y="12790"/>
                    </a:cubicBezTo>
                    <a:cubicBezTo>
                      <a:pt x="788157" y="19851"/>
                      <a:pt x="782420" y="25579"/>
                      <a:pt x="775358" y="25579"/>
                    </a:cubicBezTo>
                    <a:lnTo>
                      <a:pt x="25587" y="25579"/>
                    </a:lnTo>
                    <a:lnTo>
                      <a:pt x="25587" y="1432479"/>
                    </a:lnTo>
                    <a:lnTo>
                      <a:pt x="1093302" y="1432479"/>
                    </a:lnTo>
                    <a:lnTo>
                      <a:pt x="1093302" y="343543"/>
                    </a:lnTo>
                    <a:cubicBezTo>
                      <a:pt x="1093302" y="336449"/>
                      <a:pt x="1099022" y="330754"/>
                      <a:pt x="1106082" y="330754"/>
                    </a:cubicBezTo>
                    <a:cubicBezTo>
                      <a:pt x="1113190" y="330753"/>
                      <a:pt x="1118873" y="336450"/>
                      <a:pt x="1118873" y="343544"/>
                    </a:cubicBezTo>
                    <a:lnTo>
                      <a:pt x="1118885" y="1445263"/>
                    </a:lnTo>
                    <a:cubicBezTo>
                      <a:pt x="1118885" y="1452357"/>
                      <a:pt x="1113178" y="1458052"/>
                      <a:pt x="1106086" y="14580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" name="Freeform: Shape 236">
                <a:extLst>
                  <a:ext uri="{FF2B5EF4-FFF2-40B4-BE49-F238E27FC236}">
                    <a16:creationId xmlns:a16="http://schemas.microsoft.com/office/drawing/2014/main" id="{9DEABB09-FC0E-853E-82A2-A4DDF683BA7E}"/>
                  </a:ext>
                </a:extLst>
              </p:cNvPr>
              <p:cNvSpPr/>
              <p:nvPr/>
            </p:nvSpPr>
            <p:spPr>
              <a:xfrm>
                <a:off x="-1188027" y="2362755"/>
                <a:ext cx="356316" cy="356300"/>
              </a:xfrm>
              <a:custGeom>
                <a:avLst/>
                <a:gdLst>
                  <a:gd name="connsiteX0" fmla="*/ 25587 w 356316"/>
                  <a:gd name="connsiteY0" fmla="*/ 43660 h 356300"/>
                  <a:gd name="connsiteX1" fmla="*/ 25587 w 356316"/>
                  <a:gd name="connsiteY1" fmla="*/ 303579 h 356300"/>
                  <a:gd name="connsiteX2" fmla="*/ 52758 w 356316"/>
                  <a:gd name="connsiteY2" fmla="*/ 330756 h 356300"/>
                  <a:gd name="connsiteX3" fmla="*/ 312643 w 356316"/>
                  <a:gd name="connsiteY3" fmla="*/ 330755 h 356300"/>
                  <a:gd name="connsiteX4" fmla="*/ 25587 w 356316"/>
                  <a:gd name="connsiteY4" fmla="*/ 43660 h 356300"/>
                  <a:gd name="connsiteX5" fmla="*/ 356317 w 356316"/>
                  <a:gd name="connsiteY5" fmla="*/ 343980 h 356300"/>
                  <a:gd name="connsiteX6" fmla="*/ 356317 w 356316"/>
                  <a:gd name="connsiteY6" fmla="*/ 343038 h 356300"/>
                  <a:gd name="connsiteX7" fmla="*/ 352585 w 356316"/>
                  <a:gd name="connsiteY7" fmla="*/ 334485 h 356300"/>
                  <a:gd name="connsiteX8" fmla="*/ 21848 w 356316"/>
                  <a:gd name="connsiteY8" fmla="*/ 3760 h 356300"/>
                  <a:gd name="connsiteX9" fmla="*/ 7894 w 356316"/>
                  <a:gd name="connsiteY9" fmla="*/ 962 h 356300"/>
                  <a:gd name="connsiteX10" fmla="*/ 1 w 356316"/>
                  <a:gd name="connsiteY10" fmla="*/ 12786 h 356300"/>
                  <a:gd name="connsiteX11" fmla="*/ 0 w 356316"/>
                  <a:gd name="connsiteY11" fmla="*/ 303579 h 356300"/>
                  <a:gd name="connsiteX12" fmla="*/ 52758 w 356316"/>
                  <a:gd name="connsiteY12" fmla="*/ 356301 h 356300"/>
                  <a:gd name="connsiteX13" fmla="*/ 343518 w 356316"/>
                  <a:gd name="connsiteY13" fmla="*/ 356301 h 356300"/>
                  <a:gd name="connsiteX14" fmla="*/ 355339 w 356316"/>
                  <a:gd name="connsiteY14" fmla="*/ 348409 h 356300"/>
                  <a:gd name="connsiteX15" fmla="*/ 356317 w 356316"/>
                  <a:gd name="connsiteY15" fmla="*/ 343980 h 35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6316" h="356300">
                    <a:moveTo>
                      <a:pt x="25587" y="43660"/>
                    </a:moveTo>
                    <a:lnTo>
                      <a:pt x="25587" y="303579"/>
                    </a:lnTo>
                    <a:cubicBezTo>
                      <a:pt x="25587" y="318532"/>
                      <a:pt x="37769" y="330756"/>
                      <a:pt x="52758" y="330756"/>
                    </a:cubicBezTo>
                    <a:lnTo>
                      <a:pt x="312643" y="330755"/>
                    </a:lnTo>
                    <a:lnTo>
                      <a:pt x="25587" y="43660"/>
                    </a:lnTo>
                    <a:close/>
                    <a:moveTo>
                      <a:pt x="356317" y="343980"/>
                    </a:moveTo>
                    <a:lnTo>
                      <a:pt x="356317" y="343038"/>
                    </a:lnTo>
                    <a:cubicBezTo>
                      <a:pt x="356200" y="339887"/>
                      <a:pt x="354910" y="336815"/>
                      <a:pt x="352585" y="334485"/>
                    </a:cubicBezTo>
                    <a:lnTo>
                      <a:pt x="21848" y="3760"/>
                    </a:lnTo>
                    <a:cubicBezTo>
                      <a:pt x="18185" y="96"/>
                      <a:pt x="12696" y="-1003"/>
                      <a:pt x="7894" y="962"/>
                    </a:cubicBezTo>
                    <a:cubicBezTo>
                      <a:pt x="3130" y="2962"/>
                      <a:pt x="1" y="7622"/>
                      <a:pt x="1" y="12786"/>
                    </a:cubicBezTo>
                    <a:lnTo>
                      <a:pt x="0" y="303579"/>
                    </a:lnTo>
                    <a:cubicBezTo>
                      <a:pt x="0" y="332654"/>
                      <a:pt x="23681" y="356301"/>
                      <a:pt x="52758" y="356301"/>
                    </a:cubicBezTo>
                    <a:lnTo>
                      <a:pt x="343518" y="356301"/>
                    </a:lnTo>
                    <a:cubicBezTo>
                      <a:pt x="348713" y="356302"/>
                      <a:pt x="353379" y="353204"/>
                      <a:pt x="355339" y="348409"/>
                    </a:cubicBezTo>
                    <a:cubicBezTo>
                      <a:pt x="355940" y="346975"/>
                      <a:pt x="356260" y="345476"/>
                      <a:pt x="356317" y="3439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237">
                <a:extLst>
                  <a:ext uri="{FF2B5EF4-FFF2-40B4-BE49-F238E27FC236}">
                    <a16:creationId xmlns:a16="http://schemas.microsoft.com/office/drawing/2014/main" id="{D671B901-824B-703E-1363-55562EB0A5CB}"/>
                  </a:ext>
                </a:extLst>
              </p:cNvPr>
              <p:cNvSpPr/>
              <p:nvPr/>
            </p:nvSpPr>
            <p:spPr>
              <a:xfrm>
                <a:off x="-1819076" y="3523860"/>
                <a:ext cx="855827" cy="296954"/>
              </a:xfrm>
              <a:custGeom>
                <a:avLst/>
                <a:gdLst>
                  <a:gd name="connsiteX0" fmla="*/ 25591 w 855827"/>
                  <a:gd name="connsiteY0" fmla="*/ 271375 h 296954"/>
                  <a:gd name="connsiteX1" fmla="*/ 830247 w 855827"/>
                  <a:gd name="connsiteY1" fmla="*/ 271375 h 296954"/>
                  <a:gd name="connsiteX2" fmla="*/ 830247 w 855827"/>
                  <a:gd name="connsiteY2" fmla="*/ 66878 h 296954"/>
                  <a:gd name="connsiteX3" fmla="*/ 788948 w 855827"/>
                  <a:gd name="connsiteY3" fmla="*/ 25579 h 296954"/>
                  <a:gd name="connsiteX4" fmla="*/ 66881 w 855827"/>
                  <a:gd name="connsiteY4" fmla="*/ 25578 h 296954"/>
                  <a:gd name="connsiteX5" fmla="*/ 25577 w 855827"/>
                  <a:gd name="connsiteY5" fmla="*/ 66879 h 296954"/>
                  <a:gd name="connsiteX6" fmla="*/ 25591 w 855827"/>
                  <a:gd name="connsiteY6" fmla="*/ 271375 h 296954"/>
                  <a:gd name="connsiteX7" fmla="*/ 843044 w 855827"/>
                  <a:gd name="connsiteY7" fmla="*/ 296954 h 296954"/>
                  <a:gd name="connsiteX8" fmla="*/ 12791 w 855827"/>
                  <a:gd name="connsiteY8" fmla="*/ 296954 h 296954"/>
                  <a:gd name="connsiteX9" fmla="*/ 0 w 855827"/>
                  <a:gd name="connsiteY9" fmla="*/ 284165 h 296954"/>
                  <a:gd name="connsiteX10" fmla="*/ 8 w 855827"/>
                  <a:gd name="connsiteY10" fmla="*/ 66878 h 296954"/>
                  <a:gd name="connsiteX11" fmla="*/ 66877 w 855827"/>
                  <a:gd name="connsiteY11" fmla="*/ 1 h 296954"/>
                  <a:gd name="connsiteX12" fmla="*/ 788956 w 855827"/>
                  <a:gd name="connsiteY12" fmla="*/ 0 h 296954"/>
                  <a:gd name="connsiteX13" fmla="*/ 855824 w 855827"/>
                  <a:gd name="connsiteY13" fmla="*/ 66879 h 296954"/>
                  <a:gd name="connsiteX14" fmla="*/ 855828 w 855827"/>
                  <a:gd name="connsiteY14" fmla="*/ 284165 h 296954"/>
                  <a:gd name="connsiteX15" fmla="*/ 843044 w 855827"/>
                  <a:gd name="connsiteY15" fmla="*/ 296954 h 296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55827" h="296954">
                    <a:moveTo>
                      <a:pt x="25591" y="271375"/>
                    </a:moveTo>
                    <a:lnTo>
                      <a:pt x="830247" y="271375"/>
                    </a:lnTo>
                    <a:lnTo>
                      <a:pt x="830247" y="66878"/>
                    </a:lnTo>
                    <a:cubicBezTo>
                      <a:pt x="830247" y="44097"/>
                      <a:pt x="811727" y="25579"/>
                      <a:pt x="788948" y="25579"/>
                    </a:cubicBezTo>
                    <a:lnTo>
                      <a:pt x="66881" y="25578"/>
                    </a:lnTo>
                    <a:cubicBezTo>
                      <a:pt x="44101" y="25578"/>
                      <a:pt x="25577" y="44098"/>
                      <a:pt x="25577" y="66879"/>
                    </a:cubicBezTo>
                    <a:lnTo>
                      <a:pt x="25591" y="271375"/>
                    </a:lnTo>
                    <a:close/>
                    <a:moveTo>
                      <a:pt x="843044" y="296954"/>
                    </a:moveTo>
                    <a:lnTo>
                      <a:pt x="12791" y="296954"/>
                    </a:lnTo>
                    <a:cubicBezTo>
                      <a:pt x="5733" y="296954"/>
                      <a:pt x="0" y="291259"/>
                      <a:pt x="0" y="284165"/>
                    </a:cubicBezTo>
                    <a:lnTo>
                      <a:pt x="8" y="66878"/>
                    </a:lnTo>
                    <a:cubicBezTo>
                      <a:pt x="8" y="30008"/>
                      <a:pt x="30008" y="1"/>
                      <a:pt x="66877" y="1"/>
                    </a:cubicBezTo>
                    <a:lnTo>
                      <a:pt x="788956" y="0"/>
                    </a:lnTo>
                    <a:cubicBezTo>
                      <a:pt x="825824" y="0"/>
                      <a:pt x="855824" y="30008"/>
                      <a:pt x="855824" y="66879"/>
                    </a:cubicBezTo>
                    <a:lnTo>
                      <a:pt x="855828" y="284165"/>
                    </a:lnTo>
                    <a:cubicBezTo>
                      <a:pt x="855828" y="291259"/>
                      <a:pt x="850096" y="296954"/>
                      <a:pt x="843044" y="296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238">
                <a:extLst>
                  <a:ext uri="{FF2B5EF4-FFF2-40B4-BE49-F238E27FC236}">
                    <a16:creationId xmlns:a16="http://schemas.microsoft.com/office/drawing/2014/main" id="{9D228538-47F0-0C47-4FD2-CA1E9A6F70ED}"/>
                  </a:ext>
                </a:extLst>
              </p:cNvPr>
              <p:cNvSpPr/>
              <p:nvPr/>
            </p:nvSpPr>
            <p:spPr>
              <a:xfrm>
                <a:off x="-1686188" y="2975444"/>
                <a:ext cx="422319" cy="422316"/>
              </a:xfrm>
              <a:custGeom>
                <a:avLst/>
                <a:gdLst>
                  <a:gd name="connsiteX0" fmla="*/ 70575 w 422319"/>
                  <a:gd name="connsiteY0" fmla="*/ 25577 h 422316"/>
                  <a:gd name="connsiteX1" fmla="*/ 25581 w 422319"/>
                  <a:gd name="connsiteY1" fmla="*/ 70576 h 422316"/>
                  <a:gd name="connsiteX2" fmla="*/ 25581 w 422319"/>
                  <a:gd name="connsiteY2" fmla="*/ 351741 h 422316"/>
                  <a:gd name="connsiteX3" fmla="*/ 70575 w 422319"/>
                  <a:gd name="connsiteY3" fmla="*/ 396739 h 422316"/>
                  <a:gd name="connsiteX4" fmla="*/ 351742 w 422319"/>
                  <a:gd name="connsiteY4" fmla="*/ 396738 h 422316"/>
                  <a:gd name="connsiteX5" fmla="*/ 396740 w 422319"/>
                  <a:gd name="connsiteY5" fmla="*/ 351742 h 422316"/>
                  <a:gd name="connsiteX6" fmla="*/ 396751 w 422319"/>
                  <a:gd name="connsiteY6" fmla="*/ 232706 h 422316"/>
                  <a:gd name="connsiteX7" fmla="*/ 238317 w 422319"/>
                  <a:gd name="connsiteY7" fmla="*/ 232706 h 422316"/>
                  <a:gd name="connsiteX8" fmla="*/ 167730 w 422319"/>
                  <a:gd name="connsiteY8" fmla="*/ 162133 h 422316"/>
                  <a:gd name="connsiteX9" fmla="*/ 167741 w 422319"/>
                  <a:gd name="connsiteY9" fmla="*/ 25577 h 422316"/>
                  <a:gd name="connsiteX10" fmla="*/ 70575 w 422319"/>
                  <a:gd name="connsiteY10" fmla="*/ 25577 h 422316"/>
                  <a:gd name="connsiteX11" fmla="*/ 351742 w 422319"/>
                  <a:gd name="connsiteY11" fmla="*/ 422317 h 422316"/>
                  <a:gd name="connsiteX12" fmla="*/ 70575 w 422319"/>
                  <a:gd name="connsiteY12" fmla="*/ 422317 h 422316"/>
                  <a:gd name="connsiteX13" fmla="*/ 0 w 422319"/>
                  <a:gd name="connsiteY13" fmla="*/ 351742 h 422316"/>
                  <a:gd name="connsiteX14" fmla="*/ 15 w 422319"/>
                  <a:gd name="connsiteY14" fmla="*/ 70574 h 422316"/>
                  <a:gd name="connsiteX15" fmla="*/ 70575 w 422319"/>
                  <a:gd name="connsiteY15" fmla="*/ 1 h 422316"/>
                  <a:gd name="connsiteX16" fmla="*/ 180524 w 422319"/>
                  <a:gd name="connsiteY16" fmla="*/ 0 h 422316"/>
                  <a:gd name="connsiteX17" fmla="*/ 193309 w 422319"/>
                  <a:gd name="connsiteY17" fmla="*/ 12790 h 422316"/>
                  <a:gd name="connsiteX18" fmla="*/ 193309 w 422319"/>
                  <a:gd name="connsiteY18" fmla="*/ 162132 h 422316"/>
                  <a:gd name="connsiteX19" fmla="*/ 238302 w 422319"/>
                  <a:gd name="connsiteY19" fmla="*/ 207129 h 422316"/>
                  <a:gd name="connsiteX20" fmla="*/ 409536 w 422319"/>
                  <a:gd name="connsiteY20" fmla="*/ 207128 h 422316"/>
                  <a:gd name="connsiteX21" fmla="*/ 422318 w 422319"/>
                  <a:gd name="connsiteY21" fmla="*/ 219919 h 422316"/>
                  <a:gd name="connsiteX22" fmla="*/ 422319 w 422319"/>
                  <a:gd name="connsiteY22" fmla="*/ 351741 h 422316"/>
                  <a:gd name="connsiteX23" fmla="*/ 351742 w 422319"/>
                  <a:gd name="connsiteY23" fmla="*/ 422317 h 422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22319" h="422316">
                    <a:moveTo>
                      <a:pt x="70575" y="25577"/>
                    </a:moveTo>
                    <a:cubicBezTo>
                      <a:pt x="45771" y="25577"/>
                      <a:pt x="25581" y="45762"/>
                      <a:pt x="25581" y="70576"/>
                    </a:cubicBezTo>
                    <a:lnTo>
                      <a:pt x="25581" y="351741"/>
                    </a:lnTo>
                    <a:cubicBezTo>
                      <a:pt x="25581" y="376556"/>
                      <a:pt x="45763" y="396739"/>
                      <a:pt x="70575" y="396739"/>
                    </a:cubicBezTo>
                    <a:lnTo>
                      <a:pt x="351742" y="396738"/>
                    </a:lnTo>
                    <a:cubicBezTo>
                      <a:pt x="376562" y="396738"/>
                      <a:pt x="396740" y="376556"/>
                      <a:pt x="396740" y="351742"/>
                    </a:cubicBezTo>
                    <a:lnTo>
                      <a:pt x="396751" y="232706"/>
                    </a:lnTo>
                    <a:lnTo>
                      <a:pt x="238317" y="232706"/>
                    </a:lnTo>
                    <a:cubicBezTo>
                      <a:pt x="199410" y="232706"/>
                      <a:pt x="167730" y="201034"/>
                      <a:pt x="167730" y="162133"/>
                    </a:cubicBezTo>
                    <a:lnTo>
                      <a:pt x="167741" y="25577"/>
                    </a:lnTo>
                    <a:lnTo>
                      <a:pt x="70575" y="25577"/>
                    </a:lnTo>
                    <a:close/>
                    <a:moveTo>
                      <a:pt x="351742" y="422317"/>
                    </a:moveTo>
                    <a:lnTo>
                      <a:pt x="70575" y="422317"/>
                    </a:lnTo>
                    <a:cubicBezTo>
                      <a:pt x="31654" y="422317"/>
                      <a:pt x="0" y="390643"/>
                      <a:pt x="0" y="351742"/>
                    </a:cubicBezTo>
                    <a:lnTo>
                      <a:pt x="15" y="70574"/>
                    </a:lnTo>
                    <a:cubicBezTo>
                      <a:pt x="15" y="31640"/>
                      <a:pt x="31643" y="1"/>
                      <a:pt x="70575" y="1"/>
                    </a:cubicBezTo>
                    <a:lnTo>
                      <a:pt x="180524" y="0"/>
                    </a:lnTo>
                    <a:cubicBezTo>
                      <a:pt x="187583" y="0"/>
                      <a:pt x="193309" y="5729"/>
                      <a:pt x="193309" y="12790"/>
                    </a:cubicBezTo>
                    <a:lnTo>
                      <a:pt x="193309" y="162132"/>
                    </a:lnTo>
                    <a:cubicBezTo>
                      <a:pt x="193309" y="186946"/>
                      <a:pt x="213491" y="207129"/>
                      <a:pt x="238302" y="207129"/>
                    </a:cubicBezTo>
                    <a:lnTo>
                      <a:pt x="409536" y="207128"/>
                    </a:lnTo>
                    <a:cubicBezTo>
                      <a:pt x="416594" y="207128"/>
                      <a:pt x="422318" y="212858"/>
                      <a:pt x="422318" y="219919"/>
                    </a:cubicBezTo>
                    <a:lnTo>
                      <a:pt x="422319" y="351741"/>
                    </a:lnTo>
                    <a:cubicBezTo>
                      <a:pt x="422319" y="390642"/>
                      <a:pt x="390647" y="422318"/>
                      <a:pt x="351742" y="42231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239">
                <a:extLst>
                  <a:ext uri="{FF2B5EF4-FFF2-40B4-BE49-F238E27FC236}">
                    <a16:creationId xmlns:a16="http://schemas.microsoft.com/office/drawing/2014/main" id="{EF250803-85B4-8D12-6858-D8A17B90C383}"/>
                  </a:ext>
                </a:extLst>
              </p:cNvPr>
              <p:cNvSpPr/>
              <p:nvPr/>
            </p:nvSpPr>
            <p:spPr>
              <a:xfrm>
                <a:off x="-1518458" y="2785834"/>
                <a:ext cx="422329" cy="422316"/>
              </a:xfrm>
              <a:custGeom>
                <a:avLst/>
                <a:gdLst>
                  <a:gd name="connsiteX0" fmla="*/ 70588 w 422329"/>
                  <a:gd name="connsiteY0" fmla="*/ 25578 h 422316"/>
                  <a:gd name="connsiteX1" fmla="*/ 25579 w 422329"/>
                  <a:gd name="connsiteY1" fmla="*/ 70576 h 422316"/>
                  <a:gd name="connsiteX2" fmla="*/ 25579 w 422329"/>
                  <a:gd name="connsiteY2" fmla="*/ 351742 h 422316"/>
                  <a:gd name="connsiteX3" fmla="*/ 70573 w 422329"/>
                  <a:gd name="connsiteY3" fmla="*/ 396739 h 422316"/>
                  <a:gd name="connsiteX4" fmla="*/ 351754 w 422329"/>
                  <a:gd name="connsiteY4" fmla="*/ 396738 h 422316"/>
                  <a:gd name="connsiteX5" fmla="*/ 396737 w 422329"/>
                  <a:gd name="connsiteY5" fmla="*/ 351743 h 422316"/>
                  <a:gd name="connsiteX6" fmla="*/ 396749 w 422329"/>
                  <a:gd name="connsiteY6" fmla="*/ 70575 h 422316"/>
                  <a:gd name="connsiteX7" fmla="*/ 351741 w 422329"/>
                  <a:gd name="connsiteY7" fmla="*/ 25580 h 422316"/>
                  <a:gd name="connsiteX8" fmla="*/ 70588 w 422329"/>
                  <a:gd name="connsiteY8" fmla="*/ 25578 h 422316"/>
                  <a:gd name="connsiteX9" fmla="*/ 351754 w 422329"/>
                  <a:gd name="connsiteY9" fmla="*/ 422317 h 422316"/>
                  <a:gd name="connsiteX10" fmla="*/ 70588 w 422329"/>
                  <a:gd name="connsiteY10" fmla="*/ 422317 h 422316"/>
                  <a:gd name="connsiteX11" fmla="*/ 0 w 422329"/>
                  <a:gd name="connsiteY11" fmla="*/ 351743 h 422316"/>
                  <a:gd name="connsiteX12" fmla="*/ 11 w 422329"/>
                  <a:gd name="connsiteY12" fmla="*/ 70575 h 422316"/>
                  <a:gd name="connsiteX13" fmla="*/ 70573 w 422329"/>
                  <a:gd name="connsiteY13" fmla="*/ 2 h 422316"/>
                  <a:gd name="connsiteX14" fmla="*/ 351754 w 422329"/>
                  <a:gd name="connsiteY14" fmla="*/ 0 h 422316"/>
                  <a:gd name="connsiteX15" fmla="*/ 422318 w 422329"/>
                  <a:gd name="connsiteY15" fmla="*/ 70576 h 422316"/>
                  <a:gd name="connsiteX16" fmla="*/ 422330 w 422329"/>
                  <a:gd name="connsiteY16" fmla="*/ 351742 h 422316"/>
                  <a:gd name="connsiteX17" fmla="*/ 351754 w 422329"/>
                  <a:gd name="connsiteY17" fmla="*/ 422317 h 422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22329" h="422316">
                    <a:moveTo>
                      <a:pt x="70588" y="25578"/>
                    </a:moveTo>
                    <a:cubicBezTo>
                      <a:pt x="45768" y="25578"/>
                      <a:pt x="25579" y="45763"/>
                      <a:pt x="25579" y="70576"/>
                    </a:cubicBezTo>
                    <a:lnTo>
                      <a:pt x="25579" y="351742"/>
                    </a:lnTo>
                    <a:cubicBezTo>
                      <a:pt x="25579" y="376557"/>
                      <a:pt x="45762" y="396739"/>
                      <a:pt x="70573" y="396739"/>
                    </a:cubicBezTo>
                    <a:lnTo>
                      <a:pt x="351754" y="396738"/>
                    </a:lnTo>
                    <a:cubicBezTo>
                      <a:pt x="376560" y="396738"/>
                      <a:pt x="396737" y="376557"/>
                      <a:pt x="396737" y="351743"/>
                    </a:cubicBezTo>
                    <a:lnTo>
                      <a:pt x="396749" y="70575"/>
                    </a:lnTo>
                    <a:cubicBezTo>
                      <a:pt x="396749" y="45762"/>
                      <a:pt x="376557" y="25580"/>
                      <a:pt x="351741" y="25580"/>
                    </a:cubicBezTo>
                    <a:lnTo>
                      <a:pt x="70588" y="25578"/>
                    </a:lnTo>
                    <a:close/>
                    <a:moveTo>
                      <a:pt x="351754" y="422317"/>
                    </a:moveTo>
                    <a:lnTo>
                      <a:pt x="70588" y="422317"/>
                    </a:lnTo>
                    <a:cubicBezTo>
                      <a:pt x="31680" y="422317"/>
                      <a:pt x="0" y="390644"/>
                      <a:pt x="0" y="351743"/>
                    </a:cubicBezTo>
                    <a:lnTo>
                      <a:pt x="11" y="70575"/>
                    </a:lnTo>
                    <a:cubicBezTo>
                      <a:pt x="11" y="31640"/>
                      <a:pt x="31674" y="2"/>
                      <a:pt x="70573" y="2"/>
                    </a:cubicBezTo>
                    <a:lnTo>
                      <a:pt x="351754" y="0"/>
                    </a:lnTo>
                    <a:cubicBezTo>
                      <a:pt x="390676" y="0"/>
                      <a:pt x="422318" y="31641"/>
                      <a:pt x="422318" y="70576"/>
                    </a:cubicBezTo>
                    <a:lnTo>
                      <a:pt x="422330" y="351742"/>
                    </a:lnTo>
                    <a:cubicBezTo>
                      <a:pt x="422330" y="390644"/>
                      <a:pt x="390676" y="422319"/>
                      <a:pt x="351754" y="42231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C301C5A-DADB-7A79-8479-E2877CA6E86A}"/>
              </a:ext>
            </a:extLst>
          </p:cNvPr>
          <p:cNvGrpSpPr/>
          <p:nvPr/>
        </p:nvGrpSpPr>
        <p:grpSpPr>
          <a:xfrm>
            <a:off x="2969767" y="1608396"/>
            <a:ext cx="702195" cy="460595"/>
            <a:chOff x="1574695" y="4292795"/>
            <a:chExt cx="702195" cy="46059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473D1A6-3F79-E6CA-8912-7C788F2947E5}"/>
                </a:ext>
              </a:extLst>
            </p:cNvPr>
            <p:cNvSpPr>
              <a:spLocks/>
            </p:cNvSpPr>
            <p:nvPr/>
          </p:nvSpPr>
          <p:spPr>
            <a:xfrm>
              <a:off x="1574695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Database</a:t>
              </a:r>
            </a:p>
          </p:txBody>
        </p:sp>
        <p:grpSp>
          <p:nvGrpSpPr>
            <p:cNvPr id="51" name="Graphic 216">
              <a:extLst>
                <a:ext uri="{FF2B5EF4-FFF2-40B4-BE49-F238E27FC236}">
                  <a16:creationId xmlns:a16="http://schemas.microsoft.com/office/drawing/2014/main" id="{7CB9AF89-F697-6C4E-3EFD-483361AB77D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41999" y="4473990"/>
              <a:ext cx="167588" cy="279400"/>
              <a:chOff x="-768941" y="4047690"/>
              <a:chExt cx="69135" cy="115261"/>
            </a:xfrm>
            <a:solidFill>
              <a:schemeClr val="bg1"/>
            </a:solidFill>
          </p:grpSpPr>
          <p:sp>
            <p:nvSpPr>
              <p:cNvPr id="52" name="Freeform: Shape 243">
                <a:extLst>
                  <a:ext uri="{FF2B5EF4-FFF2-40B4-BE49-F238E27FC236}">
                    <a16:creationId xmlns:a16="http://schemas.microsoft.com/office/drawing/2014/main" id="{1DDC00CA-E48D-26E7-4308-632754D9FB49}"/>
                  </a:ext>
                </a:extLst>
              </p:cNvPr>
              <p:cNvSpPr/>
              <p:nvPr/>
            </p:nvSpPr>
            <p:spPr>
              <a:xfrm>
                <a:off x="-768941" y="4047690"/>
                <a:ext cx="69135" cy="27723"/>
              </a:xfrm>
              <a:custGeom>
                <a:avLst/>
                <a:gdLst>
                  <a:gd name="connsiteX0" fmla="*/ 34567 w 69135"/>
                  <a:gd name="connsiteY0" fmla="*/ 2022 h 27723"/>
                  <a:gd name="connsiteX1" fmla="*/ 2022 w 69135"/>
                  <a:gd name="connsiteY1" fmla="*/ 13862 h 27723"/>
                  <a:gd name="connsiteX2" fmla="*/ 34566 w 69135"/>
                  <a:gd name="connsiteY2" fmla="*/ 25702 h 27723"/>
                  <a:gd name="connsiteX3" fmla="*/ 67113 w 69135"/>
                  <a:gd name="connsiteY3" fmla="*/ 13862 h 27723"/>
                  <a:gd name="connsiteX4" fmla="*/ 34567 w 69135"/>
                  <a:gd name="connsiteY4" fmla="*/ 2022 h 27723"/>
                  <a:gd name="connsiteX5" fmla="*/ 34567 w 69135"/>
                  <a:gd name="connsiteY5" fmla="*/ 27723 h 27723"/>
                  <a:gd name="connsiteX6" fmla="*/ 0 w 69135"/>
                  <a:gd name="connsiteY6" fmla="*/ 13862 h 27723"/>
                  <a:gd name="connsiteX7" fmla="*/ 34566 w 69135"/>
                  <a:gd name="connsiteY7" fmla="*/ 0 h 27723"/>
                  <a:gd name="connsiteX8" fmla="*/ 69136 w 69135"/>
                  <a:gd name="connsiteY8" fmla="*/ 13862 h 27723"/>
                  <a:gd name="connsiteX9" fmla="*/ 34567 w 69135"/>
                  <a:gd name="connsiteY9" fmla="*/ 27723 h 27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9135" h="27723">
                    <a:moveTo>
                      <a:pt x="34567" y="2022"/>
                    </a:moveTo>
                    <a:cubicBezTo>
                      <a:pt x="15100" y="2022"/>
                      <a:pt x="2022" y="8144"/>
                      <a:pt x="2022" y="13862"/>
                    </a:cubicBezTo>
                    <a:cubicBezTo>
                      <a:pt x="2022" y="19580"/>
                      <a:pt x="15099" y="25702"/>
                      <a:pt x="34566" y="25702"/>
                    </a:cubicBezTo>
                    <a:cubicBezTo>
                      <a:pt x="54037" y="25701"/>
                      <a:pt x="67113" y="19580"/>
                      <a:pt x="67113" y="13862"/>
                    </a:cubicBezTo>
                    <a:cubicBezTo>
                      <a:pt x="67114" y="8144"/>
                      <a:pt x="54036" y="2022"/>
                      <a:pt x="34567" y="2022"/>
                    </a:cubicBezTo>
                    <a:close/>
                    <a:moveTo>
                      <a:pt x="34567" y="27723"/>
                    </a:moveTo>
                    <a:cubicBezTo>
                      <a:pt x="15184" y="27723"/>
                      <a:pt x="0" y="21635"/>
                      <a:pt x="0" y="13862"/>
                    </a:cubicBezTo>
                    <a:cubicBezTo>
                      <a:pt x="0" y="6089"/>
                      <a:pt x="15184" y="0"/>
                      <a:pt x="34566" y="0"/>
                    </a:cubicBezTo>
                    <a:cubicBezTo>
                      <a:pt x="53952" y="0"/>
                      <a:pt x="69136" y="6089"/>
                      <a:pt x="69136" y="13862"/>
                    </a:cubicBezTo>
                    <a:cubicBezTo>
                      <a:pt x="69136" y="21635"/>
                      <a:pt x="53952" y="27724"/>
                      <a:pt x="34567" y="27723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244">
                <a:extLst>
                  <a:ext uri="{FF2B5EF4-FFF2-40B4-BE49-F238E27FC236}">
                    <a16:creationId xmlns:a16="http://schemas.microsoft.com/office/drawing/2014/main" id="{B4E0AC4E-B0C4-7B26-997E-4F53FCB91EF4}"/>
                  </a:ext>
                </a:extLst>
              </p:cNvPr>
              <p:cNvSpPr/>
              <p:nvPr/>
            </p:nvSpPr>
            <p:spPr>
              <a:xfrm>
                <a:off x="-768941" y="4060540"/>
                <a:ext cx="69135" cy="34429"/>
              </a:xfrm>
              <a:custGeom>
                <a:avLst/>
                <a:gdLst>
                  <a:gd name="connsiteX0" fmla="*/ 34567 w 69135"/>
                  <a:gd name="connsiteY0" fmla="*/ 34430 h 34429"/>
                  <a:gd name="connsiteX1" fmla="*/ 0 w 69135"/>
                  <a:gd name="connsiteY1" fmla="*/ 23711 h 34429"/>
                  <a:gd name="connsiteX2" fmla="*/ 0 w 69135"/>
                  <a:gd name="connsiteY2" fmla="*/ 1011 h 34429"/>
                  <a:gd name="connsiteX3" fmla="*/ 1011 w 69135"/>
                  <a:gd name="connsiteY3" fmla="*/ 0 h 34429"/>
                  <a:gd name="connsiteX4" fmla="*/ 2022 w 69135"/>
                  <a:gd name="connsiteY4" fmla="*/ 1011 h 34429"/>
                  <a:gd name="connsiteX5" fmla="*/ 2022 w 69135"/>
                  <a:gd name="connsiteY5" fmla="*/ 23711 h 34429"/>
                  <a:gd name="connsiteX6" fmla="*/ 34567 w 69135"/>
                  <a:gd name="connsiteY6" fmla="*/ 32408 h 34429"/>
                  <a:gd name="connsiteX7" fmla="*/ 67114 w 69135"/>
                  <a:gd name="connsiteY7" fmla="*/ 23711 h 34429"/>
                  <a:gd name="connsiteX8" fmla="*/ 67114 w 69135"/>
                  <a:gd name="connsiteY8" fmla="*/ 1011 h 34429"/>
                  <a:gd name="connsiteX9" fmla="*/ 68125 w 69135"/>
                  <a:gd name="connsiteY9" fmla="*/ 0 h 34429"/>
                  <a:gd name="connsiteX10" fmla="*/ 69136 w 69135"/>
                  <a:gd name="connsiteY10" fmla="*/ 1011 h 34429"/>
                  <a:gd name="connsiteX11" fmla="*/ 69136 w 69135"/>
                  <a:gd name="connsiteY11" fmla="*/ 23711 h 34429"/>
                  <a:gd name="connsiteX12" fmla="*/ 34567 w 69135"/>
                  <a:gd name="connsiteY12" fmla="*/ 34430 h 34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429">
                    <a:moveTo>
                      <a:pt x="34567" y="34430"/>
                    </a:moveTo>
                    <a:cubicBezTo>
                      <a:pt x="17809" y="34430"/>
                      <a:pt x="0" y="30673"/>
                      <a:pt x="0" y="23711"/>
                    </a:cubicBezTo>
                    <a:lnTo>
                      <a:pt x="0" y="1011"/>
                    </a:lnTo>
                    <a:cubicBezTo>
                      <a:pt x="0" y="453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711"/>
                    </a:lnTo>
                    <a:cubicBezTo>
                      <a:pt x="2022" y="27824"/>
                      <a:pt x="15389" y="32408"/>
                      <a:pt x="34567" y="32408"/>
                    </a:cubicBezTo>
                    <a:cubicBezTo>
                      <a:pt x="53747" y="32408"/>
                      <a:pt x="67114" y="27824"/>
                      <a:pt x="67114" y="2371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711"/>
                    </a:lnTo>
                    <a:cubicBezTo>
                      <a:pt x="69136" y="30673"/>
                      <a:pt x="51324" y="34430"/>
                      <a:pt x="34567" y="3443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245">
                <a:extLst>
                  <a:ext uri="{FF2B5EF4-FFF2-40B4-BE49-F238E27FC236}">
                    <a16:creationId xmlns:a16="http://schemas.microsoft.com/office/drawing/2014/main" id="{E3C1B2C5-2AA6-D548-C8CB-0B0719250804}"/>
                  </a:ext>
                </a:extLst>
              </p:cNvPr>
              <p:cNvSpPr/>
              <p:nvPr/>
            </p:nvSpPr>
            <p:spPr>
              <a:xfrm>
                <a:off x="-768941" y="4083240"/>
                <a:ext cx="69135" cy="34390"/>
              </a:xfrm>
              <a:custGeom>
                <a:avLst/>
                <a:gdLst>
                  <a:gd name="connsiteX0" fmla="*/ 34567 w 69135"/>
                  <a:gd name="connsiteY0" fmla="*/ 34390 h 34390"/>
                  <a:gd name="connsiteX1" fmla="*/ 0 w 69135"/>
                  <a:gd name="connsiteY1" fmla="*/ 23671 h 34390"/>
                  <a:gd name="connsiteX2" fmla="*/ 0 w 69135"/>
                  <a:gd name="connsiteY2" fmla="*/ 1011 h 34390"/>
                  <a:gd name="connsiteX3" fmla="*/ 1011 w 69135"/>
                  <a:gd name="connsiteY3" fmla="*/ 0 h 34390"/>
                  <a:gd name="connsiteX4" fmla="*/ 2022 w 69135"/>
                  <a:gd name="connsiteY4" fmla="*/ 1011 h 34390"/>
                  <a:gd name="connsiteX5" fmla="*/ 2022 w 69135"/>
                  <a:gd name="connsiteY5" fmla="*/ 23670 h 34390"/>
                  <a:gd name="connsiteX6" fmla="*/ 34567 w 69135"/>
                  <a:gd name="connsiteY6" fmla="*/ 32368 h 34390"/>
                  <a:gd name="connsiteX7" fmla="*/ 67114 w 69135"/>
                  <a:gd name="connsiteY7" fmla="*/ 23671 h 34390"/>
                  <a:gd name="connsiteX8" fmla="*/ 67114 w 69135"/>
                  <a:gd name="connsiteY8" fmla="*/ 1011 h 34390"/>
                  <a:gd name="connsiteX9" fmla="*/ 68125 w 69135"/>
                  <a:gd name="connsiteY9" fmla="*/ 0 h 34390"/>
                  <a:gd name="connsiteX10" fmla="*/ 69136 w 69135"/>
                  <a:gd name="connsiteY10" fmla="*/ 1011 h 34390"/>
                  <a:gd name="connsiteX11" fmla="*/ 69136 w 69135"/>
                  <a:gd name="connsiteY11" fmla="*/ 23671 h 34390"/>
                  <a:gd name="connsiteX12" fmla="*/ 34567 w 69135"/>
                  <a:gd name="connsiteY12" fmla="*/ 34390 h 3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0">
                    <a:moveTo>
                      <a:pt x="34567" y="34390"/>
                    </a:moveTo>
                    <a:cubicBezTo>
                      <a:pt x="17809" y="34390"/>
                      <a:pt x="0" y="30633"/>
                      <a:pt x="0" y="23671"/>
                    </a:cubicBezTo>
                    <a:lnTo>
                      <a:pt x="0" y="1011"/>
                    </a:lnTo>
                    <a:cubicBezTo>
                      <a:pt x="0" y="453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0"/>
                    </a:lnTo>
                    <a:cubicBezTo>
                      <a:pt x="2022" y="27784"/>
                      <a:pt x="15389" y="32368"/>
                      <a:pt x="34567" y="32368"/>
                    </a:cubicBezTo>
                    <a:cubicBezTo>
                      <a:pt x="53747" y="32368"/>
                      <a:pt x="67114" y="27785"/>
                      <a:pt x="67114" y="2367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3"/>
                      <a:pt x="51324" y="34390"/>
                      <a:pt x="34567" y="3439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5" name="Freeform: Shape 246">
                <a:extLst>
                  <a:ext uri="{FF2B5EF4-FFF2-40B4-BE49-F238E27FC236}">
                    <a16:creationId xmlns:a16="http://schemas.microsoft.com/office/drawing/2014/main" id="{C76F9D9E-70A4-BB1E-B83B-CAC067530E4E}"/>
                  </a:ext>
                </a:extLst>
              </p:cNvPr>
              <p:cNvSpPr/>
              <p:nvPr/>
            </p:nvSpPr>
            <p:spPr>
              <a:xfrm>
                <a:off x="-768941" y="4105900"/>
                <a:ext cx="69135" cy="34390"/>
              </a:xfrm>
              <a:custGeom>
                <a:avLst/>
                <a:gdLst>
                  <a:gd name="connsiteX0" fmla="*/ 34567 w 69135"/>
                  <a:gd name="connsiteY0" fmla="*/ 34390 h 34390"/>
                  <a:gd name="connsiteX1" fmla="*/ 0 w 69135"/>
                  <a:gd name="connsiteY1" fmla="*/ 23671 h 34390"/>
                  <a:gd name="connsiteX2" fmla="*/ 0 w 69135"/>
                  <a:gd name="connsiteY2" fmla="*/ 1011 h 34390"/>
                  <a:gd name="connsiteX3" fmla="*/ 1011 w 69135"/>
                  <a:gd name="connsiteY3" fmla="*/ 0 h 34390"/>
                  <a:gd name="connsiteX4" fmla="*/ 2022 w 69135"/>
                  <a:gd name="connsiteY4" fmla="*/ 1011 h 34390"/>
                  <a:gd name="connsiteX5" fmla="*/ 2022 w 69135"/>
                  <a:gd name="connsiteY5" fmla="*/ 23670 h 34390"/>
                  <a:gd name="connsiteX6" fmla="*/ 34567 w 69135"/>
                  <a:gd name="connsiteY6" fmla="*/ 32368 h 34390"/>
                  <a:gd name="connsiteX7" fmla="*/ 67114 w 69135"/>
                  <a:gd name="connsiteY7" fmla="*/ 23671 h 34390"/>
                  <a:gd name="connsiteX8" fmla="*/ 67114 w 69135"/>
                  <a:gd name="connsiteY8" fmla="*/ 1011 h 34390"/>
                  <a:gd name="connsiteX9" fmla="*/ 68125 w 69135"/>
                  <a:gd name="connsiteY9" fmla="*/ 0 h 34390"/>
                  <a:gd name="connsiteX10" fmla="*/ 69136 w 69135"/>
                  <a:gd name="connsiteY10" fmla="*/ 1011 h 34390"/>
                  <a:gd name="connsiteX11" fmla="*/ 69136 w 69135"/>
                  <a:gd name="connsiteY11" fmla="*/ 23671 h 34390"/>
                  <a:gd name="connsiteX12" fmla="*/ 34567 w 69135"/>
                  <a:gd name="connsiteY12" fmla="*/ 34390 h 3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0">
                    <a:moveTo>
                      <a:pt x="34567" y="34390"/>
                    </a:moveTo>
                    <a:cubicBezTo>
                      <a:pt x="17809" y="34390"/>
                      <a:pt x="0" y="30633"/>
                      <a:pt x="0" y="23671"/>
                    </a:cubicBezTo>
                    <a:lnTo>
                      <a:pt x="0" y="1011"/>
                    </a:lnTo>
                    <a:cubicBezTo>
                      <a:pt x="0" y="452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0"/>
                    </a:lnTo>
                    <a:cubicBezTo>
                      <a:pt x="2022" y="27784"/>
                      <a:pt x="15389" y="32368"/>
                      <a:pt x="34567" y="32368"/>
                    </a:cubicBezTo>
                    <a:cubicBezTo>
                      <a:pt x="53747" y="32368"/>
                      <a:pt x="67114" y="27785"/>
                      <a:pt x="67114" y="2367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3"/>
                      <a:pt x="51324" y="34390"/>
                      <a:pt x="34567" y="3439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6" name="Freeform: Shape 247">
                <a:extLst>
                  <a:ext uri="{FF2B5EF4-FFF2-40B4-BE49-F238E27FC236}">
                    <a16:creationId xmlns:a16="http://schemas.microsoft.com/office/drawing/2014/main" id="{F6DBE965-57BB-1B63-EEB0-B609F6B4D68B}"/>
                  </a:ext>
                </a:extLst>
              </p:cNvPr>
              <p:cNvSpPr/>
              <p:nvPr/>
            </p:nvSpPr>
            <p:spPr>
              <a:xfrm>
                <a:off x="-768941" y="4128560"/>
                <a:ext cx="69135" cy="34391"/>
              </a:xfrm>
              <a:custGeom>
                <a:avLst/>
                <a:gdLst>
                  <a:gd name="connsiteX0" fmla="*/ 34567 w 69135"/>
                  <a:gd name="connsiteY0" fmla="*/ 34391 h 34391"/>
                  <a:gd name="connsiteX1" fmla="*/ 0 w 69135"/>
                  <a:gd name="connsiteY1" fmla="*/ 23671 h 34391"/>
                  <a:gd name="connsiteX2" fmla="*/ 0 w 69135"/>
                  <a:gd name="connsiteY2" fmla="*/ 1011 h 34391"/>
                  <a:gd name="connsiteX3" fmla="*/ 1011 w 69135"/>
                  <a:gd name="connsiteY3" fmla="*/ 0 h 34391"/>
                  <a:gd name="connsiteX4" fmla="*/ 2022 w 69135"/>
                  <a:gd name="connsiteY4" fmla="*/ 1011 h 34391"/>
                  <a:gd name="connsiteX5" fmla="*/ 2022 w 69135"/>
                  <a:gd name="connsiteY5" fmla="*/ 23671 h 34391"/>
                  <a:gd name="connsiteX6" fmla="*/ 34567 w 69135"/>
                  <a:gd name="connsiteY6" fmla="*/ 32369 h 34391"/>
                  <a:gd name="connsiteX7" fmla="*/ 67114 w 69135"/>
                  <a:gd name="connsiteY7" fmla="*/ 23671 h 34391"/>
                  <a:gd name="connsiteX8" fmla="*/ 67114 w 69135"/>
                  <a:gd name="connsiteY8" fmla="*/ 1011 h 34391"/>
                  <a:gd name="connsiteX9" fmla="*/ 68125 w 69135"/>
                  <a:gd name="connsiteY9" fmla="*/ 0 h 34391"/>
                  <a:gd name="connsiteX10" fmla="*/ 69136 w 69135"/>
                  <a:gd name="connsiteY10" fmla="*/ 1011 h 34391"/>
                  <a:gd name="connsiteX11" fmla="*/ 69136 w 69135"/>
                  <a:gd name="connsiteY11" fmla="*/ 23671 h 34391"/>
                  <a:gd name="connsiteX12" fmla="*/ 34567 w 69135"/>
                  <a:gd name="connsiteY12" fmla="*/ 34391 h 34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1">
                    <a:moveTo>
                      <a:pt x="34567" y="34391"/>
                    </a:moveTo>
                    <a:cubicBezTo>
                      <a:pt x="17809" y="34391"/>
                      <a:pt x="0" y="30634"/>
                      <a:pt x="0" y="23671"/>
                    </a:cubicBezTo>
                    <a:lnTo>
                      <a:pt x="0" y="1011"/>
                    </a:lnTo>
                    <a:cubicBezTo>
                      <a:pt x="0" y="452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1"/>
                    </a:lnTo>
                    <a:cubicBezTo>
                      <a:pt x="2022" y="27785"/>
                      <a:pt x="15389" y="32369"/>
                      <a:pt x="34567" y="32369"/>
                    </a:cubicBezTo>
                    <a:cubicBezTo>
                      <a:pt x="53747" y="32369"/>
                      <a:pt x="67114" y="27786"/>
                      <a:pt x="67114" y="23671"/>
                    </a:cubicBezTo>
                    <a:lnTo>
                      <a:pt x="67114" y="1011"/>
                    </a:lnTo>
                    <a:cubicBezTo>
                      <a:pt x="67114" y="452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4"/>
                      <a:pt x="51324" y="34391"/>
                      <a:pt x="34567" y="34391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B2B652D-5391-56C7-1224-98696FA9612A}"/>
              </a:ext>
            </a:extLst>
          </p:cNvPr>
          <p:cNvGrpSpPr>
            <a:grpSpLocks noChangeAspect="1"/>
          </p:cNvGrpSpPr>
          <p:nvPr/>
        </p:nvGrpSpPr>
        <p:grpSpPr>
          <a:xfrm>
            <a:off x="2168307" y="1748553"/>
            <a:ext cx="255042" cy="320438"/>
            <a:chOff x="-531169" y="3093269"/>
            <a:chExt cx="185737" cy="233362"/>
          </a:xfrm>
          <a:solidFill>
            <a:schemeClr val="bg1"/>
          </a:solidFill>
        </p:grpSpPr>
        <p:sp>
          <p:nvSpPr>
            <p:cNvPr id="60" name="Freeform: Shape 225">
              <a:extLst>
                <a:ext uri="{FF2B5EF4-FFF2-40B4-BE49-F238E27FC236}">
                  <a16:creationId xmlns:a16="http://schemas.microsoft.com/office/drawing/2014/main" id="{5C7A82A7-5EB5-544D-5A0C-D717DBC75240}"/>
                </a:ext>
              </a:extLst>
            </p:cNvPr>
            <p:cNvSpPr/>
            <p:nvPr/>
          </p:nvSpPr>
          <p:spPr>
            <a:xfrm>
              <a:off x="-521644" y="3255194"/>
              <a:ext cx="119062" cy="61912"/>
            </a:xfrm>
            <a:custGeom>
              <a:avLst/>
              <a:gdLst>
                <a:gd name="connsiteX0" fmla="*/ 116681 w 119062"/>
                <a:gd name="connsiteY0" fmla="*/ 0 h 61912"/>
                <a:gd name="connsiteX1" fmla="*/ 2381 w 119062"/>
                <a:gd name="connsiteY1" fmla="*/ 0 h 61912"/>
                <a:gd name="connsiteX2" fmla="*/ 0 w 119062"/>
                <a:gd name="connsiteY2" fmla="*/ 2381 h 61912"/>
                <a:gd name="connsiteX3" fmla="*/ 0 w 119062"/>
                <a:gd name="connsiteY3" fmla="*/ 59531 h 61912"/>
                <a:gd name="connsiteX4" fmla="*/ 2381 w 119062"/>
                <a:gd name="connsiteY4" fmla="*/ 61913 h 61912"/>
                <a:gd name="connsiteX5" fmla="*/ 116681 w 119062"/>
                <a:gd name="connsiteY5" fmla="*/ 61913 h 61912"/>
                <a:gd name="connsiteX6" fmla="*/ 119063 w 119062"/>
                <a:gd name="connsiteY6" fmla="*/ 59531 h 61912"/>
                <a:gd name="connsiteX7" fmla="*/ 119063 w 119062"/>
                <a:gd name="connsiteY7" fmla="*/ 2381 h 61912"/>
                <a:gd name="connsiteX8" fmla="*/ 116681 w 119062"/>
                <a:gd name="connsiteY8" fmla="*/ 0 h 61912"/>
                <a:gd name="connsiteX9" fmla="*/ 114300 w 119062"/>
                <a:gd name="connsiteY9" fmla="*/ 57150 h 61912"/>
                <a:gd name="connsiteX10" fmla="*/ 4763 w 119062"/>
                <a:gd name="connsiteY10" fmla="*/ 57150 h 61912"/>
                <a:gd name="connsiteX11" fmla="*/ 4763 w 119062"/>
                <a:gd name="connsiteY11" fmla="*/ 4763 h 61912"/>
                <a:gd name="connsiteX12" fmla="*/ 114300 w 119062"/>
                <a:gd name="connsiteY12" fmla="*/ 4763 h 6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062" h="61912">
                  <a:moveTo>
                    <a:pt x="116681" y="0"/>
                  </a:move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lnTo>
                    <a:pt x="0" y="59531"/>
                  </a:lnTo>
                  <a:cubicBezTo>
                    <a:pt x="0" y="60846"/>
                    <a:pt x="1066" y="61913"/>
                    <a:pt x="2381" y="61913"/>
                  </a:cubicBezTo>
                  <a:lnTo>
                    <a:pt x="116681" y="61913"/>
                  </a:lnTo>
                  <a:cubicBezTo>
                    <a:pt x="117996" y="61913"/>
                    <a:pt x="119063" y="60846"/>
                    <a:pt x="119063" y="59531"/>
                  </a:cubicBezTo>
                  <a:lnTo>
                    <a:pt x="119063" y="2381"/>
                  </a:lnTo>
                  <a:cubicBezTo>
                    <a:pt x="119063" y="1066"/>
                    <a:pt x="117996" y="0"/>
                    <a:pt x="116681" y="0"/>
                  </a:cubicBezTo>
                  <a:close/>
                  <a:moveTo>
                    <a:pt x="114300" y="57150"/>
                  </a:moveTo>
                  <a:lnTo>
                    <a:pt x="4763" y="57150"/>
                  </a:lnTo>
                  <a:lnTo>
                    <a:pt x="4763" y="4763"/>
                  </a:lnTo>
                  <a:lnTo>
                    <a:pt x="114300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1" name="Freeform: Shape 226">
              <a:extLst>
                <a:ext uri="{FF2B5EF4-FFF2-40B4-BE49-F238E27FC236}">
                  <a16:creationId xmlns:a16="http://schemas.microsoft.com/office/drawing/2014/main" id="{12C5BF4D-1E94-9F4A-AF7C-D8FBD1984D7E}"/>
                </a:ext>
              </a:extLst>
            </p:cNvPr>
            <p:cNvSpPr/>
            <p:nvPr/>
          </p:nvSpPr>
          <p:spPr>
            <a:xfrm>
              <a:off x="-513224" y="3267777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3" name="Freeform: Shape 228">
              <a:extLst>
                <a:ext uri="{FF2B5EF4-FFF2-40B4-BE49-F238E27FC236}">
                  <a16:creationId xmlns:a16="http://schemas.microsoft.com/office/drawing/2014/main" id="{9538F282-73DD-28AA-1286-F77FBD44A226}"/>
                </a:ext>
              </a:extLst>
            </p:cNvPr>
            <p:cNvSpPr/>
            <p:nvPr/>
          </p:nvSpPr>
          <p:spPr>
            <a:xfrm>
              <a:off x="-513224" y="3282922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8" name="Freeform: Shape 229">
              <a:extLst>
                <a:ext uri="{FF2B5EF4-FFF2-40B4-BE49-F238E27FC236}">
                  <a16:creationId xmlns:a16="http://schemas.microsoft.com/office/drawing/2014/main" id="{DF523C5A-5851-9A08-7900-656A860A2FE2}"/>
                </a:ext>
              </a:extLst>
            </p:cNvPr>
            <p:cNvSpPr/>
            <p:nvPr/>
          </p:nvSpPr>
          <p:spPr>
            <a:xfrm>
              <a:off x="-513224" y="3298057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9" name="Freeform: Shape 230">
              <a:extLst>
                <a:ext uri="{FF2B5EF4-FFF2-40B4-BE49-F238E27FC236}">
                  <a16:creationId xmlns:a16="http://schemas.microsoft.com/office/drawing/2014/main" id="{46782885-F7B2-5B30-7A9F-56375C12BDA1}"/>
                </a:ext>
              </a:extLst>
            </p:cNvPr>
            <p:cNvSpPr/>
            <p:nvPr/>
          </p:nvSpPr>
          <p:spPr>
            <a:xfrm>
              <a:off x="-531169" y="3093269"/>
              <a:ext cx="185737" cy="233362"/>
            </a:xfrm>
            <a:custGeom>
              <a:avLst/>
              <a:gdLst>
                <a:gd name="connsiteX0" fmla="*/ 183356 w 185737"/>
                <a:gd name="connsiteY0" fmla="*/ 9525 h 233362"/>
                <a:gd name="connsiteX1" fmla="*/ 176213 w 185737"/>
                <a:gd name="connsiteY1" fmla="*/ 9525 h 233362"/>
                <a:gd name="connsiteX2" fmla="*/ 176213 w 185737"/>
                <a:gd name="connsiteY2" fmla="*/ 2381 h 233362"/>
                <a:gd name="connsiteX3" fmla="*/ 173831 w 185737"/>
                <a:gd name="connsiteY3" fmla="*/ 0 h 233362"/>
                <a:gd name="connsiteX4" fmla="*/ 107156 w 185737"/>
                <a:gd name="connsiteY4" fmla="*/ 0 h 233362"/>
                <a:gd name="connsiteX5" fmla="*/ 104775 w 185737"/>
                <a:gd name="connsiteY5" fmla="*/ 2381 h 233362"/>
                <a:gd name="connsiteX6" fmla="*/ 104775 w 185737"/>
                <a:gd name="connsiteY6" fmla="*/ 9525 h 233362"/>
                <a:gd name="connsiteX7" fmla="*/ 78772 w 185737"/>
                <a:gd name="connsiteY7" fmla="*/ 9525 h 233362"/>
                <a:gd name="connsiteX8" fmla="*/ 77086 w 185737"/>
                <a:gd name="connsiteY8" fmla="*/ 10220 h 233362"/>
                <a:gd name="connsiteX9" fmla="*/ 48320 w 185737"/>
                <a:gd name="connsiteY9" fmla="*/ 38986 h 233362"/>
                <a:gd name="connsiteX10" fmla="*/ 47625 w 185737"/>
                <a:gd name="connsiteY10" fmla="*/ 40672 h 233362"/>
                <a:gd name="connsiteX11" fmla="*/ 47625 w 185737"/>
                <a:gd name="connsiteY11" fmla="*/ 66675 h 233362"/>
                <a:gd name="connsiteX12" fmla="*/ 31147 w 185737"/>
                <a:gd name="connsiteY12" fmla="*/ 66675 h 233362"/>
                <a:gd name="connsiteX13" fmla="*/ 29461 w 185737"/>
                <a:gd name="connsiteY13" fmla="*/ 67370 h 233362"/>
                <a:gd name="connsiteX14" fmla="*/ 695 w 185737"/>
                <a:gd name="connsiteY14" fmla="*/ 96136 h 233362"/>
                <a:gd name="connsiteX15" fmla="*/ 0 w 185737"/>
                <a:gd name="connsiteY15" fmla="*/ 97822 h 233362"/>
                <a:gd name="connsiteX16" fmla="*/ 0 w 185737"/>
                <a:gd name="connsiteY16" fmla="*/ 230981 h 233362"/>
                <a:gd name="connsiteX17" fmla="*/ 2381 w 185737"/>
                <a:gd name="connsiteY17" fmla="*/ 233363 h 233362"/>
                <a:gd name="connsiteX18" fmla="*/ 135731 w 185737"/>
                <a:gd name="connsiteY18" fmla="*/ 233363 h 233362"/>
                <a:gd name="connsiteX19" fmla="*/ 138113 w 185737"/>
                <a:gd name="connsiteY19" fmla="*/ 230981 h 233362"/>
                <a:gd name="connsiteX20" fmla="*/ 138113 w 185737"/>
                <a:gd name="connsiteY20" fmla="*/ 176213 h 233362"/>
                <a:gd name="connsiteX21" fmla="*/ 183356 w 185737"/>
                <a:gd name="connsiteY21" fmla="*/ 176213 h 233362"/>
                <a:gd name="connsiteX22" fmla="*/ 185738 w 185737"/>
                <a:gd name="connsiteY22" fmla="*/ 173831 h 233362"/>
                <a:gd name="connsiteX23" fmla="*/ 185738 w 185737"/>
                <a:gd name="connsiteY23" fmla="*/ 11906 h 233362"/>
                <a:gd name="connsiteX24" fmla="*/ 183356 w 185737"/>
                <a:gd name="connsiteY24" fmla="*/ 9525 h 233362"/>
                <a:gd name="connsiteX25" fmla="*/ 109538 w 185737"/>
                <a:gd name="connsiteY25" fmla="*/ 4763 h 233362"/>
                <a:gd name="connsiteX26" fmla="*/ 171450 w 185737"/>
                <a:gd name="connsiteY26" fmla="*/ 4763 h 233362"/>
                <a:gd name="connsiteX27" fmla="*/ 171450 w 185737"/>
                <a:gd name="connsiteY27" fmla="*/ 47625 h 233362"/>
                <a:gd name="connsiteX28" fmla="*/ 109538 w 185737"/>
                <a:gd name="connsiteY28" fmla="*/ 47625 h 233362"/>
                <a:gd name="connsiteX29" fmla="*/ 109538 w 185737"/>
                <a:gd name="connsiteY29" fmla="*/ 4763 h 233362"/>
                <a:gd name="connsiteX30" fmla="*/ 133350 w 185737"/>
                <a:gd name="connsiteY30" fmla="*/ 228600 h 233362"/>
                <a:gd name="connsiteX31" fmla="*/ 4763 w 185737"/>
                <a:gd name="connsiteY31" fmla="*/ 228600 h 233362"/>
                <a:gd name="connsiteX32" fmla="*/ 4763 w 185737"/>
                <a:gd name="connsiteY32" fmla="*/ 98812 h 233362"/>
                <a:gd name="connsiteX33" fmla="*/ 32137 w 185737"/>
                <a:gd name="connsiteY33" fmla="*/ 71438 h 233362"/>
                <a:gd name="connsiteX34" fmla="*/ 57150 w 185737"/>
                <a:gd name="connsiteY34" fmla="*/ 71438 h 233362"/>
                <a:gd name="connsiteX35" fmla="*/ 57150 w 185737"/>
                <a:gd name="connsiteY35" fmla="*/ 107156 h 233362"/>
                <a:gd name="connsiteX36" fmla="*/ 59531 w 185737"/>
                <a:gd name="connsiteY36" fmla="*/ 109538 h 233362"/>
                <a:gd name="connsiteX37" fmla="*/ 126206 w 185737"/>
                <a:gd name="connsiteY37" fmla="*/ 109538 h 233362"/>
                <a:gd name="connsiteX38" fmla="*/ 128588 w 185737"/>
                <a:gd name="connsiteY38" fmla="*/ 107156 h 233362"/>
                <a:gd name="connsiteX39" fmla="*/ 128588 w 185737"/>
                <a:gd name="connsiteY39" fmla="*/ 71438 h 233362"/>
                <a:gd name="connsiteX40" fmla="*/ 133350 w 185737"/>
                <a:gd name="connsiteY40" fmla="*/ 71438 h 233362"/>
                <a:gd name="connsiteX41" fmla="*/ 133350 w 185737"/>
                <a:gd name="connsiteY41" fmla="*/ 228600 h 233362"/>
                <a:gd name="connsiteX42" fmla="*/ 123825 w 185737"/>
                <a:gd name="connsiteY42" fmla="*/ 69056 h 233362"/>
                <a:gd name="connsiteX43" fmla="*/ 123825 w 185737"/>
                <a:gd name="connsiteY43" fmla="*/ 104775 h 233362"/>
                <a:gd name="connsiteX44" fmla="*/ 61913 w 185737"/>
                <a:gd name="connsiteY44" fmla="*/ 104775 h 233362"/>
                <a:gd name="connsiteX45" fmla="*/ 61913 w 185737"/>
                <a:gd name="connsiteY45" fmla="*/ 61913 h 233362"/>
                <a:gd name="connsiteX46" fmla="*/ 123825 w 185737"/>
                <a:gd name="connsiteY46" fmla="*/ 61913 h 233362"/>
                <a:gd name="connsiteX47" fmla="*/ 138113 w 185737"/>
                <a:gd name="connsiteY47" fmla="*/ 152400 h 233362"/>
                <a:gd name="connsiteX48" fmla="*/ 165411 w 185737"/>
                <a:gd name="connsiteY48" fmla="*/ 152400 h 233362"/>
                <a:gd name="connsiteX49" fmla="*/ 167792 w 185737"/>
                <a:gd name="connsiteY49" fmla="*/ 150019 h 233362"/>
                <a:gd name="connsiteX50" fmla="*/ 165411 w 185737"/>
                <a:gd name="connsiteY50" fmla="*/ 147638 h 233362"/>
                <a:gd name="connsiteX51" fmla="*/ 138113 w 185737"/>
                <a:gd name="connsiteY51" fmla="*/ 147638 h 233362"/>
                <a:gd name="connsiteX52" fmla="*/ 138113 w 185737"/>
                <a:gd name="connsiteY52" fmla="*/ 137265 h 233362"/>
                <a:gd name="connsiteX53" fmla="*/ 165411 w 185737"/>
                <a:gd name="connsiteY53" fmla="*/ 137265 h 233362"/>
                <a:gd name="connsiteX54" fmla="*/ 167792 w 185737"/>
                <a:gd name="connsiteY54" fmla="*/ 134884 h 233362"/>
                <a:gd name="connsiteX55" fmla="*/ 165411 w 185737"/>
                <a:gd name="connsiteY55" fmla="*/ 132502 h 233362"/>
                <a:gd name="connsiteX56" fmla="*/ 138113 w 185737"/>
                <a:gd name="connsiteY56" fmla="*/ 132502 h 233362"/>
                <a:gd name="connsiteX57" fmla="*/ 138113 w 185737"/>
                <a:gd name="connsiteY57" fmla="*/ 122120 h 233362"/>
                <a:gd name="connsiteX58" fmla="*/ 165411 w 185737"/>
                <a:gd name="connsiteY58" fmla="*/ 122120 h 233362"/>
                <a:gd name="connsiteX59" fmla="*/ 167792 w 185737"/>
                <a:gd name="connsiteY59" fmla="*/ 119739 h 233362"/>
                <a:gd name="connsiteX60" fmla="*/ 165411 w 185737"/>
                <a:gd name="connsiteY60" fmla="*/ 117358 h 233362"/>
                <a:gd name="connsiteX61" fmla="*/ 138113 w 185737"/>
                <a:gd name="connsiteY61" fmla="*/ 117358 h 233362"/>
                <a:gd name="connsiteX62" fmla="*/ 138113 w 185737"/>
                <a:gd name="connsiteY62" fmla="*/ 109538 h 233362"/>
                <a:gd name="connsiteX63" fmla="*/ 171450 w 185737"/>
                <a:gd name="connsiteY63" fmla="*/ 109538 h 233362"/>
                <a:gd name="connsiteX64" fmla="*/ 171450 w 185737"/>
                <a:gd name="connsiteY64" fmla="*/ 161925 h 233362"/>
                <a:gd name="connsiteX65" fmla="*/ 138113 w 185737"/>
                <a:gd name="connsiteY65" fmla="*/ 161925 h 233362"/>
                <a:gd name="connsiteX66" fmla="*/ 180975 w 185737"/>
                <a:gd name="connsiteY66" fmla="*/ 171450 h 233362"/>
                <a:gd name="connsiteX67" fmla="*/ 138113 w 185737"/>
                <a:gd name="connsiteY67" fmla="*/ 171450 h 233362"/>
                <a:gd name="connsiteX68" fmla="*/ 138113 w 185737"/>
                <a:gd name="connsiteY68" fmla="*/ 166688 h 233362"/>
                <a:gd name="connsiteX69" fmla="*/ 173831 w 185737"/>
                <a:gd name="connsiteY69" fmla="*/ 166688 h 233362"/>
                <a:gd name="connsiteX70" fmla="*/ 176213 w 185737"/>
                <a:gd name="connsiteY70" fmla="*/ 164306 h 233362"/>
                <a:gd name="connsiteX71" fmla="*/ 176213 w 185737"/>
                <a:gd name="connsiteY71" fmla="*/ 107156 h 233362"/>
                <a:gd name="connsiteX72" fmla="*/ 173831 w 185737"/>
                <a:gd name="connsiteY72" fmla="*/ 104775 h 233362"/>
                <a:gd name="connsiteX73" fmla="*/ 138113 w 185737"/>
                <a:gd name="connsiteY73" fmla="*/ 104775 h 233362"/>
                <a:gd name="connsiteX74" fmla="*/ 138113 w 185737"/>
                <a:gd name="connsiteY74" fmla="*/ 69056 h 233362"/>
                <a:gd name="connsiteX75" fmla="*/ 135731 w 185737"/>
                <a:gd name="connsiteY75" fmla="*/ 66675 h 233362"/>
                <a:gd name="connsiteX76" fmla="*/ 128588 w 185737"/>
                <a:gd name="connsiteY76" fmla="*/ 66675 h 233362"/>
                <a:gd name="connsiteX77" fmla="*/ 128588 w 185737"/>
                <a:gd name="connsiteY77" fmla="*/ 59531 h 233362"/>
                <a:gd name="connsiteX78" fmla="*/ 126206 w 185737"/>
                <a:gd name="connsiteY78" fmla="*/ 57150 h 233362"/>
                <a:gd name="connsiteX79" fmla="*/ 59531 w 185737"/>
                <a:gd name="connsiteY79" fmla="*/ 57150 h 233362"/>
                <a:gd name="connsiteX80" fmla="*/ 57150 w 185737"/>
                <a:gd name="connsiteY80" fmla="*/ 59531 h 233362"/>
                <a:gd name="connsiteX81" fmla="*/ 57150 w 185737"/>
                <a:gd name="connsiteY81" fmla="*/ 66675 h 233362"/>
                <a:gd name="connsiteX82" fmla="*/ 52388 w 185737"/>
                <a:gd name="connsiteY82" fmla="*/ 66675 h 233362"/>
                <a:gd name="connsiteX83" fmla="*/ 52388 w 185737"/>
                <a:gd name="connsiteY83" fmla="*/ 41662 h 233362"/>
                <a:gd name="connsiteX84" fmla="*/ 79762 w 185737"/>
                <a:gd name="connsiteY84" fmla="*/ 14288 h 233362"/>
                <a:gd name="connsiteX85" fmla="*/ 104775 w 185737"/>
                <a:gd name="connsiteY85" fmla="*/ 14288 h 233362"/>
                <a:gd name="connsiteX86" fmla="*/ 104775 w 185737"/>
                <a:gd name="connsiteY86" fmla="*/ 50006 h 233362"/>
                <a:gd name="connsiteX87" fmla="*/ 107156 w 185737"/>
                <a:gd name="connsiteY87" fmla="*/ 52388 h 233362"/>
                <a:gd name="connsiteX88" fmla="*/ 173831 w 185737"/>
                <a:gd name="connsiteY88" fmla="*/ 52388 h 233362"/>
                <a:gd name="connsiteX89" fmla="*/ 176213 w 185737"/>
                <a:gd name="connsiteY89" fmla="*/ 50006 h 233362"/>
                <a:gd name="connsiteX90" fmla="*/ 176213 w 185737"/>
                <a:gd name="connsiteY90" fmla="*/ 14288 h 233362"/>
                <a:gd name="connsiteX91" fmla="*/ 180975 w 185737"/>
                <a:gd name="connsiteY91" fmla="*/ 14288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85737" h="233362">
                  <a:moveTo>
                    <a:pt x="183356" y="9525"/>
                  </a:moveTo>
                  <a:lnTo>
                    <a:pt x="176213" y="9525"/>
                  </a:lnTo>
                  <a:lnTo>
                    <a:pt x="176213" y="2381"/>
                  </a:lnTo>
                  <a:cubicBezTo>
                    <a:pt x="176213" y="1066"/>
                    <a:pt x="175146" y="0"/>
                    <a:pt x="173831" y="0"/>
                  </a:cubicBezTo>
                  <a:lnTo>
                    <a:pt x="107156" y="0"/>
                  </a:lnTo>
                  <a:cubicBezTo>
                    <a:pt x="105841" y="0"/>
                    <a:pt x="104775" y="1066"/>
                    <a:pt x="104775" y="2381"/>
                  </a:cubicBezTo>
                  <a:lnTo>
                    <a:pt x="104775" y="9525"/>
                  </a:lnTo>
                  <a:lnTo>
                    <a:pt x="78772" y="9525"/>
                  </a:lnTo>
                  <a:cubicBezTo>
                    <a:pt x="78140" y="9525"/>
                    <a:pt x="77534" y="9775"/>
                    <a:pt x="77086" y="10220"/>
                  </a:cubicBezTo>
                  <a:lnTo>
                    <a:pt x="48320" y="38986"/>
                  </a:lnTo>
                  <a:cubicBezTo>
                    <a:pt x="47875" y="39434"/>
                    <a:pt x="47625" y="40040"/>
                    <a:pt x="47625" y="40672"/>
                  </a:cubicBezTo>
                  <a:lnTo>
                    <a:pt x="47625" y="66675"/>
                  </a:lnTo>
                  <a:lnTo>
                    <a:pt x="31147" y="66675"/>
                  </a:lnTo>
                  <a:cubicBezTo>
                    <a:pt x="30515" y="66675"/>
                    <a:pt x="29909" y="66925"/>
                    <a:pt x="29461" y="67370"/>
                  </a:cubicBezTo>
                  <a:lnTo>
                    <a:pt x="695" y="96136"/>
                  </a:lnTo>
                  <a:cubicBezTo>
                    <a:pt x="250" y="96584"/>
                    <a:pt x="0" y="97190"/>
                    <a:pt x="0" y="97822"/>
                  </a:cubicBezTo>
                  <a:lnTo>
                    <a:pt x="0" y="230981"/>
                  </a:lnTo>
                  <a:cubicBezTo>
                    <a:pt x="0" y="232296"/>
                    <a:pt x="1066" y="233363"/>
                    <a:pt x="2381" y="233363"/>
                  </a:cubicBezTo>
                  <a:lnTo>
                    <a:pt x="135731" y="233363"/>
                  </a:lnTo>
                  <a:cubicBezTo>
                    <a:pt x="137046" y="233363"/>
                    <a:pt x="138113" y="232296"/>
                    <a:pt x="138113" y="230981"/>
                  </a:cubicBezTo>
                  <a:lnTo>
                    <a:pt x="138113" y="176213"/>
                  </a:lnTo>
                  <a:lnTo>
                    <a:pt x="183356" y="176213"/>
                  </a:lnTo>
                  <a:cubicBezTo>
                    <a:pt x="184671" y="176213"/>
                    <a:pt x="185738" y="175146"/>
                    <a:pt x="185738" y="173831"/>
                  </a:cubicBezTo>
                  <a:lnTo>
                    <a:pt x="185738" y="11906"/>
                  </a:lnTo>
                  <a:cubicBezTo>
                    <a:pt x="185738" y="10591"/>
                    <a:pt x="184671" y="9525"/>
                    <a:pt x="183356" y="9525"/>
                  </a:cubicBezTo>
                  <a:close/>
                  <a:moveTo>
                    <a:pt x="109538" y="4763"/>
                  </a:moveTo>
                  <a:lnTo>
                    <a:pt x="171450" y="4763"/>
                  </a:lnTo>
                  <a:lnTo>
                    <a:pt x="171450" y="47625"/>
                  </a:lnTo>
                  <a:lnTo>
                    <a:pt x="109538" y="47625"/>
                  </a:lnTo>
                  <a:lnTo>
                    <a:pt x="109538" y="4763"/>
                  </a:lnTo>
                  <a:close/>
                  <a:moveTo>
                    <a:pt x="133350" y="228600"/>
                  </a:moveTo>
                  <a:lnTo>
                    <a:pt x="4763" y="228600"/>
                  </a:lnTo>
                  <a:lnTo>
                    <a:pt x="4763" y="98812"/>
                  </a:lnTo>
                  <a:lnTo>
                    <a:pt x="32137" y="71438"/>
                  </a:lnTo>
                  <a:lnTo>
                    <a:pt x="57150" y="71438"/>
                  </a:lnTo>
                  <a:lnTo>
                    <a:pt x="57150" y="107156"/>
                  </a:lnTo>
                  <a:cubicBezTo>
                    <a:pt x="57150" y="108471"/>
                    <a:pt x="58216" y="109538"/>
                    <a:pt x="59531" y="109538"/>
                  </a:cubicBezTo>
                  <a:lnTo>
                    <a:pt x="126206" y="109538"/>
                  </a:lnTo>
                  <a:cubicBezTo>
                    <a:pt x="127521" y="109538"/>
                    <a:pt x="128588" y="108471"/>
                    <a:pt x="128588" y="107156"/>
                  </a:cubicBezTo>
                  <a:lnTo>
                    <a:pt x="128588" y="71438"/>
                  </a:lnTo>
                  <a:lnTo>
                    <a:pt x="133350" y="71438"/>
                  </a:lnTo>
                  <a:lnTo>
                    <a:pt x="133350" y="228600"/>
                  </a:lnTo>
                  <a:close/>
                  <a:moveTo>
                    <a:pt x="123825" y="69056"/>
                  </a:moveTo>
                  <a:lnTo>
                    <a:pt x="123825" y="104775"/>
                  </a:lnTo>
                  <a:lnTo>
                    <a:pt x="61913" y="104775"/>
                  </a:lnTo>
                  <a:lnTo>
                    <a:pt x="61913" y="61913"/>
                  </a:lnTo>
                  <a:lnTo>
                    <a:pt x="123825" y="61913"/>
                  </a:lnTo>
                  <a:close/>
                  <a:moveTo>
                    <a:pt x="138113" y="152400"/>
                  </a:moveTo>
                  <a:lnTo>
                    <a:pt x="165411" y="152400"/>
                  </a:lnTo>
                  <a:cubicBezTo>
                    <a:pt x="166726" y="152400"/>
                    <a:pt x="167792" y="151334"/>
                    <a:pt x="167792" y="150019"/>
                  </a:cubicBezTo>
                  <a:cubicBezTo>
                    <a:pt x="167792" y="148704"/>
                    <a:pt x="166726" y="147638"/>
                    <a:pt x="165411" y="147638"/>
                  </a:cubicBezTo>
                  <a:lnTo>
                    <a:pt x="138113" y="147638"/>
                  </a:lnTo>
                  <a:lnTo>
                    <a:pt x="138113" y="137265"/>
                  </a:lnTo>
                  <a:lnTo>
                    <a:pt x="165411" y="137265"/>
                  </a:lnTo>
                  <a:cubicBezTo>
                    <a:pt x="166726" y="137265"/>
                    <a:pt x="167792" y="136199"/>
                    <a:pt x="167792" y="134884"/>
                  </a:cubicBezTo>
                  <a:cubicBezTo>
                    <a:pt x="167792" y="133568"/>
                    <a:pt x="166726" y="132502"/>
                    <a:pt x="165411" y="132502"/>
                  </a:cubicBezTo>
                  <a:lnTo>
                    <a:pt x="138113" y="132502"/>
                  </a:lnTo>
                  <a:lnTo>
                    <a:pt x="138113" y="122120"/>
                  </a:lnTo>
                  <a:lnTo>
                    <a:pt x="165411" y="122120"/>
                  </a:lnTo>
                  <a:cubicBezTo>
                    <a:pt x="166726" y="122120"/>
                    <a:pt x="167792" y="121054"/>
                    <a:pt x="167792" y="119739"/>
                  </a:cubicBezTo>
                  <a:cubicBezTo>
                    <a:pt x="167792" y="118424"/>
                    <a:pt x="166726" y="117358"/>
                    <a:pt x="165411" y="117358"/>
                  </a:cubicBezTo>
                  <a:lnTo>
                    <a:pt x="138113" y="117358"/>
                  </a:lnTo>
                  <a:lnTo>
                    <a:pt x="138113" y="109538"/>
                  </a:lnTo>
                  <a:lnTo>
                    <a:pt x="171450" y="109538"/>
                  </a:lnTo>
                  <a:lnTo>
                    <a:pt x="171450" y="161925"/>
                  </a:lnTo>
                  <a:lnTo>
                    <a:pt x="138113" y="161925"/>
                  </a:lnTo>
                  <a:close/>
                  <a:moveTo>
                    <a:pt x="180975" y="171450"/>
                  </a:moveTo>
                  <a:lnTo>
                    <a:pt x="138113" y="171450"/>
                  </a:lnTo>
                  <a:lnTo>
                    <a:pt x="138113" y="166688"/>
                  </a:lnTo>
                  <a:lnTo>
                    <a:pt x="173831" y="166688"/>
                  </a:lnTo>
                  <a:cubicBezTo>
                    <a:pt x="175146" y="166688"/>
                    <a:pt x="176213" y="165621"/>
                    <a:pt x="176213" y="164306"/>
                  </a:cubicBezTo>
                  <a:lnTo>
                    <a:pt x="176213" y="107156"/>
                  </a:lnTo>
                  <a:cubicBezTo>
                    <a:pt x="176213" y="105841"/>
                    <a:pt x="175146" y="104775"/>
                    <a:pt x="173831" y="104775"/>
                  </a:cubicBezTo>
                  <a:lnTo>
                    <a:pt x="138113" y="104775"/>
                  </a:lnTo>
                  <a:lnTo>
                    <a:pt x="138113" y="69056"/>
                  </a:lnTo>
                  <a:cubicBezTo>
                    <a:pt x="138113" y="67741"/>
                    <a:pt x="137046" y="66675"/>
                    <a:pt x="135731" y="66675"/>
                  </a:cubicBezTo>
                  <a:lnTo>
                    <a:pt x="128588" y="66675"/>
                  </a:lnTo>
                  <a:lnTo>
                    <a:pt x="128588" y="59531"/>
                  </a:lnTo>
                  <a:cubicBezTo>
                    <a:pt x="128588" y="58216"/>
                    <a:pt x="127521" y="57150"/>
                    <a:pt x="126206" y="57150"/>
                  </a:cubicBezTo>
                  <a:lnTo>
                    <a:pt x="59531" y="57150"/>
                  </a:lnTo>
                  <a:cubicBezTo>
                    <a:pt x="58216" y="57150"/>
                    <a:pt x="57150" y="58216"/>
                    <a:pt x="57150" y="59531"/>
                  </a:cubicBezTo>
                  <a:lnTo>
                    <a:pt x="57150" y="66675"/>
                  </a:lnTo>
                  <a:lnTo>
                    <a:pt x="52388" y="66675"/>
                  </a:lnTo>
                  <a:lnTo>
                    <a:pt x="52388" y="41662"/>
                  </a:lnTo>
                  <a:lnTo>
                    <a:pt x="79762" y="14288"/>
                  </a:lnTo>
                  <a:lnTo>
                    <a:pt x="104775" y="14288"/>
                  </a:lnTo>
                  <a:lnTo>
                    <a:pt x="104775" y="50006"/>
                  </a:lnTo>
                  <a:cubicBezTo>
                    <a:pt x="104775" y="51321"/>
                    <a:pt x="105841" y="52388"/>
                    <a:pt x="107156" y="52388"/>
                  </a:cubicBezTo>
                  <a:lnTo>
                    <a:pt x="173831" y="52388"/>
                  </a:lnTo>
                  <a:cubicBezTo>
                    <a:pt x="175146" y="52388"/>
                    <a:pt x="176213" y="51321"/>
                    <a:pt x="176213" y="50006"/>
                  </a:cubicBezTo>
                  <a:lnTo>
                    <a:pt x="176213" y="14288"/>
                  </a:lnTo>
                  <a:lnTo>
                    <a:pt x="180975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450" name="Rectangle 449">
            <a:extLst>
              <a:ext uri="{FF2B5EF4-FFF2-40B4-BE49-F238E27FC236}">
                <a16:creationId xmlns:a16="http://schemas.microsoft.com/office/drawing/2014/main" id="{77592970-C140-D2A4-9832-B8F46AB7AA17}"/>
              </a:ext>
            </a:extLst>
          </p:cNvPr>
          <p:cNvSpPr>
            <a:spLocks/>
          </p:cNvSpPr>
          <p:nvPr/>
        </p:nvSpPr>
        <p:spPr>
          <a:xfrm>
            <a:off x="1944076" y="1608749"/>
            <a:ext cx="702195" cy="12311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Files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EE3AEEA-B64B-FCD5-7F7D-C817B76F6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156" y="2179517"/>
            <a:ext cx="896922" cy="137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30">
            <a:extLst>
              <a:ext uri="{FF2B5EF4-FFF2-40B4-BE49-F238E27FC236}">
                <a16:creationId xmlns:a16="http://schemas.microsoft.com/office/drawing/2014/main" id="{7524ED7D-4EBE-1A64-C796-44B0E1C0EDD0}"/>
              </a:ext>
            </a:extLst>
          </p:cNvPr>
          <p:cNvGraphicFramePr>
            <a:graphicFrameLocks noGrp="1"/>
          </p:cNvGraphicFramePr>
          <p:nvPr/>
        </p:nvGraphicFramePr>
        <p:xfrm>
          <a:off x="9694890" y="4038203"/>
          <a:ext cx="2239426" cy="2065132"/>
        </p:xfrm>
        <a:graphic>
          <a:graphicData uri="http://schemas.openxmlformats.org/drawingml/2006/table">
            <a:tbl>
              <a:tblPr firstRow="1" bandRow="1"/>
              <a:tblGrid>
                <a:gridCol w="2239426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20651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 dirty="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BC98BF3-DBE3-E899-C390-A9D7175F8435}"/>
              </a:ext>
            </a:extLst>
          </p:cNvPr>
          <p:cNvSpPr txBox="1"/>
          <p:nvPr/>
        </p:nvSpPr>
        <p:spPr>
          <a:xfrm>
            <a:off x="9667194" y="3800629"/>
            <a:ext cx="2437182" cy="253916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/>
                <a:sym typeface="Arial"/>
              </a:rPr>
              <a:t>East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0BF694-1D36-9B37-BE4D-B47753F526E7}"/>
              </a:ext>
            </a:extLst>
          </p:cNvPr>
          <p:cNvSpPr txBox="1"/>
          <p:nvPr/>
        </p:nvSpPr>
        <p:spPr>
          <a:xfrm>
            <a:off x="2677342" y="2427446"/>
            <a:ext cx="13983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PowerStore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8" name="Picture 8" descr="Data Domain DD2200 | SANStorageWorks.com">
            <a:extLst>
              <a:ext uri="{FF2B5EF4-FFF2-40B4-BE49-F238E27FC236}">
                <a16:creationId xmlns:a16="http://schemas.microsoft.com/office/drawing/2014/main" id="{F91FA373-8912-B311-A653-CEC9FB2CA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710" y="5341821"/>
            <a:ext cx="2062449" cy="614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6" descr="How To Successfully Setup An Avamar Backup Policy.">
            <a:extLst>
              <a:ext uri="{FF2B5EF4-FFF2-40B4-BE49-F238E27FC236}">
                <a16:creationId xmlns:a16="http://schemas.microsoft.com/office/drawing/2014/main" id="{85B8535E-E7C6-E2D0-BE91-16FDEA435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0959" y="4528183"/>
            <a:ext cx="949652" cy="562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0EB86D1-92AA-FD91-6B51-59B70CD4A280}"/>
              </a:ext>
            </a:extLst>
          </p:cNvPr>
          <p:cNvGrpSpPr/>
          <p:nvPr/>
        </p:nvGrpSpPr>
        <p:grpSpPr>
          <a:xfrm>
            <a:off x="2374028" y="3470608"/>
            <a:ext cx="1644166" cy="803161"/>
            <a:chOff x="1907341" y="2973966"/>
            <a:chExt cx="1644166" cy="803161"/>
          </a:xfrm>
        </p:grpSpPr>
        <p:pic>
          <p:nvPicPr>
            <p:cNvPr id="6" name="Graphic 5" descr="Lock outline">
              <a:extLst>
                <a:ext uri="{FF2B5EF4-FFF2-40B4-BE49-F238E27FC236}">
                  <a16:creationId xmlns:a16="http://schemas.microsoft.com/office/drawing/2014/main" id="{73A96C37-F8B9-204C-F860-DD2FED3DB74D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907341" y="3200554"/>
              <a:ext cx="243822" cy="24382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9D8FB50-59DD-8445-F9E6-9785B706E7F9}"/>
                </a:ext>
              </a:extLst>
            </p:cNvPr>
            <p:cNvSpPr txBox="1"/>
            <p:nvPr/>
          </p:nvSpPr>
          <p:spPr>
            <a:xfrm>
              <a:off x="2153194" y="3561683"/>
              <a:ext cx="139831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Command Center</a:t>
              </a:r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BE81C55A-2557-6766-5112-2B2BA408FB1D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21153" y="3040029"/>
              <a:ext cx="571500" cy="571500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2A9DDBE-3FA0-A905-9DEE-56219808402B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2493263" y="2973966"/>
              <a:ext cx="772642" cy="521654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</p:pic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6816B472-3E78-F245-8797-8EC356FBC5D2}"/>
                </a:ext>
              </a:extLst>
            </p:cNvPr>
            <p:cNvSpPr/>
            <p:nvPr/>
          </p:nvSpPr>
          <p:spPr>
            <a:xfrm>
              <a:off x="2248575" y="3339829"/>
              <a:ext cx="182880" cy="182880"/>
            </a:xfrm>
            <a:prstGeom prst="ellipse">
              <a:avLst/>
            </a:prstGeom>
            <a:solidFill>
              <a:srgbClr val="7030A0"/>
            </a:solidFill>
            <a:ln w="12700" cap="flat" cmpd="sng" algn="ctr">
              <a:solidFill>
                <a:srgbClr val="83489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CS</a:t>
              </a:r>
            </a:p>
          </p:txBody>
        </p:sp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88A12AE8-5F2F-8F49-6C94-315BEDD8CC40}"/>
              </a:ext>
            </a:extLst>
          </p:cNvPr>
          <p:cNvGrpSpPr/>
          <p:nvPr/>
        </p:nvGrpSpPr>
        <p:grpSpPr>
          <a:xfrm>
            <a:off x="3668991" y="3657529"/>
            <a:ext cx="571500" cy="571500"/>
            <a:chOff x="4397636" y="3767179"/>
            <a:chExt cx="571500" cy="571500"/>
          </a:xfrm>
        </p:grpSpPr>
        <p:pic>
          <p:nvPicPr>
            <p:cNvPr id="456" name="Graphic 455">
              <a:extLst>
                <a:ext uri="{FF2B5EF4-FFF2-40B4-BE49-F238E27FC236}">
                  <a16:creationId xmlns:a16="http://schemas.microsoft.com/office/drawing/2014/main" id="{8FE547E5-9C1F-F56A-82AB-4CAE76F9502B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397636" y="3767179"/>
              <a:ext cx="571500" cy="571500"/>
            </a:xfrm>
            <a:prstGeom prst="rect">
              <a:avLst/>
            </a:prstGeom>
          </p:spPr>
        </p:pic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E1519C31-EFBC-F033-6D54-01DD1B51C9B7}"/>
                </a:ext>
              </a:extLst>
            </p:cNvPr>
            <p:cNvSpPr/>
            <p:nvPr/>
          </p:nvSpPr>
          <p:spPr>
            <a:xfrm>
              <a:off x="4639913" y="4052929"/>
              <a:ext cx="195083" cy="221124"/>
            </a:xfrm>
            <a:prstGeom prst="ellipse">
              <a:avLst/>
            </a:prstGeom>
            <a:solidFill>
              <a:srgbClr val="844896"/>
            </a:solidFill>
            <a:ln w="12700" cap="flat" cmpd="sng" algn="ctr">
              <a:solidFill>
                <a:srgbClr val="83489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MA</a:t>
              </a:r>
            </a:p>
          </p:txBody>
        </p:sp>
      </p:grp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76DA7CF5-8468-5B4B-CF74-7C472B24D574}"/>
              </a:ext>
            </a:extLst>
          </p:cNvPr>
          <p:cNvGrpSpPr/>
          <p:nvPr/>
        </p:nvGrpSpPr>
        <p:grpSpPr>
          <a:xfrm>
            <a:off x="4029324" y="3662714"/>
            <a:ext cx="571500" cy="571500"/>
            <a:chOff x="4397636" y="3767179"/>
            <a:chExt cx="571500" cy="571500"/>
          </a:xfrm>
        </p:grpSpPr>
        <p:pic>
          <p:nvPicPr>
            <p:cNvPr id="460" name="Graphic 459">
              <a:extLst>
                <a:ext uri="{FF2B5EF4-FFF2-40B4-BE49-F238E27FC236}">
                  <a16:creationId xmlns:a16="http://schemas.microsoft.com/office/drawing/2014/main" id="{94CFE71F-7062-E0B3-7E25-390D55AA5F6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397636" y="3767179"/>
              <a:ext cx="571500" cy="571500"/>
            </a:xfrm>
            <a:prstGeom prst="rect">
              <a:avLst/>
            </a:prstGeom>
          </p:spPr>
        </p:pic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872BA823-CCAA-48CD-FBA3-7B7FBC31DFAF}"/>
                </a:ext>
              </a:extLst>
            </p:cNvPr>
            <p:cNvSpPr/>
            <p:nvPr/>
          </p:nvSpPr>
          <p:spPr>
            <a:xfrm>
              <a:off x="4639913" y="4052929"/>
              <a:ext cx="195083" cy="221124"/>
            </a:xfrm>
            <a:prstGeom prst="ellipse">
              <a:avLst/>
            </a:prstGeom>
            <a:solidFill>
              <a:srgbClr val="844896"/>
            </a:solidFill>
            <a:ln w="12700" cap="flat" cmpd="sng" algn="ctr">
              <a:solidFill>
                <a:srgbClr val="83489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MA</a:t>
              </a:r>
            </a:p>
          </p:txBody>
        </p:sp>
      </p:grpSp>
      <p:graphicFrame>
        <p:nvGraphicFramePr>
          <p:cNvPr id="462" name="Table 461">
            <a:extLst>
              <a:ext uri="{FF2B5EF4-FFF2-40B4-BE49-F238E27FC236}">
                <a16:creationId xmlns:a16="http://schemas.microsoft.com/office/drawing/2014/main" id="{D27D8765-AFEE-E527-068D-AA633BF23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424797"/>
              </p:ext>
            </p:extLst>
          </p:nvPr>
        </p:nvGraphicFramePr>
        <p:xfrm>
          <a:off x="9997310" y="1910693"/>
          <a:ext cx="1814797" cy="1168193"/>
        </p:xfrm>
        <a:graphic>
          <a:graphicData uri="http://schemas.openxmlformats.org/drawingml/2006/table">
            <a:tbl>
              <a:tblPr firstRow="1" bandRow="1"/>
              <a:tblGrid>
                <a:gridCol w="1814797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</a:tblGrid>
              <a:tr h="2422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800" b="1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Data Security Posture Mgmt.</a:t>
                      </a: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4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530383"/>
                  </a:ext>
                </a:extLst>
              </a:tr>
              <a:tr h="242262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Forensic Scan for Impact</a:t>
                      </a: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943794"/>
                  </a:ext>
                </a:extLst>
              </a:tr>
              <a:tr h="6836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Work Sans" pitchFamily="2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</a:tbl>
          </a:graphicData>
        </a:graphic>
      </p:graphicFrame>
      <p:graphicFrame>
        <p:nvGraphicFramePr>
          <p:cNvPr id="463" name="Table 31">
            <a:extLst>
              <a:ext uri="{FF2B5EF4-FFF2-40B4-BE49-F238E27FC236}">
                <a16:creationId xmlns:a16="http://schemas.microsoft.com/office/drawing/2014/main" id="{7C39CE8D-81E8-5DA8-8EAC-7920B65DB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693045"/>
              </p:ext>
            </p:extLst>
          </p:nvPr>
        </p:nvGraphicFramePr>
        <p:xfrm>
          <a:off x="8147257" y="1922779"/>
          <a:ext cx="1743368" cy="1171672"/>
        </p:xfrm>
        <a:graphic>
          <a:graphicData uri="http://schemas.openxmlformats.org/drawingml/2006/table">
            <a:tbl>
              <a:tblPr firstRow="1" bandRow="1"/>
              <a:tblGrid>
                <a:gridCol w="1743368">
                  <a:extLst>
                    <a:ext uri="{9D8B030D-6E8A-4147-A177-3AD203B41FA5}">
                      <a16:colId xmlns:a16="http://schemas.microsoft.com/office/drawing/2014/main" val="3468807398"/>
                    </a:ext>
                  </a:extLst>
                </a:gridCol>
              </a:tblGrid>
              <a:tr h="243841"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Threat Analysis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4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530383"/>
                  </a:ext>
                </a:extLst>
              </a:tr>
              <a:tr h="221674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+mn-lt"/>
                        </a:rPr>
                        <a:t>File &amp; VM AI Threat Scan</a:t>
                      </a: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  <a:tr h="706157">
                <a:tc>
                  <a:txBody>
                    <a:bodyPr/>
                    <a:lstStyle/>
                    <a:p>
                      <a:pPr marL="54864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File Entropy</a:t>
                      </a:r>
                    </a:p>
                    <a:p>
                      <a:pPr marL="54864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View Corrupt versions</a:t>
                      </a:r>
                    </a:p>
                    <a:p>
                      <a:pPr marL="54864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Quarantine Versions</a:t>
                      </a:r>
                    </a:p>
                    <a:p>
                      <a:pPr marL="54864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Signature Based Scan</a:t>
                      </a:r>
                    </a:p>
                    <a:p>
                      <a:pPr marL="54864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AI Zero Day Scan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78408"/>
                  </a:ext>
                </a:extLst>
              </a:tr>
            </a:tbl>
          </a:graphicData>
        </a:graphic>
      </p:graphicFrame>
      <p:graphicFrame>
        <p:nvGraphicFramePr>
          <p:cNvPr id="465" name="Table 31">
            <a:extLst>
              <a:ext uri="{FF2B5EF4-FFF2-40B4-BE49-F238E27FC236}">
                <a16:creationId xmlns:a16="http://schemas.microsoft.com/office/drawing/2014/main" id="{7EA864CE-9215-C4EB-5AE8-980B3867E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507886"/>
              </p:ext>
            </p:extLst>
          </p:nvPr>
        </p:nvGraphicFramePr>
        <p:xfrm>
          <a:off x="5472195" y="1923470"/>
          <a:ext cx="2574858" cy="1175143"/>
        </p:xfrm>
        <a:graphic>
          <a:graphicData uri="http://schemas.openxmlformats.org/drawingml/2006/table">
            <a:tbl>
              <a:tblPr firstRow="1" bandRow="1"/>
              <a:tblGrid>
                <a:gridCol w="1131396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  <a:gridCol w="1443462">
                  <a:extLst>
                    <a:ext uri="{9D8B030D-6E8A-4147-A177-3AD203B41FA5}">
                      <a16:colId xmlns:a16="http://schemas.microsoft.com/office/drawing/2014/main" val="990855320"/>
                    </a:ext>
                  </a:extLst>
                </a:gridCol>
              </a:tblGrid>
              <a:tr h="239205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05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800" b="1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Anomaly Detection (IoC’s)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41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530383"/>
                  </a:ext>
                </a:extLst>
              </a:tr>
              <a:tr h="2174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Pre- Detection</a:t>
                      </a: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In-line Backup</a:t>
                      </a: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  <a:tr h="706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Live File Activity</a:t>
                      </a:r>
                    </a:p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Canary Files</a:t>
                      </a:r>
                    </a:p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C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Open Sans" panose="020B0606030504020204" pitchFamily="34" charset="0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Agentless VM CMDR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File Extension change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MIME Type Mismatch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Backup size change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78408"/>
                  </a:ext>
                </a:extLst>
              </a:tr>
            </a:tbl>
          </a:graphicData>
        </a:graphic>
      </p:graphicFrame>
      <p:sp>
        <p:nvSpPr>
          <p:cNvPr id="466" name="TextBox 465">
            <a:extLst>
              <a:ext uri="{FF2B5EF4-FFF2-40B4-BE49-F238E27FC236}">
                <a16:creationId xmlns:a16="http://schemas.microsoft.com/office/drawing/2014/main" id="{682C7578-2A05-9CEF-CD08-1F03564E4153}"/>
              </a:ext>
            </a:extLst>
          </p:cNvPr>
          <p:cNvSpPr txBox="1"/>
          <p:nvPr/>
        </p:nvSpPr>
        <p:spPr>
          <a:xfrm>
            <a:off x="8096490" y="3329539"/>
            <a:ext cx="18449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Quarantine &amp; Clean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C280CCD2-3BAB-FF70-F6F1-6260D2BF3E29}"/>
              </a:ext>
            </a:extLst>
          </p:cNvPr>
          <p:cNvSpPr txBox="1"/>
          <p:nvPr/>
        </p:nvSpPr>
        <p:spPr>
          <a:xfrm>
            <a:off x="6395816" y="3330687"/>
            <a:ext cx="15463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Detect &amp; Protect</a:t>
            </a: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EC180F53-9F77-309E-30E2-2BC2824F08FB}"/>
              </a:ext>
            </a:extLst>
          </p:cNvPr>
          <p:cNvSpPr txBox="1"/>
          <p:nvPr/>
        </p:nvSpPr>
        <p:spPr>
          <a:xfrm>
            <a:off x="9965286" y="2388589"/>
            <a:ext cx="18449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SaaS DB’s. Monitoring, Masking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IAM| Access | Permissions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Sensitive Data </a:t>
            </a:r>
            <a:r>
              <a:rPr lang="en-US" sz="800">
                <a:solidFill>
                  <a:srgbClr val="FFFFFF"/>
                </a:solidFill>
                <a:latin typeface="Arial" panose="020B0604020202020204"/>
                <a:cs typeface="Arial"/>
                <a:sym typeface="Arial"/>
              </a:rPr>
              <a:t>Remediation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7739B54E-2A83-6C97-6D04-E3223CACD164}"/>
              </a:ext>
            </a:extLst>
          </p:cNvPr>
          <p:cNvCxnSpPr>
            <a:cxnSpLocks/>
          </p:cNvCxnSpPr>
          <p:nvPr/>
        </p:nvCxnSpPr>
        <p:spPr>
          <a:xfrm rot="10800000">
            <a:off x="6876495" y="3085859"/>
            <a:ext cx="0" cy="189047"/>
          </a:xfrm>
          <a:prstGeom prst="line">
            <a:avLst/>
          </a:prstGeom>
          <a:ln w="19050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723369EA-5C6C-18C1-5B49-33265804D9FE}"/>
              </a:ext>
            </a:extLst>
          </p:cNvPr>
          <p:cNvCxnSpPr>
            <a:cxnSpLocks/>
          </p:cNvCxnSpPr>
          <p:nvPr/>
        </p:nvCxnSpPr>
        <p:spPr>
          <a:xfrm rot="10800000">
            <a:off x="9065162" y="3104618"/>
            <a:ext cx="0" cy="189047"/>
          </a:xfrm>
          <a:prstGeom prst="line">
            <a:avLst/>
          </a:prstGeom>
          <a:ln w="19050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Connector 475">
            <a:extLst>
              <a:ext uri="{FF2B5EF4-FFF2-40B4-BE49-F238E27FC236}">
                <a16:creationId xmlns:a16="http://schemas.microsoft.com/office/drawing/2014/main" id="{C3386C14-9712-DED7-4171-749FADF4935D}"/>
              </a:ext>
            </a:extLst>
          </p:cNvPr>
          <p:cNvCxnSpPr>
            <a:cxnSpLocks/>
          </p:cNvCxnSpPr>
          <p:nvPr/>
        </p:nvCxnSpPr>
        <p:spPr>
          <a:xfrm rot="10800000">
            <a:off x="11400236" y="3081786"/>
            <a:ext cx="0" cy="189047"/>
          </a:xfrm>
          <a:prstGeom prst="line">
            <a:avLst/>
          </a:prstGeom>
          <a:ln w="19050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7" name="TextBox 476">
            <a:extLst>
              <a:ext uri="{FF2B5EF4-FFF2-40B4-BE49-F238E27FC236}">
                <a16:creationId xmlns:a16="http://schemas.microsoft.com/office/drawing/2014/main" id="{D1796C7D-B198-AA63-A415-FC774FB53DB2}"/>
              </a:ext>
            </a:extLst>
          </p:cNvPr>
          <p:cNvSpPr txBox="1"/>
          <p:nvPr/>
        </p:nvSpPr>
        <p:spPr>
          <a:xfrm>
            <a:off x="10116357" y="3323752"/>
            <a:ext cx="2191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Forensic Analysis (PII)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8459BC75-0576-EE1F-E191-99127FCEBEE4}"/>
              </a:ext>
            </a:extLst>
          </p:cNvPr>
          <p:cNvSpPr txBox="1"/>
          <p:nvPr/>
        </p:nvSpPr>
        <p:spPr>
          <a:xfrm>
            <a:off x="3059340" y="4515799"/>
            <a:ext cx="29429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Zero Trust Access</a:t>
            </a:r>
          </a:p>
        </p:txBody>
      </p:sp>
      <p:pic>
        <p:nvPicPr>
          <p:cNvPr id="485" name="Graphic 484">
            <a:extLst>
              <a:ext uri="{FF2B5EF4-FFF2-40B4-BE49-F238E27FC236}">
                <a16:creationId xmlns:a16="http://schemas.microsoft.com/office/drawing/2014/main" id="{1F21129E-6A42-6D33-165B-9A0B2CDD466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48804" y="4573474"/>
            <a:ext cx="243243" cy="219324"/>
          </a:xfrm>
          <a:prstGeom prst="rect">
            <a:avLst/>
          </a:prstGeom>
        </p:spPr>
      </p:pic>
      <p:sp>
        <p:nvSpPr>
          <p:cNvPr id="490" name="TextBox 489">
            <a:extLst>
              <a:ext uri="{FF2B5EF4-FFF2-40B4-BE49-F238E27FC236}">
                <a16:creationId xmlns:a16="http://schemas.microsoft.com/office/drawing/2014/main" id="{A891D189-8AF1-2160-BB60-E4500EB30199}"/>
              </a:ext>
            </a:extLst>
          </p:cNvPr>
          <p:cNvSpPr txBox="1"/>
          <p:nvPr/>
        </p:nvSpPr>
        <p:spPr>
          <a:xfrm>
            <a:off x="1654997" y="5341994"/>
            <a:ext cx="10913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A3C9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Immutable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A3C9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Deduped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A3C9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Encrypted</a:t>
            </a:r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85AE6E76-8EF8-40C2-B134-D007B3068EEE}"/>
              </a:ext>
            </a:extLst>
          </p:cNvPr>
          <p:cNvSpPr txBox="1"/>
          <p:nvPr/>
        </p:nvSpPr>
        <p:spPr>
          <a:xfrm>
            <a:off x="2408248" y="6669892"/>
            <a:ext cx="208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Tx/>
              <a:buFont typeface="System Font Regular"/>
              <a:buChar char="✅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 All Backups Immutable</a:t>
            </a:r>
          </a:p>
        </p:txBody>
      </p:sp>
      <p:graphicFrame>
        <p:nvGraphicFramePr>
          <p:cNvPr id="493" name="Table 492">
            <a:extLst>
              <a:ext uri="{FF2B5EF4-FFF2-40B4-BE49-F238E27FC236}">
                <a16:creationId xmlns:a16="http://schemas.microsoft.com/office/drawing/2014/main" id="{A13E3CD1-5ECF-C916-EBC3-B056ED609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96981"/>
              </p:ext>
            </p:extLst>
          </p:nvPr>
        </p:nvGraphicFramePr>
        <p:xfrm>
          <a:off x="2796909" y="5137243"/>
          <a:ext cx="1232415" cy="793123"/>
        </p:xfrm>
        <a:graphic>
          <a:graphicData uri="http://schemas.openxmlformats.org/drawingml/2006/table">
            <a:tbl>
              <a:tblPr/>
              <a:tblGrid>
                <a:gridCol w="182305">
                  <a:extLst>
                    <a:ext uri="{9D8B030D-6E8A-4147-A177-3AD203B41FA5}">
                      <a16:colId xmlns:a16="http://schemas.microsoft.com/office/drawing/2014/main" val="1943617465"/>
                    </a:ext>
                  </a:extLst>
                </a:gridCol>
                <a:gridCol w="1050110">
                  <a:extLst>
                    <a:ext uri="{9D8B030D-6E8A-4147-A177-3AD203B41FA5}">
                      <a16:colId xmlns:a16="http://schemas.microsoft.com/office/drawing/2014/main" val="1610732085"/>
                    </a:ext>
                  </a:extLst>
                </a:gridCol>
              </a:tblGrid>
              <a:tr h="960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HSX - 01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375994"/>
                  </a:ext>
                </a:extLst>
              </a:tr>
              <a:tr h="129813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4754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chemeClr val="accent3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321552"/>
                  </a:ext>
                </a:extLst>
              </a:tr>
              <a:tr h="960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HSX - 02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426515"/>
                  </a:ext>
                </a:extLst>
              </a:tr>
              <a:tr h="960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marL="0" marR="0" lvl="0" indent="0" algn="ctr" defTabSz="4754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chemeClr val="accent3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989832"/>
                  </a:ext>
                </a:extLst>
              </a:tr>
              <a:tr h="960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HSX - 03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915622"/>
                  </a:ext>
                </a:extLst>
              </a:tr>
              <a:tr h="960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4754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chemeClr val="accent3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544070"/>
                  </a:ext>
                </a:extLst>
              </a:tr>
              <a:tr h="960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7</a:t>
                      </a:r>
                    </a:p>
                    <a:p>
                      <a:pPr algn="ctr" fontAlgn="ctr"/>
                      <a:endParaRPr lang="en-US" sz="600" b="0" i="0" u="none" strike="noStrike" dirty="0">
                        <a:solidFill>
                          <a:schemeClr val="bg1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HSX - 04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065540"/>
                  </a:ext>
                </a:extLst>
              </a:tr>
            </a:tbl>
          </a:graphicData>
        </a:graphic>
      </p:graphicFrame>
      <p:sp>
        <p:nvSpPr>
          <p:cNvPr id="494" name="TextBox 493">
            <a:extLst>
              <a:ext uri="{FF2B5EF4-FFF2-40B4-BE49-F238E27FC236}">
                <a16:creationId xmlns:a16="http://schemas.microsoft.com/office/drawing/2014/main" id="{54F369AB-0B10-0977-1C81-0C6BFD70CD1C}"/>
              </a:ext>
            </a:extLst>
          </p:cNvPr>
          <p:cNvSpPr txBox="1"/>
          <p:nvPr/>
        </p:nvSpPr>
        <p:spPr>
          <a:xfrm>
            <a:off x="1687921" y="5920622"/>
            <a:ext cx="353638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6E8F0"/>
                </a:solidFill>
                <a:latin typeface="Arial" panose="020B0604020202020204"/>
              </a:rPr>
              <a:t>4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-Node HSX Appliance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67TB Usable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0820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EC261-4042-CA25-8CB1-D66EAC45B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" name="Table 30">
            <a:extLst>
              <a:ext uri="{FF2B5EF4-FFF2-40B4-BE49-F238E27FC236}">
                <a16:creationId xmlns:a16="http://schemas.microsoft.com/office/drawing/2014/main" id="{3741DC65-B6DB-0E41-54C4-CB48C0153892}"/>
              </a:ext>
            </a:extLst>
          </p:cNvPr>
          <p:cNvGraphicFramePr>
            <a:graphicFrameLocks noGrp="1"/>
          </p:cNvGraphicFramePr>
          <p:nvPr/>
        </p:nvGraphicFramePr>
        <p:xfrm>
          <a:off x="1461858" y="1275891"/>
          <a:ext cx="3910390" cy="5202089"/>
        </p:xfrm>
        <a:graphic>
          <a:graphicData uri="http://schemas.openxmlformats.org/drawingml/2006/table">
            <a:tbl>
              <a:tblPr firstRow="1" bandRow="1"/>
              <a:tblGrid>
                <a:gridCol w="3910390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52020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 dirty="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graphicFrame>
        <p:nvGraphicFramePr>
          <p:cNvPr id="19" name="Table 30">
            <a:extLst>
              <a:ext uri="{FF2B5EF4-FFF2-40B4-BE49-F238E27FC236}">
                <a16:creationId xmlns:a16="http://schemas.microsoft.com/office/drawing/2014/main" id="{24B3930F-20E3-484F-52AE-7371DE935FF6}"/>
              </a:ext>
            </a:extLst>
          </p:cNvPr>
          <p:cNvGraphicFramePr>
            <a:graphicFrameLocks noGrp="1"/>
          </p:cNvGraphicFramePr>
          <p:nvPr/>
        </p:nvGraphicFramePr>
        <p:xfrm>
          <a:off x="1681509" y="4299044"/>
          <a:ext cx="3536388" cy="1960132"/>
        </p:xfrm>
        <a:graphic>
          <a:graphicData uri="http://schemas.openxmlformats.org/drawingml/2006/table">
            <a:tbl>
              <a:tblPr firstRow="1" bandRow="1"/>
              <a:tblGrid>
                <a:gridCol w="3536388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1994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Protected Data Layer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845955"/>
                  </a:ext>
                </a:extLst>
              </a:tr>
              <a:tr h="17315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 dirty="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pic>
        <p:nvPicPr>
          <p:cNvPr id="1026" name="Picture 2" descr="Dell EMC PowerStore | Volta">
            <a:extLst>
              <a:ext uri="{FF2B5EF4-FFF2-40B4-BE49-F238E27FC236}">
                <a16:creationId xmlns:a16="http://schemas.microsoft.com/office/drawing/2014/main" id="{D28A213A-185E-A68C-3C1F-EC446D518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196" y="2447318"/>
            <a:ext cx="2124880" cy="79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D81858-2B62-04EC-C426-EF5593E0AD9A}"/>
              </a:ext>
            </a:extLst>
          </p:cNvPr>
          <p:cNvCxnSpPr>
            <a:cxnSpLocks/>
          </p:cNvCxnSpPr>
          <p:nvPr/>
        </p:nvCxnSpPr>
        <p:spPr>
          <a:xfrm>
            <a:off x="3346617" y="4458400"/>
            <a:ext cx="17963" cy="604272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7" name="Table 206">
            <a:extLst>
              <a:ext uri="{FF2B5EF4-FFF2-40B4-BE49-F238E27FC236}">
                <a16:creationId xmlns:a16="http://schemas.microsoft.com/office/drawing/2014/main" id="{7F9EEB22-CDA2-B39B-3544-2DDD0BDC42DA}"/>
              </a:ext>
            </a:extLst>
          </p:cNvPr>
          <p:cNvGraphicFramePr>
            <a:graphicFrameLocks noGrp="1"/>
          </p:cNvGraphicFramePr>
          <p:nvPr/>
        </p:nvGraphicFramePr>
        <p:xfrm>
          <a:off x="1628478" y="1359991"/>
          <a:ext cx="3589419" cy="1734460"/>
        </p:xfrm>
        <a:graphic>
          <a:graphicData uri="http://schemas.openxmlformats.org/drawingml/2006/table">
            <a:tbl>
              <a:tblPr firstRow="1" bandRow="1"/>
              <a:tblGrid>
                <a:gridCol w="3589419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</a:tblGrid>
              <a:tr h="2724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9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Clients &amp; Protected Storage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530383"/>
                  </a:ext>
                </a:extLst>
              </a:tr>
              <a:tr h="1462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Work Sans" pitchFamily="2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</a:tbl>
          </a:graphicData>
        </a:graphic>
      </p:graphicFrame>
      <p:sp>
        <p:nvSpPr>
          <p:cNvPr id="96" name="TextBox 95">
            <a:extLst>
              <a:ext uri="{FF2B5EF4-FFF2-40B4-BE49-F238E27FC236}">
                <a16:creationId xmlns:a16="http://schemas.microsoft.com/office/drawing/2014/main" id="{1156ADA7-7B26-8B16-A2AC-DDAC300FC985}"/>
              </a:ext>
            </a:extLst>
          </p:cNvPr>
          <p:cNvSpPr txBox="1"/>
          <p:nvPr/>
        </p:nvSpPr>
        <p:spPr>
          <a:xfrm>
            <a:off x="1394765" y="1007839"/>
            <a:ext cx="2437182" cy="253916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/>
                <a:sym typeface="Arial"/>
              </a:rPr>
              <a:t>Primary DC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72505F2E-BBE8-1D7C-285D-AAB47A516162}"/>
              </a:ext>
            </a:extLst>
          </p:cNvPr>
          <p:cNvSpPr txBox="1"/>
          <p:nvPr/>
        </p:nvSpPr>
        <p:spPr>
          <a:xfrm>
            <a:off x="85367" y="299393"/>
            <a:ext cx="800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Future State – 2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490BB7-DD56-8735-F04E-57ED43B82CC8}"/>
              </a:ext>
            </a:extLst>
          </p:cNvPr>
          <p:cNvSpPr txBox="1"/>
          <p:nvPr/>
        </p:nvSpPr>
        <p:spPr>
          <a:xfrm>
            <a:off x="1818197" y="3066733"/>
            <a:ext cx="34271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110 VMs | 30TB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4EB8AD-AFA2-C444-B9C9-0ABA8026C91F}"/>
              </a:ext>
            </a:extLst>
          </p:cNvPr>
          <p:cNvCxnSpPr>
            <a:cxnSpLocks/>
          </p:cNvCxnSpPr>
          <p:nvPr/>
        </p:nvCxnSpPr>
        <p:spPr>
          <a:xfrm>
            <a:off x="4871873" y="5538407"/>
            <a:ext cx="1615775" cy="0"/>
          </a:xfrm>
          <a:prstGeom prst="straightConnector1">
            <a:avLst/>
          </a:prstGeom>
          <a:ln w="22225">
            <a:solidFill>
              <a:srgbClr val="5C5F6B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343B37B8-519E-8C29-C781-8CB3DA65B679}"/>
              </a:ext>
            </a:extLst>
          </p:cNvPr>
          <p:cNvSpPr/>
          <p:nvPr/>
        </p:nvSpPr>
        <p:spPr>
          <a:xfrm>
            <a:off x="5928642" y="5356844"/>
            <a:ext cx="341066" cy="341066"/>
          </a:xfrm>
          <a:prstGeom prst="ellipse">
            <a:avLst/>
          </a:prstGeom>
          <a:solidFill>
            <a:srgbClr val="5C5F6B"/>
          </a:solidFill>
          <a:ln w="12700" cap="flat" cmpd="sng" algn="ctr">
            <a:solidFill>
              <a:srgbClr val="83489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99134B9-C6D1-716B-1A97-80E81A158BA3}"/>
              </a:ext>
            </a:extLst>
          </p:cNvPr>
          <p:cNvSpPr/>
          <p:nvPr/>
        </p:nvSpPr>
        <p:spPr>
          <a:xfrm>
            <a:off x="4505561" y="5398997"/>
            <a:ext cx="341066" cy="341066"/>
          </a:xfrm>
          <a:prstGeom prst="ellipse">
            <a:avLst/>
          </a:prstGeom>
          <a:solidFill>
            <a:srgbClr val="5C5F6B"/>
          </a:solidFill>
          <a:ln w="12700" cap="flat" cmpd="sng" algn="ctr">
            <a:solidFill>
              <a:srgbClr val="83489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934E2D8-49C6-66A6-C65B-CC1E4E8D9C42}"/>
              </a:ext>
            </a:extLst>
          </p:cNvPr>
          <p:cNvGrpSpPr/>
          <p:nvPr/>
        </p:nvGrpSpPr>
        <p:grpSpPr>
          <a:xfrm>
            <a:off x="2427097" y="1600221"/>
            <a:ext cx="702195" cy="427590"/>
            <a:chOff x="809967" y="4292795"/>
            <a:chExt cx="702195" cy="42759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770405-DB84-8076-46F3-D9955800FF54}"/>
                </a:ext>
              </a:extLst>
            </p:cNvPr>
            <p:cNvSpPr>
              <a:spLocks/>
            </p:cNvSpPr>
            <p:nvPr/>
          </p:nvSpPr>
          <p:spPr>
            <a:xfrm>
              <a:off x="809967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Devices</a:t>
              </a:r>
            </a:p>
          </p:txBody>
        </p:sp>
        <p:sp>
          <p:nvSpPr>
            <p:cNvPr id="10" name="Freeform: Shape 210">
              <a:extLst>
                <a:ext uri="{FF2B5EF4-FFF2-40B4-BE49-F238E27FC236}">
                  <a16:creationId xmlns:a16="http://schemas.microsoft.com/office/drawing/2014/main" id="{04F63FCD-6EEE-2C2E-733A-88D70FE062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4881" y="4438701"/>
              <a:ext cx="312368" cy="281684"/>
            </a:xfrm>
            <a:custGeom>
              <a:avLst/>
              <a:gdLst>
                <a:gd name="connsiteX0" fmla="*/ 717948 w 756461"/>
                <a:gd name="connsiteY0" fmla="*/ 0 h 682154"/>
                <a:gd name="connsiteX1" fmla="*/ 119845 w 756461"/>
                <a:gd name="connsiteY1" fmla="*/ 0 h 682154"/>
                <a:gd name="connsiteX2" fmla="*/ 81372 w 756461"/>
                <a:gd name="connsiteY2" fmla="*/ 38472 h 682154"/>
                <a:gd name="connsiteX3" fmla="*/ 81372 w 756461"/>
                <a:gd name="connsiteY3" fmla="*/ 295943 h 682154"/>
                <a:gd name="connsiteX4" fmla="*/ 23590 w 756461"/>
                <a:gd name="connsiteY4" fmla="*/ 295943 h 682154"/>
                <a:gd name="connsiteX5" fmla="*/ 0 w 756461"/>
                <a:gd name="connsiteY5" fmla="*/ 320499 h 682154"/>
                <a:gd name="connsiteX6" fmla="*/ 0 w 756461"/>
                <a:gd name="connsiteY6" fmla="*/ 657598 h 682154"/>
                <a:gd name="connsiteX7" fmla="*/ 23590 w 756461"/>
                <a:gd name="connsiteY7" fmla="*/ 682155 h 682154"/>
                <a:gd name="connsiteX8" fmla="*/ 194821 w 756461"/>
                <a:gd name="connsiteY8" fmla="*/ 682155 h 682154"/>
                <a:gd name="connsiteX9" fmla="*/ 218410 w 756461"/>
                <a:gd name="connsiteY9" fmla="*/ 657598 h 682154"/>
                <a:gd name="connsiteX10" fmla="*/ 218410 w 756461"/>
                <a:gd name="connsiteY10" fmla="*/ 475471 h 682154"/>
                <a:gd name="connsiteX11" fmla="*/ 385355 w 756461"/>
                <a:gd name="connsiteY11" fmla="*/ 475471 h 682154"/>
                <a:gd name="connsiteX12" fmla="*/ 385355 w 756461"/>
                <a:gd name="connsiteY12" fmla="*/ 540471 h 682154"/>
                <a:gd name="connsiteX13" fmla="*/ 377541 w 756461"/>
                <a:gd name="connsiteY13" fmla="*/ 540471 h 682154"/>
                <a:gd name="connsiteX14" fmla="*/ 277643 w 756461"/>
                <a:gd name="connsiteY14" fmla="*/ 564061 h 682154"/>
                <a:gd name="connsiteX15" fmla="*/ 233776 w 756461"/>
                <a:gd name="connsiteY15" fmla="*/ 625043 h 682154"/>
                <a:gd name="connsiteX16" fmla="*/ 241329 w 756461"/>
                <a:gd name="connsiteY16" fmla="*/ 632596 h 682154"/>
                <a:gd name="connsiteX17" fmla="*/ 596468 w 756461"/>
                <a:gd name="connsiteY17" fmla="*/ 632596 h 682154"/>
                <a:gd name="connsiteX18" fmla="*/ 604022 w 756461"/>
                <a:gd name="connsiteY18" fmla="*/ 625043 h 682154"/>
                <a:gd name="connsiteX19" fmla="*/ 560154 w 756461"/>
                <a:gd name="connsiteY19" fmla="*/ 564061 h 682154"/>
                <a:gd name="connsiteX20" fmla="*/ 460256 w 756461"/>
                <a:gd name="connsiteY20" fmla="*/ 540471 h 682154"/>
                <a:gd name="connsiteX21" fmla="*/ 452442 w 756461"/>
                <a:gd name="connsiteY21" fmla="*/ 540471 h 682154"/>
                <a:gd name="connsiteX22" fmla="*/ 452442 w 756461"/>
                <a:gd name="connsiteY22" fmla="*/ 475471 h 682154"/>
                <a:gd name="connsiteX23" fmla="*/ 717952 w 756461"/>
                <a:gd name="connsiteY23" fmla="*/ 475471 h 682154"/>
                <a:gd name="connsiteX24" fmla="*/ 756424 w 756461"/>
                <a:gd name="connsiteY24" fmla="*/ 436998 h 682154"/>
                <a:gd name="connsiteX25" fmla="*/ 756461 w 756461"/>
                <a:gd name="connsiteY25" fmla="*/ 38472 h 682154"/>
                <a:gd name="connsiteX26" fmla="*/ 717989 w 756461"/>
                <a:gd name="connsiteY26" fmla="*/ 0 h 682154"/>
                <a:gd name="connsiteX27" fmla="*/ 23594 w 756461"/>
                <a:gd name="connsiteY27" fmla="*/ 311087 h 682154"/>
                <a:gd name="connsiteX28" fmla="*/ 194825 w 756461"/>
                <a:gd name="connsiteY28" fmla="*/ 311087 h 682154"/>
                <a:gd name="connsiteX29" fmla="*/ 203308 w 756461"/>
                <a:gd name="connsiteY29" fmla="*/ 320500 h 682154"/>
                <a:gd name="connsiteX30" fmla="*/ 203308 w 756461"/>
                <a:gd name="connsiteY30" fmla="*/ 346434 h 682154"/>
                <a:gd name="connsiteX31" fmla="*/ 15114 w 756461"/>
                <a:gd name="connsiteY31" fmla="*/ 346471 h 682154"/>
                <a:gd name="connsiteX32" fmla="*/ 15114 w 756461"/>
                <a:gd name="connsiteY32" fmla="*/ 320537 h 682154"/>
                <a:gd name="connsiteX33" fmla="*/ 23597 w 756461"/>
                <a:gd name="connsiteY33" fmla="*/ 311124 h 682154"/>
                <a:gd name="connsiteX34" fmla="*/ 15111 w 756461"/>
                <a:gd name="connsiteY34" fmla="*/ 361577 h 682154"/>
                <a:gd name="connsiteX35" fmla="*/ 203268 w 756461"/>
                <a:gd name="connsiteY35" fmla="*/ 361577 h 682154"/>
                <a:gd name="connsiteX36" fmla="*/ 203268 w 756461"/>
                <a:gd name="connsiteY36" fmla="*/ 606102 h 682154"/>
                <a:gd name="connsiteX37" fmla="*/ 15111 w 756461"/>
                <a:gd name="connsiteY37" fmla="*/ 606102 h 682154"/>
                <a:gd name="connsiteX38" fmla="*/ 218413 w 756461"/>
                <a:gd name="connsiteY38" fmla="*/ 354024 h 682154"/>
                <a:gd name="connsiteX39" fmla="*/ 218413 w 756461"/>
                <a:gd name="connsiteY39" fmla="*/ 320538 h 682154"/>
                <a:gd name="connsiteX40" fmla="*/ 194823 w 756461"/>
                <a:gd name="connsiteY40" fmla="*/ 295981 h 682154"/>
                <a:gd name="connsiteX41" fmla="*/ 141580 w 756461"/>
                <a:gd name="connsiteY41" fmla="*/ 295981 h 682154"/>
                <a:gd name="connsiteX42" fmla="*/ 141580 w 756461"/>
                <a:gd name="connsiteY42" fmla="*/ 65857 h 682154"/>
                <a:gd name="connsiteX43" fmla="*/ 696335 w 756461"/>
                <a:gd name="connsiteY43" fmla="*/ 65857 h 682154"/>
                <a:gd name="connsiteX44" fmla="*/ 696335 w 756461"/>
                <a:gd name="connsiteY44" fmla="*/ 387069 h 682154"/>
                <a:gd name="connsiteX45" fmla="*/ 218447 w 756461"/>
                <a:gd name="connsiteY45" fmla="*/ 387069 h 682154"/>
                <a:gd name="connsiteX46" fmla="*/ 218447 w 756461"/>
                <a:gd name="connsiteY46" fmla="*/ 354066 h 682154"/>
                <a:gd name="connsiteX47" fmla="*/ 194823 w 756461"/>
                <a:gd name="connsiteY47" fmla="*/ 667044 h 682154"/>
                <a:gd name="connsiteX48" fmla="*/ 23592 w 756461"/>
                <a:gd name="connsiteY48" fmla="*/ 667044 h 682154"/>
                <a:gd name="connsiteX49" fmla="*/ 15109 w 756461"/>
                <a:gd name="connsiteY49" fmla="*/ 657630 h 682154"/>
                <a:gd name="connsiteX50" fmla="*/ 15109 w 756461"/>
                <a:gd name="connsiteY50" fmla="*/ 621242 h 682154"/>
                <a:gd name="connsiteX51" fmla="*/ 203266 w 756461"/>
                <a:gd name="connsiteY51" fmla="*/ 621242 h 682154"/>
                <a:gd name="connsiteX52" fmla="*/ 203266 w 756461"/>
                <a:gd name="connsiteY52" fmla="*/ 657630 h 682154"/>
                <a:gd name="connsiteX53" fmla="*/ 194783 w 756461"/>
                <a:gd name="connsiteY53" fmla="*/ 667044 h 682154"/>
                <a:gd name="connsiteX54" fmla="*/ 588101 w 756461"/>
                <a:gd name="connsiteY54" fmla="*/ 617484 h 682154"/>
                <a:gd name="connsiteX55" fmla="*/ 249773 w 756461"/>
                <a:gd name="connsiteY55" fmla="*/ 617484 h 682154"/>
                <a:gd name="connsiteX56" fmla="*/ 377541 w 756461"/>
                <a:gd name="connsiteY56" fmla="*/ 555609 h 682154"/>
                <a:gd name="connsiteX57" fmla="*/ 460290 w 756461"/>
                <a:gd name="connsiteY57" fmla="*/ 555609 h 682154"/>
                <a:gd name="connsiteX58" fmla="*/ 588058 w 756461"/>
                <a:gd name="connsiteY58" fmla="*/ 617484 h 682154"/>
                <a:gd name="connsiteX59" fmla="*/ 437377 w 756461"/>
                <a:gd name="connsiteY59" fmla="*/ 540503 h 682154"/>
                <a:gd name="connsiteX60" fmla="*/ 400505 w 756461"/>
                <a:gd name="connsiteY60" fmla="*/ 540503 h 682154"/>
                <a:gd name="connsiteX61" fmla="*/ 400505 w 756461"/>
                <a:gd name="connsiteY61" fmla="*/ 475503 h 682154"/>
                <a:gd name="connsiteX62" fmla="*/ 437377 w 756461"/>
                <a:gd name="connsiteY62" fmla="*/ 475503 h 682154"/>
                <a:gd name="connsiteX63" fmla="*/ 741358 w 756461"/>
                <a:gd name="connsiteY63" fmla="*/ 437033 h 682154"/>
                <a:gd name="connsiteX64" fmla="*/ 717992 w 756461"/>
                <a:gd name="connsiteY64" fmla="*/ 460399 h 682154"/>
                <a:gd name="connsiteX65" fmla="*/ 218454 w 756461"/>
                <a:gd name="connsiteY65" fmla="*/ 460399 h 682154"/>
                <a:gd name="connsiteX66" fmla="*/ 218454 w 756461"/>
                <a:gd name="connsiteY66" fmla="*/ 402207 h 682154"/>
                <a:gd name="connsiteX67" fmla="*/ 703934 w 756461"/>
                <a:gd name="connsiteY67" fmla="*/ 402207 h 682154"/>
                <a:gd name="connsiteX68" fmla="*/ 711487 w 756461"/>
                <a:gd name="connsiteY68" fmla="*/ 394654 h 682154"/>
                <a:gd name="connsiteX69" fmla="*/ 711449 w 756461"/>
                <a:gd name="connsiteY69" fmla="*/ 58269 h 682154"/>
                <a:gd name="connsiteX70" fmla="*/ 703896 w 756461"/>
                <a:gd name="connsiteY70" fmla="*/ 50716 h 682154"/>
                <a:gd name="connsiteX71" fmla="*/ 133996 w 756461"/>
                <a:gd name="connsiteY71" fmla="*/ 50679 h 682154"/>
                <a:gd name="connsiteX72" fmla="*/ 126443 w 756461"/>
                <a:gd name="connsiteY72" fmla="*/ 58232 h 682154"/>
                <a:gd name="connsiteX73" fmla="*/ 126443 w 756461"/>
                <a:gd name="connsiteY73" fmla="*/ 295947 h 682154"/>
                <a:gd name="connsiteX74" fmla="*/ 96566 w 756461"/>
                <a:gd name="connsiteY74" fmla="*/ 295947 h 682154"/>
                <a:gd name="connsiteX75" fmla="*/ 96566 w 756461"/>
                <a:gd name="connsiteY75" fmla="*/ 38477 h 682154"/>
                <a:gd name="connsiteX76" fmla="*/ 119932 w 756461"/>
                <a:gd name="connsiteY76" fmla="*/ 15111 h 682154"/>
                <a:gd name="connsiteX77" fmla="*/ 718035 w 756461"/>
                <a:gd name="connsiteY77" fmla="*/ 15111 h 682154"/>
                <a:gd name="connsiteX78" fmla="*/ 741401 w 756461"/>
                <a:gd name="connsiteY78" fmla="*/ 38477 h 682154"/>
                <a:gd name="connsiteX79" fmla="*/ 741401 w 756461"/>
                <a:gd name="connsiteY79" fmla="*/ 437003 h 682154"/>
                <a:gd name="connsiteX80" fmla="*/ 674758 w 756461"/>
                <a:gd name="connsiteY80" fmla="*/ 413742 h 682154"/>
                <a:gd name="connsiteX81" fmla="*/ 658052 w 756461"/>
                <a:gd name="connsiteY81" fmla="*/ 430447 h 682154"/>
                <a:gd name="connsiteX82" fmla="*/ 674758 w 756461"/>
                <a:gd name="connsiteY82" fmla="*/ 447153 h 682154"/>
                <a:gd name="connsiteX83" fmla="*/ 691463 w 756461"/>
                <a:gd name="connsiteY83" fmla="*/ 430447 h 682154"/>
                <a:gd name="connsiteX84" fmla="*/ 674758 w 756461"/>
                <a:gd name="connsiteY84" fmla="*/ 413742 h 682154"/>
                <a:gd name="connsiteX85" fmla="*/ 674758 w 756461"/>
                <a:gd name="connsiteY85" fmla="*/ 435024 h 682154"/>
                <a:gd name="connsiteX86" fmla="*/ 670181 w 756461"/>
                <a:gd name="connsiteY86" fmla="*/ 430448 h 682154"/>
                <a:gd name="connsiteX87" fmla="*/ 674758 w 756461"/>
                <a:gd name="connsiteY87" fmla="*/ 425871 h 682154"/>
                <a:gd name="connsiteX88" fmla="*/ 679334 w 756461"/>
                <a:gd name="connsiteY88" fmla="*/ 430448 h 682154"/>
                <a:gd name="connsiteX89" fmla="*/ 674758 w 756461"/>
                <a:gd name="connsiteY89" fmla="*/ 435024 h 682154"/>
                <a:gd name="connsiteX90" fmla="*/ 108430 w 756461"/>
                <a:gd name="connsiteY90" fmla="*/ 622848 h 682154"/>
                <a:gd name="connsiteX91" fmla="*/ 87854 w 756461"/>
                <a:gd name="connsiteY91" fmla="*/ 644279 h 682154"/>
                <a:gd name="connsiteX92" fmla="*/ 108430 w 756461"/>
                <a:gd name="connsiteY92" fmla="*/ 665710 h 682154"/>
                <a:gd name="connsiteX93" fmla="*/ 129005 w 756461"/>
                <a:gd name="connsiteY93" fmla="*/ 644279 h 682154"/>
                <a:gd name="connsiteX94" fmla="*/ 108430 w 756461"/>
                <a:gd name="connsiteY94" fmla="*/ 622848 h 682154"/>
                <a:gd name="connsiteX95" fmla="*/ 108430 w 756461"/>
                <a:gd name="connsiteY95" fmla="*/ 653581 h 682154"/>
                <a:gd name="connsiteX96" fmla="*/ 99984 w 756461"/>
                <a:gd name="connsiteY96" fmla="*/ 644242 h 682154"/>
                <a:gd name="connsiteX97" fmla="*/ 108430 w 756461"/>
                <a:gd name="connsiteY97" fmla="*/ 634940 h 682154"/>
                <a:gd name="connsiteX98" fmla="*/ 116876 w 756461"/>
                <a:gd name="connsiteY98" fmla="*/ 644242 h 682154"/>
                <a:gd name="connsiteX99" fmla="*/ 108430 w 756461"/>
                <a:gd name="connsiteY99" fmla="*/ 653581 h 682154"/>
                <a:gd name="connsiteX100" fmla="*/ 86663 w 756461"/>
                <a:gd name="connsiteY100" fmla="*/ 328207 h 682154"/>
                <a:gd name="connsiteX101" fmla="*/ 92728 w 756461"/>
                <a:gd name="connsiteY101" fmla="*/ 322142 h 682154"/>
                <a:gd name="connsiteX102" fmla="*/ 125581 w 756461"/>
                <a:gd name="connsiteY102" fmla="*/ 322142 h 682154"/>
                <a:gd name="connsiteX103" fmla="*/ 131646 w 756461"/>
                <a:gd name="connsiteY103" fmla="*/ 328207 h 682154"/>
                <a:gd name="connsiteX104" fmla="*/ 125581 w 756461"/>
                <a:gd name="connsiteY104" fmla="*/ 334272 h 682154"/>
                <a:gd name="connsiteX105" fmla="*/ 92728 w 756461"/>
                <a:gd name="connsiteY105" fmla="*/ 334272 h 682154"/>
                <a:gd name="connsiteX106" fmla="*/ 86663 w 756461"/>
                <a:gd name="connsiteY106" fmla="*/ 328207 h 68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756461" h="682154">
                  <a:moveTo>
                    <a:pt x="717948" y="0"/>
                  </a:moveTo>
                  <a:lnTo>
                    <a:pt x="119845" y="0"/>
                  </a:lnTo>
                  <a:cubicBezTo>
                    <a:pt x="98636" y="0"/>
                    <a:pt x="81372" y="17264"/>
                    <a:pt x="81372" y="38472"/>
                  </a:cubicBezTo>
                  <a:lnTo>
                    <a:pt x="81372" y="295943"/>
                  </a:lnTo>
                  <a:lnTo>
                    <a:pt x="23590" y="295943"/>
                  </a:lnTo>
                  <a:cubicBezTo>
                    <a:pt x="10567" y="295943"/>
                    <a:pt x="0" y="306956"/>
                    <a:pt x="0" y="320499"/>
                  </a:cubicBezTo>
                  <a:lnTo>
                    <a:pt x="0" y="657598"/>
                  </a:lnTo>
                  <a:cubicBezTo>
                    <a:pt x="0" y="671142"/>
                    <a:pt x="10604" y="682155"/>
                    <a:pt x="23590" y="682155"/>
                  </a:cubicBezTo>
                  <a:lnTo>
                    <a:pt x="194821" y="682155"/>
                  </a:lnTo>
                  <a:cubicBezTo>
                    <a:pt x="207843" y="682155"/>
                    <a:pt x="218410" y="671142"/>
                    <a:pt x="218410" y="657598"/>
                  </a:cubicBezTo>
                  <a:lnTo>
                    <a:pt x="218410" y="475471"/>
                  </a:lnTo>
                  <a:lnTo>
                    <a:pt x="385355" y="475471"/>
                  </a:lnTo>
                  <a:lnTo>
                    <a:pt x="385355" y="540471"/>
                  </a:lnTo>
                  <a:lnTo>
                    <a:pt x="377541" y="540471"/>
                  </a:lnTo>
                  <a:cubicBezTo>
                    <a:pt x="340037" y="540471"/>
                    <a:pt x="304541" y="548843"/>
                    <a:pt x="277643" y="564061"/>
                  </a:cubicBezTo>
                  <a:cubicBezTo>
                    <a:pt x="249365" y="580060"/>
                    <a:pt x="233776" y="601714"/>
                    <a:pt x="233776" y="625043"/>
                  </a:cubicBezTo>
                  <a:cubicBezTo>
                    <a:pt x="233776" y="629210"/>
                    <a:pt x="237162" y="632596"/>
                    <a:pt x="241329" y="632596"/>
                  </a:cubicBezTo>
                  <a:lnTo>
                    <a:pt x="596468" y="632596"/>
                  </a:lnTo>
                  <a:cubicBezTo>
                    <a:pt x="600636" y="632596"/>
                    <a:pt x="604022" y="629210"/>
                    <a:pt x="604022" y="625043"/>
                  </a:cubicBezTo>
                  <a:cubicBezTo>
                    <a:pt x="604022" y="601714"/>
                    <a:pt x="588432" y="580059"/>
                    <a:pt x="560154" y="564061"/>
                  </a:cubicBezTo>
                  <a:cubicBezTo>
                    <a:pt x="533254" y="548843"/>
                    <a:pt x="497758" y="540471"/>
                    <a:pt x="460256" y="540471"/>
                  </a:cubicBezTo>
                  <a:lnTo>
                    <a:pt x="452442" y="540471"/>
                  </a:lnTo>
                  <a:lnTo>
                    <a:pt x="452442" y="475471"/>
                  </a:lnTo>
                  <a:lnTo>
                    <a:pt x="717952" y="475471"/>
                  </a:lnTo>
                  <a:cubicBezTo>
                    <a:pt x="739160" y="475471"/>
                    <a:pt x="756424" y="458207"/>
                    <a:pt x="756424" y="436998"/>
                  </a:cubicBezTo>
                  <a:lnTo>
                    <a:pt x="756461" y="38472"/>
                  </a:lnTo>
                  <a:cubicBezTo>
                    <a:pt x="756461" y="17264"/>
                    <a:pt x="739197" y="0"/>
                    <a:pt x="717989" y="0"/>
                  </a:cubicBezTo>
                  <a:close/>
                  <a:moveTo>
                    <a:pt x="23594" y="311087"/>
                  </a:moveTo>
                  <a:lnTo>
                    <a:pt x="194825" y="311087"/>
                  </a:lnTo>
                  <a:cubicBezTo>
                    <a:pt x="199513" y="311087"/>
                    <a:pt x="203308" y="315328"/>
                    <a:pt x="203308" y="320500"/>
                  </a:cubicBezTo>
                  <a:lnTo>
                    <a:pt x="203308" y="346434"/>
                  </a:lnTo>
                  <a:lnTo>
                    <a:pt x="15114" y="346471"/>
                  </a:lnTo>
                  <a:lnTo>
                    <a:pt x="15114" y="320537"/>
                  </a:lnTo>
                  <a:cubicBezTo>
                    <a:pt x="15114" y="315328"/>
                    <a:pt x="18909" y="311124"/>
                    <a:pt x="23597" y="311124"/>
                  </a:cubicBezTo>
                  <a:close/>
                  <a:moveTo>
                    <a:pt x="15111" y="361577"/>
                  </a:moveTo>
                  <a:lnTo>
                    <a:pt x="203268" y="361577"/>
                  </a:lnTo>
                  <a:lnTo>
                    <a:pt x="203268" y="606102"/>
                  </a:lnTo>
                  <a:lnTo>
                    <a:pt x="15111" y="606102"/>
                  </a:lnTo>
                  <a:close/>
                  <a:moveTo>
                    <a:pt x="218413" y="354024"/>
                  </a:moveTo>
                  <a:lnTo>
                    <a:pt x="218413" y="320538"/>
                  </a:lnTo>
                  <a:cubicBezTo>
                    <a:pt x="218413" y="306994"/>
                    <a:pt x="207809" y="295981"/>
                    <a:pt x="194823" y="295981"/>
                  </a:cubicBezTo>
                  <a:lnTo>
                    <a:pt x="141580" y="295981"/>
                  </a:lnTo>
                  <a:lnTo>
                    <a:pt x="141580" y="65857"/>
                  </a:lnTo>
                  <a:lnTo>
                    <a:pt x="696335" y="65857"/>
                  </a:lnTo>
                  <a:lnTo>
                    <a:pt x="696335" y="387069"/>
                  </a:lnTo>
                  <a:lnTo>
                    <a:pt x="218447" y="387069"/>
                  </a:lnTo>
                  <a:lnTo>
                    <a:pt x="218447" y="354066"/>
                  </a:lnTo>
                  <a:close/>
                  <a:moveTo>
                    <a:pt x="194823" y="667044"/>
                  </a:moveTo>
                  <a:lnTo>
                    <a:pt x="23592" y="667044"/>
                  </a:lnTo>
                  <a:cubicBezTo>
                    <a:pt x="18904" y="667044"/>
                    <a:pt x="15109" y="662802"/>
                    <a:pt x="15109" y="657630"/>
                  </a:cubicBezTo>
                  <a:lnTo>
                    <a:pt x="15109" y="621242"/>
                  </a:lnTo>
                  <a:lnTo>
                    <a:pt x="203266" y="621242"/>
                  </a:lnTo>
                  <a:lnTo>
                    <a:pt x="203266" y="657630"/>
                  </a:lnTo>
                  <a:cubicBezTo>
                    <a:pt x="203266" y="662839"/>
                    <a:pt x="199471" y="667044"/>
                    <a:pt x="194783" y="667044"/>
                  </a:cubicBezTo>
                  <a:close/>
                  <a:moveTo>
                    <a:pt x="588101" y="617484"/>
                  </a:moveTo>
                  <a:lnTo>
                    <a:pt x="249773" y="617484"/>
                  </a:lnTo>
                  <a:cubicBezTo>
                    <a:pt x="257028" y="583253"/>
                    <a:pt x="312579" y="555609"/>
                    <a:pt x="377541" y="555609"/>
                  </a:cubicBezTo>
                  <a:lnTo>
                    <a:pt x="460290" y="555609"/>
                  </a:lnTo>
                  <a:cubicBezTo>
                    <a:pt x="525290" y="555609"/>
                    <a:pt x="580838" y="583253"/>
                    <a:pt x="588058" y="617484"/>
                  </a:cubicBezTo>
                  <a:close/>
                  <a:moveTo>
                    <a:pt x="437377" y="540503"/>
                  </a:moveTo>
                  <a:lnTo>
                    <a:pt x="400505" y="540503"/>
                  </a:lnTo>
                  <a:lnTo>
                    <a:pt x="400505" y="475503"/>
                  </a:lnTo>
                  <a:lnTo>
                    <a:pt x="437377" y="475503"/>
                  </a:lnTo>
                  <a:close/>
                  <a:moveTo>
                    <a:pt x="741358" y="437033"/>
                  </a:moveTo>
                  <a:cubicBezTo>
                    <a:pt x="741358" y="449907"/>
                    <a:pt x="730865" y="460399"/>
                    <a:pt x="717992" y="460399"/>
                  </a:cubicBezTo>
                  <a:lnTo>
                    <a:pt x="218454" y="460399"/>
                  </a:lnTo>
                  <a:lnTo>
                    <a:pt x="218454" y="402207"/>
                  </a:lnTo>
                  <a:lnTo>
                    <a:pt x="703934" y="402207"/>
                  </a:lnTo>
                  <a:cubicBezTo>
                    <a:pt x="708101" y="402207"/>
                    <a:pt x="711487" y="398821"/>
                    <a:pt x="711487" y="394654"/>
                  </a:cubicBezTo>
                  <a:lnTo>
                    <a:pt x="711449" y="58269"/>
                  </a:lnTo>
                  <a:cubicBezTo>
                    <a:pt x="711449" y="54102"/>
                    <a:pt x="708063" y="50716"/>
                    <a:pt x="703896" y="50716"/>
                  </a:cubicBezTo>
                  <a:lnTo>
                    <a:pt x="133996" y="50679"/>
                  </a:lnTo>
                  <a:cubicBezTo>
                    <a:pt x="129829" y="50679"/>
                    <a:pt x="126443" y="54064"/>
                    <a:pt x="126443" y="58232"/>
                  </a:cubicBezTo>
                  <a:lnTo>
                    <a:pt x="126443" y="295947"/>
                  </a:lnTo>
                  <a:lnTo>
                    <a:pt x="96566" y="295947"/>
                  </a:lnTo>
                  <a:lnTo>
                    <a:pt x="96566" y="38477"/>
                  </a:lnTo>
                  <a:cubicBezTo>
                    <a:pt x="96566" y="25603"/>
                    <a:pt x="107059" y="15111"/>
                    <a:pt x="119932" y="15111"/>
                  </a:cubicBezTo>
                  <a:lnTo>
                    <a:pt x="718035" y="15111"/>
                  </a:lnTo>
                  <a:cubicBezTo>
                    <a:pt x="730909" y="15111"/>
                    <a:pt x="741401" y="25604"/>
                    <a:pt x="741401" y="38477"/>
                  </a:cubicBezTo>
                  <a:lnTo>
                    <a:pt x="741401" y="437003"/>
                  </a:lnTo>
                  <a:close/>
                  <a:moveTo>
                    <a:pt x="674758" y="413742"/>
                  </a:moveTo>
                  <a:cubicBezTo>
                    <a:pt x="665567" y="413742"/>
                    <a:pt x="658052" y="421220"/>
                    <a:pt x="658052" y="430447"/>
                  </a:cubicBezTo>
                  <a:cubicBezTo>
                    <a:pt x="658052" y="439638"/>
                    <a:pt x="665530" y="447153"/>
                    <a:pt x="674758" y="447153"/>
                  </a:cubicBezTo>
                  <a:cubicBezTo>
                    <a:pt x="683948" y="447153"/>
                    <a:pt x="691463" y="439675"/>
                    <a:pt x="691463" y="430447"/>
                  </a:cubicBezTo>
                  <a:cubicBezTo>
                    <a:pt x="691463" y="421257"/>
                    <a:pt x="683985" y="413742"/>
                    <a:pt x="674758" y="413742"/>
                  </a:cubicBezTo>
                  <a:close/>
                  <a:moveTo>
                    <a:pt x="674758" y="435024"/>
                  </a:moveTo>
                  <a:cubicBezTo>
                    <a:pt x="672227" y="435024"/>
                    <a:pt x="670181" y="432978"/>
                    <a:pt x="670181" y="430448"/>
                  </a:cubicBezTo>
                  <a:cubicBezTo>
                    <a:pt x="670181" y="427918"/>
                    <a:pt x="672227" y="425871"/>
                    <a:pt x="674758" y="425871"/>
                  </a:cubicBezTo>
                  <a:cubicBezTo>
                    <a:pt x="677288" y="425871"/>
                    <a:pt x="679334" y="427918"/>
                    <a:pt x="679334" y="430448"/>
                  </a:cubicBezTo>
                  <a:cubicBezTo>
                    <a:pt x="679334" y="432978"/>
                    <a:pt x="677288" y="435024"/>
                    <a:pt x="674758" y="435024"/>
                  </a:cubicBezTo>
                  <a:close/>
                  <a:moveTo>
                    <a:pt x="108430" y="622848"/>
                  </a:moveTo>
                  <a:cubicBezTo>
                    <a:pt x="97081" y="622848"/>
                    <a:pt x="87854" y="632447"/>
                    <a:pt x="87854" y="644279"/>
                  </a:cubicBezTo>
                  <a:cubicBezTo>
                    <a:pt x="87854" y="656111"/>
                    <a:pt x="97081" y="665710"/>
                    <a:pt x="108430" y="665710"/>
                  </a:cubicBezTo>
                  <a:cubicBezTo>
                    <a:pt x="119778" y="665710"/>
                    <a:pt x="129005" y="656111"/>
                    <a:pt x="129005" y="644279"/>
                  </a:cubicBezTo>
                  <a:cubicBezTo>
                    <a:pt x="129005" y="632484"/>
                    <a:pt x="119778" y="622848"/>
                    <a:pt x="108430" y="622848"/>
                  </a:cubicBezTo>
                  <a:close/>
                  <a:moveTo>
                    <a:pt x="108430" y="653581"/>
                  </a:moveTo>
                  <a:cubicBezTo>
                    <a:pt x="103779" y="653581"/>
                    <a:pt x="99984" y="649414"/>
                    <a:pt x="99984" y="644242"/>
                  </a:cubicBezTo>
                  <a:cubicBezTo>
                    <a:pt x="99984" y="639108"/>
                    <a:pt x="103779" y="634940"/>
                    <a:pt x="108430" y="634940"/>
                  </a:cubicBezTo>
                  <a:cubicBezTo>
                    <a:pt x="113080" y="634940"/>
                    <a:pt x="116876" y="639108"/>
                    <a:pt x="116876" y="644242"/>
                  </a:cubicBezTo>
                  <a:cubicBezTo>
                    <a:pt x="116876" y="649377"/>
                    <a:pt x="113080" y="653581"/>
                    <a:pt x="108430" y="653581"/>
                  </a:cubicBezTo>
                  <a:close/>
                  <a:moveTo>
                    <a:pt x="86663" y="328207"/>
                  </a:moveTo>
                  <a:cubicBezTo>
                    <a:pt x="86663" y="324858"/>
                    <a:pt x="89379" y="322142"/>
                    <a:pt x="92728" y="322142"/>
                  </a:cubicBezTo>
                  <a:lnTo>
                    <a:pt x="125581" y="322142"/>
                  </a:lnTo>
                  <a:cubicBezTo>
                    <a:pt x="128930" y="322142"/>
                    <a:pt x="131646" y="324858"/>
                    <a:pt x="131646" y="328207"/>
                  </a:cubicBezTo>
                  <a:cubicBezTo>
                    <a:pt x="131646" y="331556"/>
                    <a:pt x="128930" y="334272"/>
                    <a:pt x="125581" y="334272"/>
                  </a:cubicBezTo>
                  <a:lnTo>
                    <a:pt x="92728" y="334272"/>
                  </a:lnTo>
                  <a:cubicBezTo>
                    <a:pt x="89379" y="334272"/>
                    <a:pt x="86663" y="331556"/>
                    <a:pt x="86663" y="3282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B2C2BE-D0C0-BBFC-38FC-9E990C6F0847}"/>
              </a:ext>
            </a:extLst>
          </p:cNvPr>
          <p:cNvGrpSpPr/>
          <p:nvPr/>
        </p:nvGrpSpPr>
        <p:grpSpPr>
          <a:xfrm>
            <a:off x="3411667" y="1612470"/>
            <a:ext cx="702195" cy="426448"/>
            <a:chOff x="2339424" y="4292795"/>
            <a:chExt cx="702195" cy="42644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05413B4-1963-50A0-63DD-FCB91061B278}"/>
                </a:ext>
              </a:extLst>
            </p:cNvPr>
            <p:cNvSpPr>
              <a:spLocks/>
            </p:cNvSpPr>
            <p:nvPr/>
          </p:nvSpPr>
          <p:spPr>
            <a:xfrm>
              <a:off x="2339424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VMs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E5BD231-ED67-449F-AAC0-1B7D95D33A4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09103" y="4439843"/>
              <a:ext cx="162838" cy="279400"/>
              <a:chOff x="-1609996" y="2667666"/>
              <a:chExt cx="555136" cy="952509"/>
            </a:xfrm>
            <a:solidFill>
              <a:schemeClr val="bg1"/>
            </a:solidFill>
          </p:grpSpPr>
          <p:sp>
            <p:nvSpPr>
              <p:cNvPr id="20" name="Freeform: Shape 214">
                <a:extLst>
                  <a:ext uri="{FF2B5EF4-FFF2-40B4-BE49-F238E27FC236}">
                    <a16:creationId xmlns:a16="http://schemas.microsoft.com/office/drawing/2014/main" id="{7AA6E275-C829-6C6D-2419-45BE36CF19B0}"/>
                  </a:ext>
                </a:extLst>
              </p:cNvPr>
              <p:cNvSpPr/>
              <p:nvPr/>
            </p:nvSpPr>
            <p:spPr>
              <a:xfrm>
                <a:off x="-1609996" y="2667666"/>
                <a:ext cx="555136" cy="952509"/>
              </a:xfrm>
              <a:custGeom>
                <a:avLst/>
                <a:gdLst>
                  <a:gd name="connsiteX0" fmla="*/ 551259 w 555136"/>
                  <a:gd name="connsiteY0" fmla="*/ 330308 h 952509"/>
                  <a:gd name="connsiteX1" fmla="*/ 494024 w 555136"/>
                  <a:gd name="connsiteY1" fmla="*/ 300685 h 952509"/>
                  <a:gd name="connsiteX2" fmla="*/ 518617 w 555136"/>
                  <a:gd name="connsiteY2" fmla="*/ 245745 h 952509"/>
                  <a:gd name="connsiteX3" fmla="*/ 482260 w 555136"/>
                  <a:gd name="connsiteY3" fmla="*/ 182299 h 952509"/>
                  <a:gd name="connsiteX4" fmla="*/ 488852 w 555136"/>
                  <a:gd name="connsiteY4" fmla="*/ 141818 h 952509"/>
                  <a:gd name="connsiteX5" fmla="*/ 359740 w 555136"/>
                  <a:gd name="connsiteY5" fmla="*/ 12725 h 952509"/>
                  <a:gd name="connsiteX6" fmla="*/ 309601 w 555136"/>
                  <a:gd name="connsiteY6" fmla="*/ 22965 h 952509"/>
                  <a:gd name="connsiteX7" fmla="*/ 259794 w 555136"/>
                  <a:gd name="connsiteY7" fmla="*/ 0 h 952509"/>
                  <a:gd name="connsiteX8" fmla="*/ 194053 w 555136"/>
                  <a:gd name="connsiteY8" fmla="*/ 61741 h 952509"/>
                  <a:gd name="connsiteX9" fmla="*/ 96374 w 555136"/>
                  <a:gd name="connsiteY9" fmla="*/ 166211 h 952509"/>
                  <a:gd name="connsiteX10" fmla="*/ 96669 w 555136"/>
                  <a:gd name="connsiteY10" fmla="*/ 173412 h 952509"/>
                  <a:gd name="connsiteX11" fmla="*/ 36500 w 555136"/>
                  <a:gd name="connsiteY11" fmla="*/ 245745 h 952509"/>
                  <a:gd name="connsiteX12" fmla="*/ 61055 w 555136"/>
                  <a:gd name="connsiteY12" fmla="*/ 300704 h 952509"/>
                  <a:gd name="connsiteX13" fmla="*/ 3858 w 555136"/>
                  <a:gd name="connsiteY13" fmla="*/ 330317 h 952509"/>
                  <a:gd name="connsiteX14" fmla="*/ 0 w 555136"/>
                  <a:gd name="connsiteY14" fmla="*/ 336661 h 952509"/>
                  <a:gd name="connsiteX15" fmla="*/ 0 w 555136"/>
                  <a:gd name="connsiteY15" fmla="*/ 762962 h 952509"/>
                  <a:gd name="connsiteX16" fmla="*/ 7144 w 555136"/>
                  <a:gd name="connsiteY16" fmla="*/ 770106 h 952509"/>
                  <a:gd name="connsiteX17" fmla="*/ 76267 w 555136"/>
                  <a:gd name="connsiteY17" fmla="*/ 770106 h 952509"/>
                  <a:gd name="connsiteX18" fmla="*/ 76267 w 555136"/>
                  <a:gd name="connsiteY18" fmla="*/ 916229 h 952509"/>
                  <a:gd name="connsiteX19" fmla="*/ 112538 w 555136"/>
                  <a:gd name="connsiteY19" fmla="*/ 952510 h 952509"/>
                  <a:gd name="connsiteX20" fmla="*/ 248441 w 555136"/>
                  <a:gd name="connsiteY20" fmla="*/ 952510 h 952509"/>
                  <a:gd name="connsiteX21" fmla="*/ 277568 w 555136"/>
                  <a:gd name="connsiteY21" fmla="*/ 937622 h 952509"/>
                  <a:gd name="connsiteX22" fmla="*/ 306676 w 555136"/>
                  <a:gd name="connsiteY22" fmla="*/ 952500 h 952509"/>
                  <a:gd name="connsiteX23" fmla="*/ 442589 w 555136"/>
                  <a:gd name="connsiteY23" fmla="*/ 952500 h 952509"/>
                  <a:gd name="connsiteX24" fmla="*/ 478860 w 555136"/>
                  <a:gd name="connsiteY24" fmla="*/ 916219 h 952509"/>
                  <a:gd name="connsiteX25" fmla="*/ 478860 w 555136"/>
                  <a:gd name="connsiteY25" fmla="*/ 770106 h 952509"/>
                  <a:gd name="connsiteX26" fmla="*/ 547992 w 555136"/>
                  <a:gd name="connsiteY26" fmla="*/ 770106 h 952509"/>
                  <a:gd name="connsiteX27" fmla="*/ 555136 w 555136"/>
                  <a:gd name="connsiteY27" fmla="*/ 762962 h 952509"/>
                  <a:gd name="connsiteX28" fmla="*/ 555136 w 555136"/>
                  <a:gd name="connsiteY28" fmla="*/ 336652 h 952509"/>
                  <a:gd name="connsiteX29" fmla="*/ 551259 w 555136"/>
                  <a:gd name="connsiteY29" fmla="*/ 330308 h 952509"/>
                  <a:gd name="connsiteX30" fmla="*/ 50787 w 555136"/>
                  <a:gd name="connsiteY30" fmla="*/ 245745 h 952509"/>
                  <a:gd name="connsiteX31" fmla="*/ 105156 w 555136"/>
                  <a:gd name="connsiteY31" fmla="*/ 186652 h 952509"/>
                  <a:gd name="connsiteX32" fmla="*/ 110109 w 555136"/>
                  <a:gd name="connsiteY32" fmla="*/ 183985 h 952509"/>
                  <a:gd name="connsiteX33" fmla="*/ 111604 w 555136"/>
                  <a:gd name="connsiteY33" fmla="*/ 178575 h 952509"/>
                  <a:gd name="connsiteX34" fmla="*/ 110652 w 555136"/>
                  <a:gd name="connsiteY34" fmla="*/ 166211 h 952509"/>
                  <a:gd name="connsiteX35" fmla="*/ 201330 w 555136"/>
                  <a:gd name="connsiteY35" fmla="*/ 75809 h 952509"/>
                  <a:gd name="connsiteX36" fmla="*/ 201349 w 555136"/>
                  <a:gd name="connsiteY36" fmla="*/ 75809 h 952509"/>
                  <a:gd name="connsiteX37" fmla="*/ 206502 w 555136"/>
                  <a:gd name="connsiteY37" fmla="*/ 73619 h 952509"/>
                  <a:gd name="connsiteX38" fmla="*/ 208493 w 555136"/>
                  <a:gd name="connsiteY38" fmla="*/ 68390 h 952509"/>
                  <a:gd name="connsiteX39" fmla="*/ 208217 w 555136"/>
                  <a:gd name="connsiteY39" fmla="*/ 65875 h 952509"/>
                  <a:gd name="connsiteX40" fmla="*/ 259804 w 555136"/>
                  <a:gd name="connsiteY40" fmla="*/ 14288 h 952509"/>
                  <a:gd name="connsiteX41" fmla="*/ 301657 w 555136"/>
                  <a:gd name="connsiteY41" fmla="*/ 35928 h 952509"/>
                  <a:gd name="connsiteX42" fmla="*/ 310534 w 555136"/>
                  <a:gd name="connsiteY42" fmla="*/ 38214 h 952509"/>
                  <a:gd name="connsiteX43" fmla="*/ 359759 w 555136"/>
                  <a:gd name="connsiteY43" fmla="*/ 27003 h 952509"/>
                  <a:gd name="connsiteX44" fmla="*/ 474583 w 555136"/>
                  <a:gd name="connsiteY44" fmla="*/ 141808 h 952509"/>
                  <a:gd name="connsiteX45" fmla="*/ 466801 w 555136"/>
                  <a:gd name="connsiteY45" fmla="*/ 183109 h 952509"/>
                  <a:gd name="connsiteX46" fmla="*/ 470373 w 555136"/>
                  <a:gd name="connsiteY46" fmla="*/ 192119 h 952509"/>
                  <a:gd name="connsiteX47" fmla="*/ 504349 w 555136"/>
                  <a:gd name="connsiteY47" fmla="*/ 245735 h 952509"/>
                  <a:gd name="connsiteX48" fmla="*/ 480231 w 555136"/>
                  <a:gd name="connsiteY48" fmla="*/ 293522 h 952509"/>
                  <a:gd name="connsiteX49" fmla="*/ 461715 w 555136"/>
                  <a:gd name="connsiteY49" fmla="*/ 283940 h 952509"/>
                  <a:gd name="connsiteX50" fmla="*/ 462429 w 555136"/>
                  <a:gd name="connsiteY50" fmla="*/ 275301 h 952509"/>
                  <a:gd name="connsiteX51" fmla="*/ 435150 w 555136"/>
                  <a:gd name="connsiteY51" fmla="*/ 226333 h 952509"/>
                  <a:gd name="connsiteX52" fmla="*/ 439807 w 555136"/>
                  <a:gd name="connsiteY52" fmla="*/ 196339 h 952509"/>
                  <a:gd name="connsiteX53" fmla="*/ 340004 w 555136"/>
                  <a:gd name="connsiteY53" fmla="*/ 96545 h 952509"/>
                  <a:gd name="connsiteX54" fmla="*/ 302400 w 555136"/>
                  <a:gd name="connsiteY54" fmla="*/ 103984 h 952509"/>
                  <a:gd name="connsiteX55" fmla="*/ 264090 w 555136"/>
                  <a:gd name="connsiteY55" fmla="*/ 86878 h 952509"/>
                  <a:gd name="connsiteX56" fmla="*/ 212541 w 555136"/>
                  <a:gd name="connsiteY56" fmla="*/ 133902 h 952509"/>
                  <a:gd name="connsiteX57" fmla="*/ 138208 w 555136"/>
                  <a:gd name="connsiteY57" fmla="*/ 214874 h 952509"/>
                  <a:gd name="connsiteX58" fmla="*/ 138332 w 555136"/>
                  <a:gd name="connsiteY58" fmla="*/ 218961 h 952509"/>
                  <a:gd name="connsiteX59" fmla="*/ 92716 w 555136"/>
                  <a:gd name="connsiteY59" fmla="*/ 275311 h 952509"/>
                  <a:gd name="connsiteX60" fmla="*/ 93440 w 555136"/>
                  <a:gd name="connsiteY60" fmla="*/ 283950 h 952509"/>
                  <a:gd name="connsiteX61" fmla="*/ 74924 w 555136"/>
                  <a:gd name="connsiteY61" fmla="*/ 293532 h 952509"/>
                  <a:gd name="connsiteX62" fmla="*/ 50787 w 555136"/>
                  <a:gd name="connsiteY62" fmla="*/ 245745 h 952509"/>
                  <a:gd name="connsiteX63" fmla="*/ 107090 w 555136"/>
                  <a:gd name="connsiteY63" fmla="*/ 276873 h 952509"/>
                  <a:gd name="connsiteX64" fmla="*/ 106994 w 555136"/>
                  <a:gd name="connsiteY64" fmla="*/ 275311 h 952509"/>
                  <a:gd name="connsiteX65" fmla="*/ 146733 w 555136"/>
                  <a:gd name="connsiteY65" fmla="*/ 232124 h 952509"/>
                  <a:gd name="connsiteX66" fmla="*/ 151676 w 555136"/>
                  <a:gd name="connsiteY66" fmla="*/ 229467 h 952509"/>
                  <a:gd name="connsiteX67" fmla="*/ 153172 w 555136"/>
                  <a:gd name="connsiteY67" fmla="*/ 224057 h 952509"/>
                  <a:gd name="connsiteX68" fmla="*/ 152476 w 555136"/>
                  <a:gd name="connsiteY68" fmla="*/ 214884 h 952509"/>
                  <a:gd name="connsiteX69" fmla="*/ 219637 w 555136"/>
                  <a:gd name="connsiteY69" fmla="*/ 147923 h 952509"/>
                  <a:gd name="connsiteX70" fmla="*/ 219666 w 555136"/>
                  <a:gd name="connsiteY70" fmla="*/ 147923 h 952509"/>
                  <a:gd name="connsiteX71" fmla="*/ 224847 w 555136"/>
                  <a:gd name="connsiteY71" fmla="*/ 145704 h 952509"/>
                  <a:gd name="connsiteX72" fmla="*/ 226800 w 555136"/>
                  <a:gd name="connsiteY72" fmla="*/ 140418 h 952509"/>
                  <a:gd name="connsiteX73" fmla="*/ 226600 w 555136"/>
                  <a:gd name="connsiteY73" fmla="*/ 138665 h 952509"/>
                  <a:gd name="connsiteX74" fmla="*/ 264081 w 555136"/>
                  <a:gd name="connsiteY74" fmla="*/ 101184 h 952509"/>
                  <a:gd name="connsiteX75" fmla="*/ 294475 w 555136"/>
                  <a:gd name="connsiteY75" fmla="*/ 116910 h 952509"/>
                  <a:gd name="connsiteX76" fmla="*/ 303352 w 555136"/>
                  <a:gd name="connsiteY76" fmla="*/ 119196 h 952509"/>
                  <a:gd name="connsiteX77" fmla="*/ 340004 w 555136"/>
                  <a:gd name="connsiteY77" fmla="*/ 110852 h 952509"/>
                  <a:gd name="connsiteX78" fmla="*/ 425520 w 555136"/>
                  <a:gd name="connsiteY78" fmla="*/ 196358 h 952509"/>
                  <a:gd name="connsiteX79" fmla="*/ 419748 w 555136"/>
                  <a:gd name="connsiteY79" fmla="*/ 227114 h 952509"/>
                  <a:gd name="connsiteX80" fmla="*/ 423291 w 555136"/>
                  <a:gd name="connsiteY80" fmla="*/ 236125 h 952509"/>
                  <a:gd name="connsiteX81" fmla="*/ 448123 w 555136"/>
                  <a:gd name="connsiteY81" fmla="*/ 275311 h 952509"/>
                  <a:gd name="connsiteX82" fmla="*/ 448018 w 555136"/>
                  <a:gd name="connsiteY82" fmla="*/ 276873 h 952509"/>
                  <a:gd name="connsiteX83" fmla="*/ 280845 w 555136"/>
                  <a:gd name="connsiteY83" fmla="*/ 190329 h 952509"/>
                  <a:gd name="connsiteX84" fmla="*/ 274282 w 555136"/>
                  <a:gd name="connsiteY84" fmla="*/ 190329 h 952509"/>
                  <a:gd name="connsiteX85" fmla="*/ 107090 w 555136"/>
                  <a:gd name="connsiteY85" fmla="*/ 276873 h 952509"/>
                  <a:gd name="connsiteX86" fmla="*/ 277559 w 555136"/>
                  <a:gd name="connsiteY86" fmla="*/ 204721 h 952509"/>
                  <a:gd name="connsiteX87" fmla="*/ 477383 w 555136"/>
                  <a:gd name="connsiteY87" fmla="*/ 308153 h 952509"/>
                  <a:gd name="connsiteX88" fmla="*/ 477603 w 555136"/>
                  <a:gd name="connsiteY88" fmla="*/ 308267 h 952509"/>
                  <a:gd name="connsiteX89" fmla="*/ 540839 w 555136"/>
                  <a:gd name="connsiteY89" fmla="*/ 341005 h 952509"/>
                  <a:gd name="connsiteX90" fmla="*/ 540839 w 555136"/>
                  <a:gd name="connsiteY90" fmla="*/ 384315 h 952509"/>
                  <a:gd name="connsiteX91" fmla="*/ 280845 w 555136"/>
                  <a:gd name="connsiteY91" fmla="*/ 249726 h 952509"/>
                  <a:gd name="connsiteX92" fmla="*/ 274282 w 555136"/>
                  <a:gd name="connsiteY92" fmla="*/ 249726 h 952509"/>
                  <a:gd name="connsiteX93" fmla="*/ 14278 w 555136"/>
                  <a:gd name="connsiteY93" fmla="*/ 384315 h 952509"/>
                  <a:gd name="connsiteX94" fmla="*/ 14278 w 555136"/>
                  <a:gd name="connsiteY94" fmla="*/ 340995 h 952509"/>
                  <a:gd name="connsiteX95" fmla="*/ 277559 w 555136"/>
                  <a:gd name="connsiteY95" fmla="*/ 204721 h 952509"/>
                  <a:gd name="connsiteX96" fmla="*/ 464563 w 555136"/>
                  <a:gd name="connsiteY96" fmla="*/ 616220 h 952509"/>
                  <a:gd name="connsiteX97" fmla="*/ 284702 w 555136"/>
                  <a:gd name="connsiteY97" fmla="*/ 616220 h 952509"/>
                  <a:gd name="connsiteX98" fmla="*/ 284702 w 555136"/>
                  <a:gd name="connsiteY98" fmla="*/ 583597 h 952509"/>
                  <a:gd name="connsiteX99" fmla="*/ 464563 w 555136"/>
                  <a:gd name="connsiteY99" fmla="*/ 583597 h 952509"/>
                  <a:gd name="connsiteX100" fmla="*/ 464563 w 555136"/>
                  <a:gd name="connsiteY100" fmla="*/ 616220 h 952509"/>
                  <a:gd name="connsiteX101" fmla="*/ 270396 w 555136"/>
                  <a:gd name="connsiteY101" fmla="*/ 616220 h 952509"/>
                  <a:gd name="connsiteX102" fmla="*/ 90545 w 555136"/>
                  <a:gd name="connsiteY102" fmla="*/ 616220 h 952509"/>
                  <a:gd name="connsiteX103" fmla="*/ 90545 w 555136"/>
                  <a:gd name="connsiteY103" fmla="*/ 583597 h 952509"/>
                  <a:gd name="connsiteX104" fmla="*/ 270396 w 555136"/>
                  <a:gd name="connsiteY104" fmla="*/ 583597 h 952509"/>
                  <a:gd name="connsiteX105" fmla="*/ 270396 w 555136"/>
                  <a:gd name="connsiteY105" fmla="*/ 616220 h 952509"/>
                  <a:gd name="connsiteX106" fmla="*/ 90545 w 555136"/>
                  <a:gd name="connsiteY106" fmla="*/ 630507 h 952509"/>
                  <a:gd name="connsiteX107" fmla="*/ 270396 w 555136"/>
                  <a:gd name="connsiteY107" fmla="*/ 630507 h 952509"/>
                  <a:gd name="connsiteX108" fmla="*/ 270396 w 555136"/>
                  <a:gd name="connsiteY108" fmla="*/ 663159 h 952509"/>
                  <a:gd name="connsiteX109" fmla="*/ 90545 w 555136"/>
                  <a:gd name="connsiteY109" fmla="*/ 663159 h 952509"/>
                  <a:gd name="connsiteX110" fmla="*/ 90545 w 555136"/>
                  <a:gd name="connsiteY110" fmla="*/ 630507 h 952509"/>
                  <a:gd name="connsiteX111" fmla="*/ 284702 w 555136"/>
                  <a:gd name="connsiteY111" fmla="*/ 630507 h 952509"/>
                  <a:gd name="connsiteX112" fmla="*/ 464563 w 555136"/>
                  <a:gd name="connsiteY112" fmla="*/ 630507 h 952509"/>
                  <a:gd name="connsiteX113" fmla="*/ 464563 w 555136"/>
                  <a:gd name="connsiteY113" fmla="*/ 663159 h 952509"/>
                  <a:gd name="connsiteX114" fmla="*/ 284702 w 555136"/>
                  <a:gd name="connsiteY114" fmla="*/ 663159 h 952509"/>
                  <a:gd name="connsiteX115" fmla="*/ 284702 w 555136"/>
                  <a:gd name="connsiteY115" fmla="*/ 630507 h 952509"/>
                  <a:gd name="connsiteX116" fmla="*/ 464563 w 555136"/>
                  <a:gd name="connsiteY116" fmla="*/ 569309 h 952509"/>
                  <a:gd name="connsiteX117" fmla="*/ 284702 w 555136"/>
                  <a:gd name="connsiteY117" fmla="*/ 569309 h 952509"/>
                  <a:gd name="connsiteX118" fmla="*/ 284702 w 555136"/>
                  <a:gd name="connsiteY118" fmla="*/ 534391 h 952509"/>
                  <a:gd name="connsiteX119" fmla="*/ 306676 w 555136"/>
                  <a:gd name="connsiteY119" fmla="*/ 512416 h 952509"/>
                  <a:gd name="connsiteX120" fmla="*/ 442589 w 555136"/>
                  <a:gd name="connsiteY120" fmla="*/ 512416 h 952509"/>
                  <a:gd name="connsiteX121" fmla="*/ 464572 w 555136"/>
                  <a:gd name="connsiteY121" fmla="*/ 534391 h 952509"/>
                  <a:gd name="connsiteX122" fmla="*/ 464572 w 555136"/>
                  <a:gd name="connsiteY122" fmla="*/ 569309 h 952509"/>
                  <a:gd name="connsiteX123" fmla="*/ 270396 w 555136"/>
                  <a:gd name="connsiteY123" fmla="*/ 569309 h 952509"/>
                  <a:gd name="connsiteX124" fmla="*/ 90545 w 555136"/>
                  <a:gd name="connsiteY124" fmla="*/ 569309 h 952509"/>
                  <a:gd name="connsiteX125" fmla="*/ 90545 w 555136"/>
                  <a:gd name="connsiteY125" fmla="*/ 534391 h 952509"/>
                  <a:gd name="connsiteX126" fmla="*/ 112528 w 555136"/>
                  <a:gd name="connsiteY126" fmla="*/ 512416 h 952509"/>
                  <a:gd name="connsiteX127" fmla="*/ 248431 w 555136"/>
                  <a:gd name="connsiteY127" fmla="*/ 512416 h 952509"/>
                  <a:gd name="connsiteX128" fmla="*/ 270405 w 555136"/>
                  <a:gd name="connsiteY128" fmla="*/ 534391 h 952509"/>
                  <a:gd name="connsiteX129" fmla="*/ 270405 w 555136"/>
                  <a:gd name="connsiteY129" fmla="*/ 569309 h 952509"/>
                  <a:gd name="connsiteX130" fmla="*/ 248422 w 555136"/>
                  <a:gd name="connsiteY130" fmla="*/ 938213 h 952509"/>
                  <a:gd name="connsiteX131" fmla="*/ 112528 w 555136"/>
                  <a:gd name="connsiteY131" fmla="*/ 938213 h 952509"/>
                  <a:gd name="connsiteX132" fmla="*/ 90545 w 555136"/>
                  <a:gd name="connsiteY132" fmla="*/ 916219 h 952509"/>
                  <a:gd name="connsiteX133" fmla="*/ 90545 w 555136"/>
                  <a:gd name="connsiteY133" fmla="*/ 677447 h 952509"/>
                  <a:gd name="connsiteX134" fmla="*/ 270396 w 555136"/>
                  <a:gd name="connsiteY134" fmla="*/ 677447 h 952509"/>
                  <a:gd name="connsiteX135" fmla="*/ 270396 w 555136"/>
                  <a:gd name="connsiteY135" fmla="*/ 916219 h 952509"/>
                  <a:gd name="connsiteX136" fmla="*/ 248422 w 555136"/>
                  <a:gd name="connsiteY136" fmla="*/ 938213 h 952509"/>
                  <a:gd name="connsiteX137" fmla="*/ 464563 w 555136"/>
                  <a:gd name="connsiteY137" fmla="*/ 916219 h 952509"/>
                  <a:gd name="connsiteX138" fmla="*/ 442579 w 555136"/>
                  <a:gd name="connsiteY138" fmla="*/ 938213 h 952509"/>
                  <a:gd name="connsiteX139" fmla="*/ 306676 w 555136"/>
                  <a:gd name="connsiteY139" fmla="*/ 938213 h 952509"/>
                  <a:gd name="connsiteX140" fmla="*/ 284702 w 555136"/>
                  <a:gd name="connsiteY140" fmla="*/ 916219 h 952509"/>
                  <a:gd name="connsiteX141" fmla="*/ 284702 w 555136"/>
                  <a:gd name="connsiteY141" fmla="*/ 677447 h 952509"/>
                  <a:gd name="connsiteX142" fmla="*/ 464563 w 555136"/>
                  <a:gd name="connsiteY142" fmla="*/ 677447 h 952509"/>
                  <a:gd name="connsiteX143" fmla="*/ 464563 w 555136"/>
                  <a:gd name="connsiteY143" fmla="*/ 916219 h 952509"/>
                  <a:gd name="connsiteX144" fmla="*/ 478850 w 555136"/>
                  <a:gd name="connsiteY144" fmla="*/ 755818 h 952509"/>
                  <a:gd name="connsiteX145" fmla="*/ 478850 w 555136"/>
                  <a:gd name="connsiteY145" fmla="*/ 670303 h 952509"/>
                  <a:gd name="connsiteX146" fmla="*/ 478850 w 555136"/>
                  <a:gd name="connsiteY146" fmla="*/ 623364 h 952509"/>
                  <a:gd name="connsiteX147" fmla="*/ 478850 w 555136"/>
                  <a:gd name="connsiteY147" fmla="*/ 576453 h 952509"/>
                  <a:gd name="connsiteX148" fmla="*/ 478850 w 555136"/>
                  <a:gd name="connsiteY148" fmla="*/ 534391 h 952509"/>
                  <a:gd name="connsiteX149" fmla="*/ 442579 w 555136"/>
                  <a:gd name="connsiteY149" fmla="*/ 498129 h 952509"/>
                  <a:gd name="connsiteX150" fmla="*/ 306676 w 555136"/>
                  <a:gd name="connsiteY150" fmla="*/ 498129 h 952509"/>
                  <a:gd name="connsiteX151" fmla="*/ 277549 w 555136"/>
                  <a:gd name="connsiteY151" fmla="*/ 513007 h 952509"/>
                  <a:gd name="connsiteX152" fmla="*/ 248422 w 555136"/>
                  <a:gd name="connsiteY152" fmla="*/ 498129 h 952509"/>
                  <a:gd name="connsiteX153" fmla="*/ 112528 w 555136"/>
                  <a:gd name="connsiteY153" fmla="*/ 498129 h 952509"/>
                  <a:gd name="connsiteX154" fmla="*/ 76257 w 555136"/>
                  <a:gd name="connsiteY154" fmla="*/ 534391 h 952509"/>
                  <a:gd name="connsiteX155" fmla="*/ 76257 w 555136"/>
                  <a:gd name="connsiteY155" fmla="*/ 576453 h 952509"/>
                  <a:gd name="connsiteX156" fmla="*/ 76257 w 555136"/>
                  <a:gd name="connsiteY156" fmla="*/ 623373 h 952509"/>
                  <a:gd name="connsiteX157" fmla="*/ 76257 w 555136"/>
                  <a:gd name="connsiteY157" fmla="*/ 670312 h 952509"/>
                  <a:gd name="connsiteX158" fmla="*/ 76257 w 555136"/>
                  <a:gd name="connsiteY158" fmla="*/ 755828 h 952509"/>
                  <a:gd name="connsiteX159" fmla="*/ 14278 w 555136"/>
                  <a:gd name="connsiteY159" fmla="*/ 755828 h 952509"/>
                  <a:gd name="connsiteX160" fmla="*/ 14278 w 555136"/>
                  <a:gd name="connsiteY160" fmla="*/ 400393 h 952509"/>
                  <a:gd name="connsiteX161" fmla="*/ 277559 w 555136"/>
                  <a:gd name="connsiteY161" fmla="*/ 264119 h 952509"/>
                  <a:gd name="connsiteX162" fmla="*/ 540839 w 555136"/>
                  <a:gd name="connsiteY162" fmla="*/ 400393 h 952509"/>
                  <a:gd name="connsiteX163" fmla="*/ 540839 w 555136"/>
                  <a:gd name="connsiteY163" fmla="*/ 755809 h 952509"/>
                  <a:gd name="connsiteX164" fmla="*/ 478850 w 555136"/>
                  <a:gd name="connsiteY164" fmla="*/ 755809 h 952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</a:cxnLst>
                <a:rect l="l" t="t" r="r" b="b"/>
                <a:pathLst>
                  <a:path w="555136" h="952509">
                    <a:moveTo>
                      <a:pt x="551259" y="330308"/>
                    </a:moveTo>
                    <a:lnTo>
                      <a:pt x="494024" y="300685"/>
                    </a:lnTo>
                    <a:cubicBezTo>
                      <a:pt x="509549" y="286769"/>
                      <a:pt x="518617" y="266995"/>
                      <a:pt x="518617" y="245745"/>
                    </a:cubicBezTo>
                    <a:cubicBezTo>
                      <a:pt x="518617" y="219361"/>
                      <a:pt x="504844" y="195596"/>
                      <a:pt x="482260" y="182299"/>
                    </a:cubicBezTo>
                    <a:cubicBezTo>
                      <a:pt x="486642" y="169116"/>
                      <a:pt x="488852" y="155524"/>
                      <a:pt x="488852" y="141818"/>
                    </a:cubicBezTo>
                    <a:cubicBezTo>
                      <a:pt x="488852" y="70637"/>
                      <a:pt x="430930" y="12725"/>
                      <a:pt x="359740" y="12725"/>
                    </a:cubicBezTo>
                    <a:cubicBezTo>
                      <a:pt x="342462" y="12725"/>
                      <a:pt x="325622" y="16164"/>
                      <a:pt x="309601" y="22965"/>
                    </a:cubicBezTo>
                    <a:cubicBezTo>
                      <a:pt x="297123" y="8487"/>
                      <a:pt x="278911" y="0"/>
                      <a:pt x="259794" y="0"/>
                    </a:cubicBezTo>
                    <a:cubicBezTo>
                      <a:pt x="224857" y="0"/>
                      <a:pt x="196186" y="27337"/>
                      <a:pt x="194053" y="61741"/>
                    </a:cubicBezTo>
                    <a:cubicBezTo>
                      <a:pt x="139579" y="65370"/>
                      <a:pt x="96374" y="110833"/>
                      <a:pt x="96374" y="166211"/>
                    </a:cubicBezTo>
                    <a:cubicBezTo>
                      <a:pt x="96374" y="168526"/>
                      <a:pt x="96469" y="170888"/>
                      <a:pt x="96669" y="173412"/>
                    </a:cubicBezTo>
                    <a:cubicBezTo>
                      <a:pt x="61903" y="179899"/>
                      <a:pt x="36500" y="209826"/>
                      <a:pt x="36500" y="245745"/>
                    </a:cubicBezTo>
                    <a:cubicBezTo>
                      <a:pt x="36500" y="266900"/>
                      <a:pt x="45558" y="286779"/>
                      <a:pt x="61055" y="300704"/>
                    </a:cubicBezTo>
                    <a:lnTo>
                      <a:pt x="3858" y="330317"/>
                    </a:lnTo>
                    <a:cubicBezTo>
                      <a:pt x="1486" y="331546"/>
                      <a:pt x="0" y="333994"/>
                      <a:pt x="0" y="336661"/>
                    </a:cubicBezTo>
                    <a:lnTo>
                      <a:pt x="0" y="762962"/>
                    </a:lnTo>
                    <a:cubicBezTo>
                      <a:pt x="0" y="766905"/>
                      <a:pt x="3200" y="770106"/>
                      <a:pt x="7144" y="770106"/>
                    </a:cubicBezTo>
                    <a:lnTo>
                      <a:pt x="76267" y="770106"/>
                    </a:lnTo>
                    <a:lnTo>
                      <a:pt x="76267" y="916229"/>
                    </a:lnTo>
                    <a:cubicBezTo>
                      <a:pt x="76267" y="936231"/>
                      <a:pt x="92535" y="952510"/>
                      <a:pt x="112538" y="952510"/>
                    </a:cubicBezTo>
                    <a:lnTo>
                      <a:pt x="248441" y="952510"/>
                    </a:lnTo>
                    <a:cubicBezTo>
                      <a:pt x="260414" y="952510"/>
                      <a:pt x="270958" y="946604"/>
                      <a:pt x="277568" y="937622"/>
                    </a:cubicBezTo>
                    <a:cubicBezTo>
                      <a:pt x="284159" y="946595"/>
                      <a:pt x="294704" y="952500"/>
                      <a:pt x="306676" y="952500"/>
                    </a:cubicBezTo>
                    <a:lnTo>
                      <a:pt x="442589" y="952500"/>
                    </a:lnTo>
                    <a:cubicBezTo>
                      <a:pt x="462591" y="952500"/>
                      <a:pt x="478860" y="936222"/>
                      <a:pt x="478860" y="916219"/>
                    </a:cubicBezTo>
                    <a:lnTo>
                      <a:pt x="478860" y="770106"/>
                    </a:lnTo>
                    <a:lnTo>
                      <a:pt x="547992" y="770106"/>
                    </a:lnTo>
                    <a:cubicBezTo>
                      <a:pt x="551936" y="770106"/>
                      <a:pt x="555136" y="766905"/>
                      <a:pt x="555136" y="762962"/>
                    </a:cubicBezTo>
                    <a:lnTo>
                      <a:pt x="555136" y="336652"/>
                    </a:lnTo>
                    <a:cubicBezTo>
                      <a:pt x="555127" y="333985"/>
                      <a:pt x="553631" y="331537"/>
                      <a:pt x="551259" y="330308"/>
                    </a:cubicBezTo>
                    <a:close/>
                    <a:moveTo>
                      <a:pt x="50787" y="245745"/>
                    </a:moveTo>
                    <a:cubicBezTo>
                      <a:pt x="50787" y="214827"/>
                      <a:pt x="74162" y="189424"/>
                      <a:pt x="105156" y="186652"/>
                    </a:cubicBezTo>
                    <a:cubicBezTo>
                      <a:pt x="107099" y="186471"/>
                      <a:pt x="108890" y="185518"/>
                      <a:pt x="110109" y="183985"/>
                    </a:cubicBezTo>
                    <a:cubicBezTo>
                      <a:pt x="111328" y="182461"/>
                      <a:pt x="111871" y="180499"/>
                      <a:pt x="111604" y="178575"/>
                    </a:cubicBezTo>
                    <a:cubicBezTo>
                      <a:pt x="110957" y="173822"/>
                      <a:pt x="110652" y="169897"/>
                      <a:pt x="110652" y="166211"/>
                    </a:cubicBezTo>
                    <a:cubicBezTo>
                      <a:pt x="110652" y="116357"/>
                      <a:pt x="151200" y="75809"/>
                      <a:pt x="201330" y="75809"/>
                    </a:cubicBezTo>
                    <a:cubicBezTo>
                      <a:pt x="201330" y="75809"/>
                      <a:pt x="201339" y="75809"/>
                      <a:pt x="201349" y="75809"/>
                    </a:cubicBezTo>
                    <a:cubicBezTo>
                      <a:pt x="203292" y="75809"/>
                      <a:pt x="205149" y="75019"/>
                      <a:pt x="206502" y="73619"/>
                    </a:cubicBezTo>
                    <a:cubicBezTo>
                      <a:pt x="207855" y="72219"/>
                      <a:pt x="208569" y="70323"/>
                      <a:pt x="208493" y="68390"/>
                    </a:cubicBezTo>
                    <a:cubicBezTo>
                      <a:pt x="208464" y="67713"/>
                      <a:pt x="208378" y="67046"/>
                      <a:pt x="208217" y="65875"/>
                    </a:cubicBezTo>
                    <a:cubicBezTo>
                      <a:pt x="208217" y="37433"/>
                      <a:pt x="231362" y="14288"/>
                      <a:pt x="259804" y="14288"/>
                    </a:cubicBezTo>
                    <a:cubicBezTo>
                      <a:pt x="276292" y="14288"/>
                      <a:pt x="291932" y="22384"/>
                      <a:pt x="301657" y="35928"/>
                    </a:cubicBezTo>
                    <a:cubicBezTo>
                      <a:pt x="303676" y="38748"/>
                      <a:pt x="307419" y="39700"/>
                      <a:pt x="310534" y="38214"/>
                    </a:cubicBezTo>
                    <a:cubicBezTo>
                      <a:pt x="326174" y="30775"/>
                      <a:pt x="342729" y="27003"/>
                      <a:pt x="359759" y="27003"/>
                    </a:cubicBezTo>
                    <a:cubicBezTo>
                      <a:pt x="423072" y="27003"/>
                      <a:pt x="474583" y="78505"/>
                      <a:pt x="474583" y="141808"/>
                    </a:cubicBezTo>
                    <a:cubicBezTo>
                      <a:pt x="474583" y="155829"/>
                      <a:pt x="471973" y="169726"/>
                      <a:pt x="466801" y="183109"/>
                    </a:cubicBezTo>
                    <a:cubicBezTo>
                      <a:pt x="465458" y="186585"/>
                      <a:pt x="467011" y="190500"/>
                      <a:pt x="470373" y="192119"/>
                    </a:cubicBezTo>
                    <a:cubicBezTo>
                      <a:pt x="491328" y="202197"/>
                      <a:pt x="504349" y="222742"/>
                      <a:pt x="504349" y="245735"/>
                    </a:cubicBezTo>
                    <a:cubicBezTo>
                      <a:pt x="504349" y="264747"/>
                      <a:pt x="495357" y="282264"/>
                      <a:pt x="480231" y="293522"/>
                    </a:cubicBezTo>
                    <a:lnTo>
                      <a:pt x="461715" y="283940"/>
                    </a:lnTo>
                    <a:cubicBezTo>
                      <a:pt x="462144" y="281083"/>
                      <a:pt x="462429" y="278197"/>
                      <a:pt x="462429" y="275301"/>
                    </a:cubicBezTo>
                    <a:cubicBezTo>
                      <a:pt x="462429" y="255108"/>
                      <a:pt x="452123" y="236868"/>
                      <a:pt x="435150" y="226333"/>
                    </a:cubicBezTo>
                    <a:cubicBezTo>
                      <a:pt x="438245" y="216579"/>
                      <a:pt x="439807" y="206512"/>
                      <a:pt x="439807" y="196339"/>
                    </a:cubicBezTo>
                    <a:cubicBezTo>
                      <a:pt x="439807" y="141313"/>
                      <a:pt x="395040" y="96545"/>
                      <a:pt x="340004" y="96545"/>
                    </a:cubicBezTo>
                    <a:cubicBezTo>
                      <a:pt x="327060" y="96545"/>
                      <a:pt x="314430" y="99050"/>
                      <a:pt x="302400" y="103984"/>
                    </a:cubicBezTo>
                    <a:cubicBezTo>
                      <a:pt x="292627" y="93183"/>
                      <a:pt x="278692" y="86878"/>
                      <a:pt x="264090" y="86878"/>
                    </a:cubicBezTo>
                    <a:cubicBezTo>
                      <a:pt x="237144" y="86878"/>
                      <a:pt x="214941" y="107566"/>
                      <a:pt x="212541" y="133902"/>
                    </a:cubicBezTo>
                    <a:cubicBezTo>
                      <a:pt x="170964" y="137427"/>
                      <a:pt x="138208" y="172403"/>
                      <a:pt x="138208" y="214874"/>
                    </a:cubicBezTo>
                    <a:cubicBezTo>
                      <a:pt x="138208" y="216198"/>
                      <a:pt x="138246" y="217551"/>
                      <a:pt x="138332" y="218961"/>
                    </a:cubicBezTo>
                    <a:cubicBezTo>
                      <a:pt x="111881" y="224609"/>
                      <a:pt x="92716" y="247698"/>
                      <a:pt x="92716" y="275311"/>
                    </a:cubicBezTo>
                    <a:cubicBezTo>
                      <a:pt x="92716" y="278206"/>
                      <a:pt x="93002" y="281083"/>
                      <a:pt x="93440" y="283950"/>
                    </a:cubicBezTo>
                    <a:lnTo>
                      <a:pt x="74924" y="293532"/>
                    </a:lnTo>
                    <a:cubicBezTo>
                      <a:pt x="59807" y="282283"/>
                      <a:pt x="50787" y="264671"/>
                      <a:pt x="50787" y="245745"/>
                    </a:cubicBezTo>
                    <a:close/>
                    <a:moveTo>
                      <a:pt x="107090" y="276873"/>
                    </a:moveTo>
                    <a:cubicBezTo>
                      <a:pt x="107071" y="276349"/>
                      <a:pt x="106994" y="275834"/>
                      <a:pt x="106994" y="275311"/>
                    </a:cubicBezTo>
                    <a:cubicBezTo>
                      <a:pt x="106994" y="252717"/>
                      <a:pt x="124082" y="234153"/>
                      <a:pt x="146733" y="232124"/>
                    </a:cubicBezTo>
                    <a:cubicBezTo>
                      <a:pt x="148676" y="231953"/>
                      <a:pt x="150466" y="230991"/>
                      <a:pt x="151676" y="229467"/>
                    </a:cubicBezTo>
                    <a:cubicBezTo>
                      <a:pt x="152895" y="227943"/>
                      <a:pt x="153438" y="225990"/>
                      <a:pt x="153172" y="224057"/>
                    </a:cubicBezTo>
                    <a:cubicBezTo>
                      <a:pt x="152695" y="220513"/>
                      <a:pt x="152476" y="217599"/>
                      <a:pt x="152476" y="214884"/>
                    </a:cubicBezTo>
                    <a:cubicBezTo>
                      <a:pt x="152476" y="177965"/>
                      <a:pt x="182499" y="147923"/>
                      <a:pt x="219637" y="147923"/>
                    </a:cubicBezTo>
                    <a:cubicBezTo>
                      <a:pt x="219647" y="147923"/>
                      <a:pt x="219656" y="147923"/>
                      <a:pt x="219666" y="147923"/>
                    </a:cubicBezTo>
                    <a:cubicBezTo>
                      <a:pt x="221628" y="147923"/>
                      <a:pt x="223495" y="147123"/>
                      <a:pt x="224847" y="145704"/>
                    </a:cubicBezTo>
                    <a:cubicBezTo>
                      <a:pt x="226200" y="144285"/>
                      <a:pt x="226905" y="142370"/>
                      <a:pt x="226800" y="140418"/>
                    </a:cubicBezTo>
                    <a:cubicBezTo>
                      <a:pt x="226790" y="140208"/>
                      <a:pt x="226619" y="138875"/>
                      <a:pt x="226600" y="138665"/>
                    </a:cubicBezTo>
                    <a:cubicBezTo>
                      <a:pt x="226600" y="118005"/>
                      <a:pt x="243411" y="101184"/>
                      <a:pt x="264081" y="101184"/>
                    </a:cubicBezTo>
                    <a:cubicBezTo>
                      <a:pt x="276044" y="101184"/>
                      <a:pt x="287407" y="107061"/>
                      <a:pt x="294475" y="116910"/>
                    </a:cubicBezTo>
                    <a:cubicBezTo>
                      <a:pt x="296494" y="119729"/>
                      <a:pt x="300238" y="120682"/>
                      <a:pt x="303352" y="119196"/>
                    </a:cubicBezTo>
                    <a:cubicBezTo>
                      <a:pt x="315001" y="113652"/>
                      <a:pt x="327336" y="110852"/>
                      <a:pt x="340004" y="110852"/>
                    </a:cubicBezTo>
                    <a:cubicBezTo>
                      <a:pt x="387153" y="110852"/>
                      <a:pt x="425520" y="149209"/>
                      <a:pt x="425520" y="196358"/>
                    </a:cubicBezTo>
                    <a:cubicBezTo>
                      <a:pt x="425520" y="206845"/>
                      <a:pt x="423577" y="217189"/>
                      <a:pt x="419748" y="227114"/>
                    </a:cubicBezTo>
                    <a:cubicBezTo>
                      <a:pt x="418376" y="230581"/>
                      <a:pt x="419929" y="234506"/>
                      <a:pt x="423291" y="236125"/>
                    </a:cubicBezTo>
                    <a:cubicBezTo>
                      <a:pt x="438607" y="243497"/>
                      <a:pt x="448123" y="258518"/>
                      <a:pt x="448123" y="275311"/>
                    </a:cubicBezTo>
                    <a:cubicBezTo>
                      <a:pt x="448123" y="275834"/>
                      <a:pt x="448037" y="276349"/>
                      <a:pt x="448018" y="276873"/>
                    </a:cubicBezTo>
                    <a:lnTo>
                      <a:pt x="280845" y="190329"/>
                    </a:lnTo>
                    <a:cubicBezTo>
                      <a:pt x="278787" y="189262"/>
                      <a:pt x="276330" y="189262"/>
                      <a:pt x="274282" y="190329"/>
                    </a:cubicBezTo>
                    <a:lnTo>
                      <a:pt x="107090" y="276873"/>
                    </a:lnTo>
                    <a:close/>
                    <a:moveTo>
                      <a:pt x="277559" y="204721"/>
                    </a:moveTo>
                    <a:lnTo>
                      <a:pt x="477383" y="308153"/>
                    </a:lnTo>
                    <a:cubicBezTo>
                      <a:pt x="477460" y="308191"/>
                      <a:pt x="477536" y="308229"/>
                      <a:pt x="477603" y="308267"/>
                    </a:cubicBezTo>
                    <a:lnTo>
                      <a:pt x="540839" y="341005"/>
                    </a:lnTo>
                    <a:lnTo>
                      <a:pt x="540839" y="384315"/>
                    </a:lnTo>
                    <a:lnTo>
                      <a:pt x="280845" y="249726"/>
                    </a:lnTo>
                    <a:cubicBezTo>
                      <a:pt x="278787" y="248660"/>
                      <a:pt x="276330" y="248660"/>
                      <a:pt x="274282" y="249726"/>
                    </a:cubicBezTo>
                    <a:lnTo>
                      <a:pt x="14278" y="384315"/>
                    </a:lnTo>
                    <a:lnTo>
                      <a:pt x="14278" y="340995"/>
                    </a:lnTo>
                    <a:lnTo>
                      <a:pt x="277559" y="204721"/>
                    </a:lnTo>
                    <a:close/>
                    <a:moveTo>
                      <a:pt x="464563" y="616220"/>
                    </a:moveTo>
                    <a:lnTo>
                      <a:pt x="284702" y="616220"/>
                    </a:lnTo>
                    <a:lnTo>
                      <a:pt x="284702" y="583597"/>
                    </a:lnTo>
                    <a:lnTo>
                      <a:pt x="464563" y="583597"/>
                    </a:lnTo>
                    <a:lnTo>
                      <a:pt x="464563" y="616220"/>
                    </a:lnTo>
                    <a:close/>
                    <a:moveTo>
                      <a:pt x="270396" y="616220"/>
                    </a:moveTo>
                    <a:lnTo>
                      <a:pt x="90545" y="616220"/>
                    </a:lnTo>
                    <a:lnTo>
                      <a:pt x="90545" y="583597"/>
                    </a:lnTo>
                    <a:lnTo>
                      <a:pt x="270396" y="583597"/>
                    </a:lnTo>
                    <a:lnTo>
                      <a:pt x="270396" y="616220"/>
                    </a:lnTo>
                    <a:close/>
                    <a:moveTo>
                      <a:pt x="90545" y="630507"/>
                    </a:moveTo>
                    <a:lnTo>
                      <a:pt x="270396" y="630507"/>
                    </a:lnTo>
                    <a:lnTo>
                      <a:pt x="270396" y="663159"/>
                    </a:lnTo>
                    <a:lnTo>
                      <a:pt x="90545" y="663159"/>
                    </a:lnTo>
                    <a:lnTo>
                      <a:pt x="90545" y="630507"/>
                    </a:lnTo>
                    <a:close/>
                    <a:moveTo>
                      <a:pt x="284702" y="630507"/>
                    </a:moveTo>
                    <a:lnTo>
                      <a:pt x="464563" y="630507"/>
                    </a:lnTo>
                    <a:lnTo>
                      <a:pt x="464563" y="663159"/>
                    </a:lnTo>
                    <a:lnTo>
                      <a:pt x="284702" y="663159"/>
                    </a:lnTo>
                    <a:lnTo>
                      <a:pt x="284702" y="630507"/>
                    </a:lnTo>
                    <a:close/>
                    <a:moveTo>
                      <a:pt x="464563" y="569309"/>
                    </a:moveTo>
                    <a:lnTo>
                      <a:pt x="284702" y="569309"/>
                    </a:lnTo>
                    <a:lnTo>
                      <a:pt x="284702" y="534391"/>
                    </a:lnTo>
                    <a:cubicBezTo>
                      <a:pt x="284702" y="522284"/>
                      <a:pt x="294561" y="512416"/>
                      <a:pt x="306676" y="512416"/>
                    </a:cubicBezTo>
                    <a:lnTo>
                      <a:pt x="442589" y="512416"/>
                    </a:lnTo>
                    <a:cubicBezTo>
                      <a:pt x="454704" y="512416"/>
                      <a:pt x="464572" y="522275"/>
                      <a:pt x="464572" y="534391"/>
                    </a:cubicBezTo>
                    <a:lnTo>
                      <a:pt x="464572" y="569309"/>
                    </a:lnTo>
                    <a:close/>
                    <a:moveTo>
                      <a:pt x="270396" y="569309"/>
                    </a:moveTo>
                    <a:lnTo>
                      <a:pt x="90545" y="569309"/>
                    </a:lnTo>
                    <a:lnTo>
                      <a:pt x="90545" y="534391"/>
                    </a:lnTo>
                    <a:cubicBezTo>
                      <a:pt x="90545" y="522284"/>
                      <a:pt x="100403" y="512416"/>
                      <a:pt x="112528" y="512416"/>
                    </a:cubicBezTo>
                    <a:lnTo>
                      <a:pt x="248431" y="512416"/>
                    </a:lnTo>
                    <a:cubicBezTo>
                      <a:pt x="260547" y="512416"/>
                      <a:pt x="270405" y="522275"/>
                      <a:pt x="270405" y="534391"/>
                    </a:cubicBezTo>
                    <a:lnTo>
                      <a:pt x="270405" y="569309"/>
                    </a:lnTo>
                    <a:close/>
                    <a:moveTo>
                      <a:pt x="248422" y="938213"/>
                    </a:moveTo>
                    <a:lnTo>
                      <a:pt x="112528" y="938213"/>
                    </a:lnTo>
                    <a:cubicBezTo>
                      <a:pt x="100413" y="938213"/>
                      <a:pt x="90545" y="928354"/>
                      <a:pt x="90545" y="916219"/>
                    </a:cubicBezTo>
                    <a:lnTo>
                      <a:pt x="90545" y="677447"/>
                    </a:lnTo>
                    <a:lnTo>
                      <a:pt x="270396" y="677447"/>
                    </a:lnTo>
                    <a:lnTo>
                      <a:pt x="270396" y="916219"/>
                    </a:lnTo>
                    <a:cubicBezTo>
                      <a:pt x="270396" y="928354"/>
                      <a:pt x="260537" y="938213"/>
                      <a:pt x="248422" y="938213"/>
                    </a:cubicBezTo>
                    <a:close/>
                    <a:moveTo>
                      <a:pt x="464563" y="916219"/>
                    </a:moveTo>
                    <a:cubicBezTo>
                      <a:pt x="464563" y="928345"/>
                      <a:pt x="454704" y="938213"/>
                      <a:pt x="442579" y="938213"/>
                    </a:cubicBezTo>
                    <a:lnTo>
                      <a:pt x="306676" y="938213"/>
                    </a:lnTo>
                    <a:cubicBezTo>
                      <a:pt x="294570" y="938213"/>
                      <a:pt x="284702" y="928354"/>
                      <a:pt x="284702" y="916219"/>
                    </a:cubicBezTo>
                    <a:lnTo>
                      <a:pt x="284702" y="677447"/>
                    </a:lnTo>
                    <a:lnTo>
                      <a:pt x="464563" y="677447"/>
                    </a:lnTo>
                    <a:lnTo>
                      <a:pt x="464563" y="916219"/>
                    </a:lnTo>
                    <a:close/>
                    <a:moveTo>
                      <a:pt x="478850" y="755818"/>
                    </a:moveTo>
                    <a:lnTo>
                      <a:pt x="478850" y="670303"/>
                    </a:lnTo>
                    <a:lnTo>
                      <a:pt x="478850" y="623364"/>
                    </a:lnTo>
                    <a:lnTo>
                      <a:pt x="478850" y="576453"/>
                    </a:lnTo>
                    <a:lnTo>
                      <a:pt x="478850" y="534391"/>
                    </a:lnTo>
                    <a:cubicBezTo>
                      <a:pt x="478850" y="514398"/>
                      <a:pt x="462582" y="498129"/>
                      <a:pt x="442579" y="498129"/>
                    </a:cubicBezTo>
                    <a:lnTo>
                      <a:pt x="306676" y="498129"/>
                    </a:lnTo>
                    <a:cubicBezTo>
                      <a:pt x="294704" y="498129"/>
                      <a:pt x="284169" y="504025"/>
                      <a:pt x="277549" y="513007"/>
                    </a:cubicBezTo>
                    <a:cubicBezTo>
                      <a:pt x="270948" y="504034"/>
                      <a:pt x="260394" y="498129"/>
                      <a:pt x="248422" y="498129"/>
                    </a:cubicBezTo>
                    <a:lnTo>
                      <a:pt x="112528" y="498129"/>
                    </a:lnTo>
                    <a:cubicBezTo>
                      <a:pt x="92526" y="498129"/>
                      <a:pt x="76257" y="514398"/>
                      <a:pt x="76257" y="534391"/>
                    </a:cubicBezTo>
                    <a:lnTo>
                      <a:pt x="76257" y="576453"/>
                    </a:lnTo>
                    <a:lnTo>
                      <a:pt x="76257" y="623373"/>
                    </a:lnTo>
                    <a:lnTo>
                      <a:pt x="76257" y="670312"/>
                    </a:lnTo>
                    <a:lnTo>
                      <a:pt x="76257" y="755828"/>
                    </a:lnTo>
                    <a:lnTo>
                      <a:pt x="14278" y="755828"/>
                    </a:lnTo>
                    <a:lnTo>
                      <a:pt x="14278" y="400393"/>
                    </a:lnTo>
                    <a:lnTo>
                      <a:pt x="277559" y="264119"/>
                    </a:lnTo>
                    <a:lnTo>
                      <a:pt x="540839" y="400393"/>
                    </a:lnTo>
                    <a:lnTo>
                      <a:pt x="540839" y="755809"/>
                    </a:lnTo>
                    <a:lnTo>
                      <a:pt x="478850" y="75580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15">
                <a:extLst>
                  <a:ext uri="{FF2B5EF4-FFF2-40B4-BE49-F238E27FC236}">
                    <a16:creationId xmlns:a16="http://schemas.microsoft.com/office/drawing/2014/main" id="{313AFC98-96A9-6545-0F52-E558E85D26F6}"/>
                  </a:ext>
                </a:extLst>
              </p:cNvPr>
              <p:cNvSpPr/>
              <p:nvPr/>
            </p:nvSpPr>
            <p:spPr>
              <a:xfrm>
                <a:off x="-1506230" y="3515267"/>
                <a:ext cx="74152" cy="74171"/>
              </a:xfrm>
              <a:custGeom>
                <a:avLst/>
                <a:gdLst>
                  <a:gd name="connsiteX0" fmla="*/ 37071 w 74152"/>
                  <a:gd name="connsiteY0" fmla="*/ 0 h 74171"/>
                  <a:gd name="connsiteX1" fmla="*/ 0 w 74152"/>
                  <a:gd name="connsiteY1" fmla="*/ 37081 h 74171"/>
                  <a:gd name="connsiteX2" fmla="*/ 37071 w 74152"/>
                  <a:gd name="connsiteY2" fmla="*/ 74171 h 74171"/>
                  <a:gd name="connsiteX3" fmla="*/ 74152 w 74152"/>
                  <a:gd name="connsiteY3" fmla="*/ 37081 h 74171"/>
                  <a:gd name="connsiteX4" fmla="*/ 37071 w 74152"/>
                  <a:gd name="connsiteY4" fmla="*/ 0 h 74171"/>
                  <a:gd name="connsiteX5" fmla="*/ 37071 w 74152"/>
                  <a:gd name="connsiteY5" fmla="*/ 59874 h 74171"/>
                  <a:gd name="connsiteX6" fmla="*/ 14288 w 74152"/>
                  <a:gd name="connsiteY6" fmla="*/ 37071 h 74171"/>
                  <a:gd name="connsiteX7" fmla="*/ 37071 w 74152"/>
                  <a:gd name="connsiteY7" fmla="*/ 14278 h 74171"/>
                  <a:gd name="connsiteX8" fmla="*/ 59865 w 74152"/>
                  <a:gd name="connsiteY8" fmla="*/ 37071 h 74171"/>
                  <a:gd name="connsiteX9" fmla="*/ 37071 w 74152"/>
                  <a:gd name="connsiteY9" fmla="*/ 59874 h 74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4152" h="74171">
                    <a:moveTo>
                      <a:pt x="37071" y="0"/>
                    </a:moveTo>
                    <a:cubicBezTo>
                      <a:pt x="16631" y="0"/>
                      <a:pt x="0" y="16631"/>
                      <a:pt x="0" y="37081"/>
                    </a:cubicBezTo>
                    <a:cubicBezTo>
                      <a:pt x="0" y="57531"/>
                      <a:pt x="16631" y="74171"/>
                      <a:pt x="37071" y="74171"/>
                    </a:cubicBezTo>
                    <a:cubicBezTo>
                      <a:pt x="57512" y="74171"/>
                      <a:pt x="74152" y="57531"/>
                      <a:pt x="74152" y="37081"/>
                    </a:cubicBezTo>
                    <a:cubicBezTo>
                      <a:pt x="74152" y="16631"/>
                      <a:pt x="57512" y="0"/>
                      <a:pt x="37071" y="0"/>
                    </a:cubicBezTo>
                    <a:close/>
                    <a:moveTo>
                      <a:pt x="37071" y="59874"/>
                    </a:moveTo>
                    <a:cubicBezTo>
                      <a:pt x="24508" y="59874"/>
                      <a:pt x="14288" y="49644"/>
                      <a:pt x="14288" y="37071"/>
                    </a:cubicBezTo>
                    <a:cubicBezTo>
                      <a:pt x="14288" y="24498"/>
                      <a:pt x="24508" y="14278"/>
                      <a:pt x="37071" y="14278"/>
                    </a:cubicBezTo>
                    <a:cubicBezTo>
                      <a:pt x="49635" y="14278"/>
                      <a:pt x="59865" y="24498"/>
                      <a:pt x="59865" y="37071"/>
                    </a:cubicBezTo>
                    <a:cubicBezTo>
                      <a:pt x="59865" y="49644"/>
                      <a:pt x="49635" y="59874"/>
                      <a:pt x="37071" y="59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Freeform: Shape 216">
                <a:extLst>
                  <a:ext uri="{FF2B5EF4-FFF2-40B4-BE49-F238E27FC236}">
                    <a16:creationId xmlns:a16="http://schemas.microsoft.com/office/drawing/2014/main" id="{5EDE92CB-8D9D-F0FF-FEB7-3152D353FCD4}"/>
                  </a:ext>
                </a:extLst>
              </p:cNvPr>
              <p:cNvSpPr/>
              <p:nvPr/>
            </p:nvSpPr>
            <p:spPr>
              <a:xfrm>
                <a:off x="-1415638" y="3515267"/>
                <a:ext cx="57997" cy="14287"/>
              </a:xfrm>
              <a:custGeom>
                <a:avLst/>
                <a:gdLst>
                  <a:gd name="connsiteX0" fmla="*/ 50854 w 57997"/>
                  <a:gd name="connsiteY0" fmla="*/ 0 h 14287"/>
                  <a:gd name="connsiteX1" fmla="*/ 7144 w 57997"/>
                  <a:gd name="connsiteY1" fmla="*/ 0 h 14287"/>
                  <a:gd name="connsiteX2" fmla="*/ 0 w 57997"/>
                  <a:gd name="connsiteY2" fmla="*/ 7144 h 14287"/>
                  <a:gd name="connsiteX3" fmla="*/ 7144 w 57997"/>
                  <a:gd name="connsiteY3" fmla="*/ 14288 h 14287"/>
                  <a:gd name="connsiteX4" fmla="*/ 50854 w 57997"/>
                  <a:gd name="connsiteY4" fmla="*/ 14288 h 14287"/>
                  <a:gd name="connsiteX5" fmla="*/ 57998 w 57997"/>
                  <a:gd name="connsiteY5" fmla="*/ 7144 h 14287"/>
                  <a:gd name="connsiteX6" fmla="*/ 50854 w 57997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97" h="14287">
                    <a:moveTo>
                      <a:pt x="50854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50854" y="14288"/>
                    </a:lnTo>
                    <a:cubicBezTo>
                      <a:pt x="54797" y="14288"/>
                      <a:pt x="57998" y="11087"/>
                      <a:pt x="57998" y="7144"/>
                    </a:cubicBezTo>
                    <a:cubicBezTo>
                      <a:pt x="57998" y="3200"/>
                      <a:pt x="54797" y="0"/>
                      <a:pt x="5085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17">
                <a:extLst>
                  <a:ext uri="{FF2B5EF4-FFF2-40B4-BE49-F238E27FC236}">
                    <a16:creationId xmlns:a16="http://schemas.microsoft.com/office/drawing/2014/main" id="{8C359F89-EEF2-E373-DB91-D32E8C786810}"/>
                  </a:ext>
                </a:extLst>
              </p:cNvPr>
              <p:cNvSpPr/>
              <p:nvPr/>
            </p:nvSpPr>
            <p:spPr>
              <a:xfrm>
                <a:off x="-1393778" y="3545204"/>
                <a:ext cx="36137" cy="14287"/>
              </a:xfrm>
              <a:custGeom>
                <a:avLst/>
                <a:gdLst>
                  <a:gd name="connsiteX0" fmla="*/ 28994 w 36137"/>
                  <a:gd name="connsiteY0" fmla="*/ 0 h 14287"/>
                  <a:gd name="connsiteX1" fmla="*/ 7144 w 36137"/>
                  <a:gd name="connsiteY1" fmla="*/ 0 h 14287"/>
                  <a:gd name="connsiteX2" fmla="*/ 0 w 36137"/>
                  <a:gd name="connsiteY2" fmla="*/ 7144 h 14287"/>
                  <a:gd name="connsiteX3" fmla="*/ 7144 w 36137"/>
                  <a:gd name="connsiteY3" fmla="*/ 14288 h 14287"/>
                  <a:gd name="connsiteX4" fmla="*/ 28994 w 36137"/>
                  <a:gd name="connsiteY4" fmla="*/ 14288 h 14287"/>
                  <a:gd name="connsiteX5" fmla="*/ 36138 w 36137"/>
                  <a:gd name="connsiteY5" fmla="*/ 7144 h 14287"/>
                  <a:gd name="connsiteX6" fmla="*/ 28994 w 36137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137" h="14287">
                    <a:moveTo>
                      <a:pt x="28994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28994" y="14288"/>
                    </a:lnTo>
                    <a:cubicBezTo>
                      <a:pt x="32937" y="14288"/>
                      <a:pt x="36138" y="11087"/>
                      <a:pt x="36138" y="7144"/>
                    </a:cubicBezTo>
                    <a:cubicBezTo>
                      <a:pt x="36138" y="3200"/>
                      <a:pt x="32937" y="0"/>
                      <a:pt x="289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" name="Freeform: Shape 218">
                <a:extLst>
                  <a:ext uri="{FF2B5EF4-FFF2-40B4-BE49-F238E27FC236}">
                    <a16:creationId xmlns:a16="http://schemas.microsoft.com/office/drawing/2014/main" id="{4B1220DE-13DA-D0C1-EDD8-8CE189D32E9A}"/>
                  </a:ext>
                </a:extLst>
              </p:cNvPr>
              <p:cNvSpPr/>
              <p:nvPr/>
            </p:nvSpPr>
            <p:spPr>
              <a:xfrm>
                <a:off x="-1312082" y="3515267"/>
                <a:ext cx="74161" cy="74171"/>
              </a:xfrm>
              <a:custGeom>
                <a:avLst/>
                <a:gdLst>
                  <a:gd name="connsiteX0" fmla="*/ 37071 w 74161"/>
                  <a:gd name="connsiteY0" fmla="*/ 0 h 74171"/>
                  <a:gd name="connsiteX1" fmla="*/ 0 w 74161"/>
                  <a:gd name="connsiteY1" fmla="*/ 37081 h 74171"/>
                  <a:gd name="connsiteX2" fmla="*/ 37071 w 74161"/>
                  <a:gd name="connsiteY2" fmla="*/ 74171 h 74171"/>
                  <a:gd name="connsiteX3" fmla="*/ 74162 w 74161"/>
                  <a:gd name="connsiteY3" fmla="*/ 37081 h 74171"/>
                  <a:gd name="connsiteX4" fmla="*/ 37071 w 74161"/>
                  <a:gd name="connsiteY4" fmla="*/ 0 h 74171"/>
                  <a:gd name="connsiteX5" fmla="*/ 37071 w 74161"/>
                  <a:gd name="connsiteY5" fmla="*/ 59874 h 74171"/>
                  <a:gd name="connsiteX6" fmla="*/ 14288 w 74161"/>
                  <a:gd name="connsiteY6" fmla="*/ 37071 h 74171"/>
                  <a:gd name="connsiteX7" fmla="*/ 37071 w 74161"/>
                  <a:gd name="connsiteY7" fmla="*/ 14278 h 74171"/>
                  <a:gd name="connsiteX8" fmla="*/ 59874 w 74161"/>
                  <a:gd name="connsiteY8" fmla="*/ 37071 h 74171"/>
                  <a:gd name="connsiteX9" fmla="*/ 37071 w 74161"/>
                  <a:gd name="connsiteY9" fmla="*/ 59874 h 74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4161" h="74171">
                    <a:moveTo>
                      <a:pt x="37071" y="0"/>
                    </a:moveTo>
                    <a:cubicBezTo>
                      <a:pt x="16631" y="0"/>
                      <a:pt x="0" y="16631"/>
                      <a:pt x="0" y="37081"/>
                    </a:cubicBezTo>
                    <a:cubicBezTo>
                      <a:pt x="0" y="57531"/>
                      <a:pt x="16631" y="74171"/>
                      <a:pt x="37071" y="74171"/>
                    </a:cubicBezTo>
                    <a:cubicBezTo>
                      <a:pt x="57512" y="74171"/>
                      <a:pt x="74162" y="57531"/>
                      <a:pt x="74162" y="37081"/>
                    </a:cubicBezTo>
                    <a:cubicBezTo>
                      <a:pt x="74162" y="16631"/>
                      <a:pt x="57521" y="0"/>
                      <a:pt x="37071" y="0"/>
                    </a:cubicBezTo>
                    <a:close/>
                    <a:moveTo>
                      <a:pt x="37071" y="59874"/>
                    </a:moveTo>
                    <a:cubicBezTo>
                      <a:pt x="24517" y="59874"/>
                      <a:pt x="14288" y="49644"/>
                      <a:pt x="14288" y="37071"/>
                    </a:cubicBezTo>
                    <a:cubicBezTo>
                      <a:pt x="14288" y="24498"/>
                      <a:pt x="24508" y="14278"/>
                      <a:pt x="37071" y="14278"/>
                    </a:cubicBezTo>
                    <a:cubicBezTo>
                      <a:pt x="49635" y="14278"/>
                      <a:pt x="59874" y="24498"/>
                      <a:pt x="59874" y="37071"/>
                    </a:cubicBezTo>
                    <a:cubicBezTo>
                      <a:pt x="59874" y="49644"/>
                      <a:pt x="49644" y="59874"/>
                      <a:pt x="37071" y="59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19">
                <a:extLst>
                  <a:ext uri="{FF2B5EF4-FFF2-40B4-BE49-F238E27FC236}">
                    <a16:creationId xmlns:a16="http://schemas.microsoft.com/office/drawing/2014/main" id="{8D32076E-4B80-7DC4-DB21-70BB6386F590}"/>
                  </a:ext>
                </a:extLst>
              </p:cNvPr>
              <p:cNvSpPr/>
              <p:nvPr/>
            </p:nvSpPr>
            <p:spPr>
              <a:xfrm>
                <a:off x="-1221480" y="3515267"/>
                <a:ext cx="57978" cy="14287"/>
              </a:xfrm>
              <a:custGeom>
                <a:avLst/>
                <a:gdLst>
                  <a:gd name="connsiteX0" fmla="*/ 50835 w 57978"/>
                  <a:gd name="connsiteY0" fmla="*/ 0 h 14287"/>
                  <a:gd name="connsiteX1" fmla="*/ 7144 w 57978"/>
                  <a:gd name="connsiteY1" fmla="*/ 0 h 14287"/>
                  <a:gd name="connsiteX2" fmla="*/ 0 w 57978"/>
                  <a:gd name="connsiteY2" fmla="*/ 7144 h 14287"/>
                  <a:gd name="connsiteX3" fmla="*/ 7144 w 57978"/>
                  <a:gd name="connsiteY3" fmla="*/ 14288 h 14287"/>
                  <a:gd name="connsiteX4" fmla="*/ 50835 w 57978"/>
                  <a:gd name="connsiteY4" fmla="*/ 14288 h 14287"/>
                  <a:gd name="connsiteX5" fmla="*/ 57979 w 57978"/>
                  <a:gd name="connsiteY5" fmla="*/ 7144 h 14287"/>
                  <a:gd name="connsiteX6" fmla="*/ 50835 w 57978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78" h="14287">
                    <a:moveTo>
                      <a:pt x="50835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50835" y="14288"/>
                    </a:lnTo>
                    <a:cubicBezTo>
                      <a:pt x="54778" y="14288"/>
                      <a:pt x="57979" y="11087"/>
                      <a:pt x="57979" y="7144"/>
                    </a:cubicBezTo>
                    <a:cubicBezTo>
                      <a:pt x="57979" y="3200"/>
                      <a:pt x="54778" y="0"/>
                      <a:pt x="508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20">
                <a:extLst>
                  <a:ext uri="{FF2B5EF4-FFF2-40B4-BE49-F238E27FC236}">
                    <a16:creationId xmlns:a16="http://schemas.microsoft.com/office/drawing/2014/main" id="{17EAE2A7-0DEF-F2C9-C02A-5E050CBBE496}"/>
                  </a:ext>
                </a:extLst>
              </p:cNvPr>
              <p:cNvSpPr/>
              <p:nvPr/>
            </p:nvSpPr>
            <p:spPr>
              <a:xfrm>
                <a:off x="-1199620" y="3545204"/>
                <a:ext cx="36118" cy="14287"/>
              </a:xfrm>
              <a:custGeom>
                <a:avLst/>
                <a:gdLst>
                  <a:gd name="connsiteX0" fmla="*/ 28975 w 36118"/>
                  <a:gd name="connsiteY0" fmla="*/ 0 h 14287"/>
                  <a:gd name="connsiteX1" fmla="*/ 7144 w 36118"/>
                  <a:gd name="connsiteY1" fmla="*/ 0 h 14287"/>
                  <a:gd name="connsiteX2" fmla="*/ 0 w 36118"/>
                  <a:gd name="connsiteY2" fmla="*/ 7144 h 14287"/>
                  <a:gd name="connsiteX3" fmla="*/ 7144 w 36118"/>
                  <a:gd name="connsiteY3" fmla="*/ 14288 h 14287"/>
                  <a:gd name="connsiteX4" fmla="*/ 28975 w 36118"/>
                  <a:gd name="connsiteY4" fmla="*/ 14288 h 14287"/>
                  <a:gd name="connsiteX5" fmla="*/ 36119 w 36118"/>
                  <a:gd name="connsiteY5" fmla="*/ 7144 h 14287"/>
                  <a:gd name="connsiteX6" fmla="*/ 28975 w 36118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118" h="14287">
                    <a:moveTo>
                      <a:pt x="28975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28975" y="14288"/>
                    </a:lnTo>
                    <a:cubicBezTo>
                      <a:pt x="32918" y="14288"/>
                      <a:pt x="36119" y="11087"/>
                      <a:pt x="36119" y="7144"/>
                    </a:cubicBezTo>
                    <a:cubicBezTo>
                      <a:pt x="36119" y="3200"/>
                      <a:pt x="32918" y="0"/>
                      <a:pt x="2897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21">
                <a:extLst>
                  <a:ext uri="{FF2B5EF4-FFF2-40B4-BE49-F238E27FC236}">
                    <a16:creationId xmlns:a16="http://schemas.microsoft.com/office/drawing/2014/main" id="{B438CAD1-3D51-C83F-15C7-3419868D1387}"/>
                  </a:ext>
                </a:extLst>
              </p:cNvPr>
              <p:cNvSpPr/>
              <p:nvPr/>
            </p:nvSpPr>
            <p:spPr>
              <a:xfrm>
                <a:off x="-1430211" y="3027235"/>
                <a:ext cx="195557" cy="59531"/>
              </a:xfrm>
              <a:custGeom>
                <a:avLst/>
                <a:gdLst>
                  <a:gd name="connsiteX0" fmla="*/ 165792 w 195557"/>
                  <a:gd name="connsiteY0" fmla="*/ 0 h 59531"/>
                  <a:gd name="connsiteX1" fmla="*/ 29766 w 195557"/>
                  <a:gd name="connsiteY1" fmla="*/ 0 h 59531"/>
                  <a:gd name="connsiteX2" fmla="*/ 0 w 195557"/>
                  <a:gd name="connsiteY2" fmla="*/ 29766 h 59531"/>
                  <a:gd name="connsiteX3" fmla="*/ 29766 w 195557"/>
                  <a:gd name="connsiteY3" fmla="*/ 59531 h 59531"/>
                  <a:gd name="connsiteX4" fmla="*/ 165792 w 195557"/>
                  <a:gd name="connsiteY4" fmla="*/ 59531 h 59531"/>
                  <a:gd name="connsiteX5" fmla="*/ 195558 w 195557"/>
                  <a:gd name="connsiteY5" fmla="*/ 29766 h 59531"/>
                  <a:gd name="connsiteX6" fmla="*/ 165792 w 195557"/>
                  <a:gd name="connsiteY6" fmla="*/ 0 h 59531"/>
                  <a:gd name="connsiteX7" fmla="*/ 14288 w 195557"/>
                  <a:gd name="connsiteY7" fmla="*/ 29766 h 59531"/>
                  <a:gd name="connsiteX8" fmla="*/ 29766 w 195557"/>
                  <a:gd name="connsiteY8" fmla="*/ 14288 h 59531"/>
                  <a:gd name="connsiteX9" fmla="*/ 90630 w 195557"/>
                  <a:gd name="connsiteY9" fmla="*/ 14288 h 59531"/>
                  <a:gd name="connsiteX10" fmla="*/ 90630 w 195557"/>
                  <a:gd name="connsiteY10" fmla="*/ 45244 h 59531"/>
                  <a:gd name="connsiteX11" fmla="*/ 29766 w 195557"/>
                  <a:gd name="connsiteY11" fmla="*/ 45244 h 59531"/>
                  <a:gd name="connsiteX12" fmla="*/ 14288 w 195557"/>
                  <a:gd name="connsiteY12" fmla="*/ 29766 h 59531"/>
                  <a:gd name="connsiteX13" fmla="*/ 165792 w 195557"/>
                  <a:gd name="connsiteY13" fmla="*/ 45244 h 59531"/>
                  <a:gd name="connsiteX14" fmla="*/ 104918 w 195557"/>
                  <a:gd name="connsiteY14" fmla="*/ 45244 h 59531"/>
                  <a:gd name="connsiteX15" fmla="*/ 104918 w 195557"/>
                  <a:gd name="connsiteY15" fmla="*/ 14288 h 59531"/>
                  <a:gd name="connsiteX16" fmla="*/ 165792 w 195557"/>
                  <a:gd name="connsiteY16" fmla="*/ 14288 h 59531"/>
                  <a:gd name="connsiteX17" fmla="*/ 181270 w 195557"/>
                  <a:gd name="connsiteY17" fmla="*/ 29766 h 59531"/>
                  <a:gd name="connsiteX18" fmla="*/ 165792 w 195557"/>
                  <a:gd name="connsiteY18" fmla="*/ 45244 h 59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5557" h="59531">
                    <a:moveTo>
                      <a:pt x="165792" y="0"/>
                    </a:moveTo>
                    <a:lnTo>
                      <a:pt x="29766" y="0"/>
                    </a:lnTo>
                    <a:cubicBezTo>
                      <a:pt x="13354" y="0"/>
                      <a:pt x="0" y="13354"/>
                      <a:pt x="0" y="29766"/>
                    </a:cubicBezTo>
                    <a:cubicBezTo>
                      <a:pt x="0" y="46177"/>
                      <a:pt x="13354" y="59531"/>
                      <a:pt x="29766" y="59531"/>
                    </a:cubicBezTo>
                    <a:lnTo>
                      <a:pt x="165792" y="59531"/>
                    </a:lnTo>
                    <a:cubicBezTo>
                      <a:pt x="182204" y="59531"/>
                      <a:pt x="195558" y="46177"/>
                      <a:pt x="195558" y="29766"/>
                    </a:cubicBezTo>
                    <a:cubicBezTo>
                      <a:pt x="195558" y="13354"/>
                      <a:pt x="182194" y="0"/>
                      <a:pt x="165792" y="0"/>
                    </a:cubicBezTo>
                    <a:close/>
                    <a:moveTo>
                      <a:pt x="14288" y="29766"/>
                    </a:moveTo>
                    <a:cubicBezTo>
                      <a:pt x="14288" y="21231"/>
                      <a:pt x="21231" y="14288"/>
                      <a:pt x="29766" y="14288"/>
                    </a:cubicBezTo>
                    <a:lnTo>
                      <a:pt x="90630" y="14288"/>
                    </a:lnTo>
                    <a:lnTo>
                      <a:pt x="90630" y="45244"/>
                    </a:lnTo>
                    <a:lnTo>
                      <a:pt x="29766" y="45244"/>
                    </a:lnTo>
                    <a:cubicBezTo>
                      <a:pt x="21231" y="45244"/>
                      <a:pt x="14288" y="38300"/>
                      <a:pt x="14288" y="29766"/>
                    </a:cubicBezTo>
                    <a:close/>
                    <a:moveTo>
                      <a:pt x="165792" y="45244"/>
                    </a:moveTo>
                    <a:lnTo>
                      <a:pt x="104918" y="45244"/>
                    </a:lnTo>
                    <a:lnTo>
                      <a:pt x="104918" y="14288"/>
                    </a:lnTo>
                    <a:lnTo>
                      <a:pt x="165792" y="14288"/>
                    </a:lnTo>
                    <a:cubicBezTo>
                      <a:pt x="174327" y="14288"/>
                      <a:pt x="181270" y="21231"/>
                      <a:pt x="181270" y="29766"/>
                    </a:cubicBezTo>
                    <a:cubicBezTo>
                      <a:pt x="181270" y="38300"/>
                      <a:pt x="174327" y="45244"/>
                      <a:pt x="165792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83909AC-DFA0-AFF9-FF1F-1452321131AF}"/>
              </a:ext>
            </a:extLst>
          </p:cNvPr>
          <p:cNvGrpSpPr/>
          <p:nvPr/>
        </p:nvGrpSpPr>
        <p:grpSpPr>
          <a:xfrm>
            <a:off x="3897195" y="1606368"/>
            <a:ext cx="702195" cy="477231"/>
            <a:chOff x="1192331" y="4918169"/>
            <a:chExt cx="702195" cy="47723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56969AF-2B07-1DD5-129D-5D25919B36DD}"/>
                </a:ext>
              </a:extLst>
            </p:cNvPr>
            <p:cNvSpPr>
              <a:spLocks/>
            </p:cNvSpPr>
            <p:nvPr/>
          </p:nvSpPr>
          <p:spPr>
            <a:xfrm>
              <a:off x="1192331" y="4918169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Applications</a:t>
              </a:r>
            </a:p>
          </p:txBody>
        </p:sp>
        <p:grpSp>
          <p:nvGrpSpPr>
            <p:cNvPr id="31" name="Graphic 243">
              <a:extLst>
                <a:ext uri="{FF2B5EF4-FFF2-40B4-BE49-F238E27FC236}">
                  <a16:creationId xmlns:a16="http://schemas.microsoft.com/office/drawing/2014/main" id="{2DE2A66B-F9A9-C5EA-47B7-248A65DF8DE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36226" y="5116000"/>
              <a:ext cx="214406" cy="279400"/>
              <a:chOff x="-1950604" y="2362747"/>
              <a:chExt cx="1118893" cy="1458067"/>
            </a:xfrm>
            <a:solidFill>
              <a:schemeClr val="bg1"/>
            </a:solidFill>
          </p:grpSpPr>
          <p:sp>
            <p:nvSpPr>
              <p:cNvPr id="33" name="Freeform: Shape 228">
                <a:extLst>
                  <a:ext uri="{FF2B5EF4-FFF2-40B4-BE49-F238E27FC236}">
                    <a16:creationId xmlns:a16="http://schemas.microsoft.com/office/drawing/2014/main" id="{5E181A49-97B4-1B3B-2037-F7D924E23613}"/>
                  </a:ext>
                </a:extLst>
              </p:cNvPr>
              <p:cNvSpPr/>
              <p:nvPr/>
            </p:nvSpPr>
            <p:spPr>
              <a:xfrm>
                <a:off x="-1625772" y="3571548"/>
                <a:ext cx="95194" cy="201598"/>
              </a:xfrm>
              <a:custGeom>
                <a:avLst/>
                <a:gdLst>
                  <a:gd name="connsiteX0" fmla="*/ 12797 w 95194"/>
                  <a:gd name="connsiteY0" fmla="*/ 201599 h 201598"/>
                  <a:gd name="connsiteX1" fmla="*/ 8062 w 95194"/>
                  <a:gd name="connsiteY1" fmla="*/ 200666 h 201598"/>
                  <a:gd name="connsiteX2" fmla="*/ 901 w 95194"/>
                  <a:gd name="connsiteY2" fmla="*/ 184081 h 201598"/>
                  <a:gd name="connsiteX3" fmla="*/ 70516 w 95194"/>
                  <a:gd name="connsiteY3" fmla="*/ 8093 h 201598"/>
                  <a:gd name="connsiteX4" fmla="*/ 87096 w 95194"/>
                  <a:gd name="connsiteY4" fmla="*/ 899 h 201598"/>
                  <a:gd name="connsiteX5" fmla="*/ 94290 w 95194"/>
                  <a:gd name="connsiteY5" fmla="*/ 17484 h 201598"/>
                  <a:gd name="connsiteX6" fmla="*/ 24681 w 95194"/>
                  <a:gd name="connsiteY6" fmla="*/ 193506 h 201598"/>
                  <a:gd name="connsiteX7" fmla="*/ 12797 w 95194"/>
                  <a:gd name="connsiteY7" fmla="*/ 201599 h 20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5194" h="201598">
                    <a:moveTo>
                      <a:pt x="12797" y="201599"/>
                    </a:moveTo>
                    <a:cubicBezTo>
                      <a:pt x="11238" y="201599"/>
                      <a:pt x="9627" y="201299"/>
                      <a:pt x="8062" y="200666"/>
                    </a:cubicBezTo>
                    <a:cubicBezTo>
                      <a:pt x="1512" y="198101"/>
                      <a:pt x="-1696" y="190642"/>
                      <a:pt x="901" y="184081"/>
                    </a:cubicBezTo>
                    <a:lnTo>
                      <a:pt x="70516" y="8093"/>
                    </a:lnTo>
                    <a:cubicBezTo>
                      <a:pt x="73107" y="1531"/>
                      <a:pt x="80535" y="-1700"/>
                      <a:pt x="87096" y="899"/>
                    </a:cubicBezTo>
                    <a:cubicBezTo>
                      <a:pt x="93700" y="3496"/>
                      <a:pt x="96891" y="10924"/>
                      <a:pt x="94290" y="17484"/>
                    </a:cubicBezTo>
                    <a:lnTo>
                      <a:pt x="24681" y="193506"/>
                    </a:lnTo>
                    <a:cubicBezTo>
                      <a:pt x="22690" y="198534"/>
                      <a:pt x="17854" y="201599"/>
                      <a:pt x="12797" y="2015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229">
                <a:extLst>
                  <a:ext uri="{FF2B5EF4-FFF2-40B4-BE49-F238E27FC236}">
                    <a16:creationId xmlns:a16="http://schemas.microsoft.com/office/drawing/2014/main" id="{4A2DB7BA-7877-0A20-B02D-095D860DF800}"/>
                  </a:ext>
                </a:extLst>
              </p:cNvPr>
              <p:cNvSpPr/>
              <p:nvPr/>
            </p:nvSpPr>
            <p:spPr>
              <a:xfrm>
                <a:off x="-1556153" y="3571548"/>
                <a:ext cx="95216" cy="201599"/>
              </a:xfrm>
              <a:custGeom>
                <a:avLst/>
                <a:gdLst>
                  <a:gd name="connsiteX0" fmla="*/ 82431 w 95216"/>
                  <a:gd name="connsiteY0" fmla="*/ 201599 h 201599"/>
                  <a:gd name="connsiteX1" fmla="*/ 70535 w 95216"/>
                  <a:gd name="connsiteY1" fmla="*/ 193506 h 201599"/>
                  <a:gd name="connsiteX2" fmla="*/ 897 w 95216"/>
                  <a:gd name="connsiteY2" fmla="*/ 17484 h 201599"/>
                  <a:gd name="connsiteX3" fmla="*/ 8084 w 95216"/>
                  <a:gd name="connsiteY3" fmla="*/ 899 h 201599"/>
                  <a:gd name="connsiteX4" fmla="*/ 24672 w 95216"/>
                  <a:gd name="connsiteY4" fmla="*/ 8093 h 201599"/>
                  <a:gd name="connsiteX5" fmla="*/ 94315 w 95216"/>
                  <a:gd name="connsiteY5" fmla="*/ 184081 h 201599"/>
                  <a:gd name="connsiteX6" fmla="*/ 87121 w 95216"/>
                  <a:gd name="connsiteY6" fmla="*/ 200667 h 201599"/>
                  <a:gd name="connsiteX7" fmla="*/ 82431 w 95216"/>
                  <a:gd name="connsiteY7" fmla="*/ 201599 h 201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5216" h="201599">
                    <a:moveTo>
                      <a:pt x="82431" y="201599"/>
                    </a:moveTo>
                    <a:cubicBezTo>
                      <a:pt x="77332" y="201599"/>
                      <a:pt x="72499" y="198535"/>
                      <a:pt x="70535" y="193506"/>
                    </a:cubicBezTo>
                    <a:lnTo>
                      <a:pt x="897" y="17484"/>
                    </a:lnTo>
                    <a:cubicBezTo>
                      <a:pt x="-1696" y="10923"/>
                      <a:pt x="1524" y="3496"/>
                      <a:pt x="8084" y="899"/>
                    </a:cubicBezTo>
                    <a:cubicBezTo>
                      <a:pt x="14655" y="-1700"/>
                      <a:pt x="22074" y="1531"/>
                      <a:pt x="24672" y="8093"/>
                    </a:cubicBezTo>
                    <a:lnTo>
                      <a:pt x="94315" y="184081"/>
                    </a:lnTo>
                    <a:cubicBezTo>
                      <a:pt x="96922" y="190642"/>
                      <a:pt x="93680" y="198103"/>
                      <a:pt x="87121" y="200667"/>
                    </a:cubicBezTo>
                    <a:cubicBezTo>
                      <a:pt x="85591" y="201299"/>
                      <a:pt x="83990" y="201599"/>
                      <a:pt x="82431" y="2015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230">
                <a:extLst>
                  <a:ext uri="{FF2B5EF4-FFF2-40B4-BE49-F238E27FC236}">
                    <a16:creationId xmlns:a16="http://schemas.microsoft.com/office/drawing/2014/main" id="{A430B964-950A-B73A-B460-D768797E4370}"/>
                  </a:ext>
                </a:extLst>
              </p:cNvPr>
              <p:cNvSpPr/>
              <p:nvPr/>
            </p:nvSpPr>
            <p:spPr>
              <a:xfrm>
                <a:off x="-1599124" y="3680531"/>
                <a:ext cx="111508" cy="25578"/>
              </a:xfrm>
              <a:custGeom>
                <a:avLst/>
                <a:gdLst>
                  <a:gd name="connsiteX0" fmla="*/ 98721 w 111508"/>
                  <a:gd name="connsiteY0" fmla="*/ 25579 h 25578"/>
                  <a:gd name="connsiteX1" fmla="*/ 12798 w 111508"/>
                  <a:gd name="connsiteY1" fmla="*/ 25579 h 25578"/>
                  <a:gd name="connsiteX2" fmla="*/ 0 w 111508"/>
                  <a:gd name="connsiteY2" fmla="*/ 12790 h 25578"/>
                  <a:gd name="connsiteX3" fmla="*/ 12789 w 111508"/>
                  <a:gd name="connsiteY3" fmla="*/ 1 h 25578"/>
                  <a:gd name="connsiteX4" fmla="*/ 98721 w 111508"/>
                  <a:gd name="connsiteY4" fmla="*/ 0 h 25578"/>
                  <a:gd name="connsiteX5" fmla="*/ 111508 w 111508"/>
                  <a:gd name="connsiteY5" fmla="*/ 12790 h 25578"/>
                  <a:gd name="connsiteX6" fmla="*/ 98721 w 111508"/>
                  <a:gd name="connsiteY6" fmla="*/ 25579 h 25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508" h="25578">
                    <a:moveTo>
                      <a:pt x="98721" y="25579"/>
                    </a:moveTo>
                    <a:lnTo>
                      <a:pt x="12798" y="25579"/>
                    </a:lnTo>
                    <a:cubicBezTo>
                      <a:pt x="5738" y="25579"/>
                      <a:pt x="0" y="19851"/>
                      <a:pt x="0" y="12790"/>
                    </a:cubicBezTo>
                    <a:cubicBezTo>
                      <a:pt x="13" y="5727"/>
                      <a:pt x="5727" y="1"/>
                      <a:pt x="12789" y="1"/>
                    </a:cubicBezTo>
                    <a:lnTo>
                      <a:pt x="98721" y="0"/>
                    </a:lnTo>
                    <a:cubicBezTo>
                      <a:pt x="105781" y="0"/>
                      <a:pt x="111508" y="5729"/>
                      <a:pt x="111508" y="12790"/>
                    </a:cubicBezTo>
                    <a:cubicBezTo>
                      <a:pt x="111521" y="19850"/>
                      <a:pt x="105777" y="25579"/>
                      <a:pt x="98721" y="25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231">
                <a:extLst>
                  <a:ext uri="{FF2B5EF4-FFF2-40B4-BE49-F238E27FC236}">
                    <a16:creationId xmlns:a16="http://schemas.microsoft.com/office/drawing/2014/main" id="{0EF709CE-ABC9-44C8-DA12-05098A139373}"/>
                  </a:ext>
                </a:extLst>
              </p:cNvPr>
              <p:cNvSpPr/>
              <p:nvPr/>
            </p:nvSpPr>
            <p:spPr>
              <a:xfrm>
                <a:off x="-1428367" y="3571682"/>
                <a:ext cx="119600" cy="113438"/>
              </a:xfrm>
              <a:custGeom>
                <a:avLst/>
                <a:gdLst>
                  <a:gd name="connsiteX0" fmla="*/ 25579 w 119600"/>
                  <a:gd name="connsiteY0" fmla="*/ 87860 h 113438"/>
                  <a:gd name="connsiteX1" fmla="*/ 62883 w 119600"/>
                  <a:gd name="connsiteY1" fmla="*/ 87860 h 113438"/>
                  <a:gd name="connsiteX2" fmla="*/ 94023 w 119600"/>
                  <a:gd name="connsiteY2" fmla="*/ 56720 h 113438"/>
                  <a:gd name="connsiteX3" fmla="*/ 62883 w 119600"/>
                  <a:gd name="connsiteY3" fmla="*/ 25579 h 113438"/>
                  <a:gd name="connsiteX4" fmla="*/ 25579 w 119600"/>
                  <a:gd name="connsiteY4" fmla="*/ 25578 h 113438"/>
                  <a:gd name="connsiteX5" fmla="*/ 25579 w 119600"/>
                  <a:gd name="connsiteY5" fmla="*/ 87860 h 113438"/>
                  <a:gd name="connsiteX6" fmla="*/ 62883 w 119600"/>
                  <a:gd name="connsiteY6" fmla="*/ 113439 h 113438"/>
                  <a:gd name="connsiteX7" fmla="*/ 12795 w 119600"/>
                  <a:gd name="connsiteY7" fmla="*/ 113439 h 113438"/>
                  <a:gd name="connsiteX8" fmla="*/ 0 w 119600"/>
                  <a:gd name="connsiteY8" fmla="*/ 100651 h 113438"/>
                  <a:gd name="connsiteX9" fmla="*/ 10 w 119600"/>
                  <a:gd name="connsiteY9" fmla="*/ 12787 h 113438"/>
                  <a:gd name="connsiteX10" fmla="*/ 12791 w 119600"/>
                  <a:gd name="connsiteY10" fmla="*/ 1 h 113438"/>
                  <a:gd name="connsiteX11" fmla="*/ 62883 w 119600"/>
                  <a:gd name="connsiteY11" fmla="*/ 0 h 113438"/>
                  <a:gd name="connsiteX12" fmla="*/ 119601 w 119600"/>
                  <a:gd name="connsiteY12" fmla="*/ 56720 h 113438"/>
                  <a:gd name="connsiteX13" fmla="*/ 62883 w 119600"/>
                  <a:gd name="connsiteY13" fmla="*/ 113439 h 11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9600" h="113438">
                    <a:moveTo>
                      <a:pt x="25579" y="87860"/>
                    </a:moveTo>
                    <a:lnTo>
                      <a:pt x="62883" y="87860"/>
                    </a:lnTo>
                    <a:cubicBezTo>
                      <a:pt x="80073" y="87860"/>
                      <a:pt x="94023" y="73906"/>
                      <a:pt x="94023" y="56720"/>
                    </a:cubicBezTo>
                    <a:cubicBezTo>
                      <a:pt x="94027" y="39567"/>
                      <a:pt x="80069" y="25579"/>
                      <a:pt x="62883" y="25579"/>
                    </a:cubicBezTo>
                    <a:lnTo>
                      <a:pt x="25579" y="25578"/>
                    </a:lnTo>
                    <a:lnTo>
                      <a:pt x="25579" y="87860"/>
                    </a:lnTo>
                    <a:close/>
                    <a:moveTo>
                      <a:pt x="62883" y="113439"/>
                    </a:moveTo>
                    <a:lnTo>
                      <a:pt x="12795" y="113439"/>
                    </a:lnTo>
                    <a:cubicBezTo>
                      <a:pt x="5735" y="113439"/>
                      <a:pt x="0" y="107712"/>
                      <a:pt x="0" y="100651"/>
                    </a:cubicBezTo>
                    <a:lnTo>
                      <a:pt x="10" y="12787"/>
                    </a:lnTo>
                    <a:cubicBezTo>
                      <a:pt x="10" y="5728"/>
                      <a:pt x="5731" y="1"/>
                      <a:pt x="12791" y="1"/>
                    </a:cubicBezTo>
                    <a:lnTo>
                      <a:pt x="62883" y="0"/>
                    </a:lnTo>
                    <a:cubicBezTo>
                      <a:pt x="94163" y="0"/>
                      <a:pt x="119601" y="25446"/>
                      <a:pt x="119601" y="56720"/>
                    </a:cubicBezTo>
                    <a:cubicBezTo>
                      <a:pt x="119612" y="87994"/>
                      <a:pt x="94156" y="113440"/>
                      <a:pt x="62883" y="1134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232">
                <a:extLst>
                  <a:ext uri="{FF2B5EF4-FFF2-40B4-BE49-F238E27FC236}">
                    <a16:creationId xmlns:a16="http://schemas.microsoft.com/office/drawing/2014/main" id="{8F4B0556-6222-DFB1-7A7A-DA4AA0DDC320}"/>
                  </a:ext>
                </a:extLst>
              </p:cNvPr>
              <p:cNvSpPr/>
              <p:nvPr/>
            </p:nvSpPr>
            <p:spPr>
              <a:xfrm>
                <a:off x="-1428367" y="3659545"/>
                <a:ext cx="25579" cy="113439"/>
              </a:xfrm>
              <a:custGeom>
                <a:avLst/>
                <a:gdLst>
                  <a:gd name="connsiteX0" fmla="*/ 12795 w 25579"/>
                  <a:gd name="connsiteY0" fmla="*/ 113440 h 113439"/>
                  <a:gd name="connsiteX1" fmla="*/ 0 w 25579"/>
                  <a:gd name="connsiteY1" fmla="*/ 100651 h 113439"/>
                  <a:gd name="connsiteX2" fmla="*/ 10 w 25579"/>
                  <a:gd name="connsiteY2" fmla="*/ 12789 h 113439"/>
                  <a:gd name="connsiteX3" fmla="*/ 12791 w 25579"/>
                  <a:gd name="connsiteY3" fmla="*/ 0 h 113439"/>
                  <a:gd name="connsiteX4" fmla="*/ 25579 w 25579"/>
                  <a:gd name="connsiteY4" fmla="*/ 12790 h 113439"/>
                  <a:gd name="connsiteX5" fmla="*/ 25579 w 25579"/>
                  <a:gd name="connsiteY5" fmla="*/ 100650 h 113439"/>
                  <a:gd name="connsiteX6" fmla="*/ 12795 w 25579"/>
                  <a:gd name="connsiteY6" fmla="*/ 113440 h 113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579" h="113439">
                    <a:moveTo>
                      <a:pt x="12795" y="113440"/>
                    </a:moveTo>
                    <a:cubicBezTo>
                      <a:pt x="5735" y="113440"/>
                      <a:pt x="0" y="107711"/>
                      <a:pt x="0" y="100651"/>
                    </a:cubicBezTo>
                    <a:lnTo>
                      <a:pt x="10" y="12789"/>
                    </a:lnTo>
                    <a:cubicBezTo>
                      <a:pt x="10" y="5727"/>
                      <a:pt x="5731" y="0"/>
                      <a:pt x="12791" y="0"/>
                    </a:cubicBezTo>
                    <a:cubicBezTo>
                      <a:pt x="19855" y="0"/>
                      <a:pt x="25579" y="5729"/>
                      <a:pt x="25579" y="12790"/>
                    </a:cubicBezTo>
                    <a:lnTo>
                      <a:pt x="25579" y="100650"/>
                    </a:lnTo>
                    <a:cubicBezTo>
                      <a:pt x="25579" y="107711"/>
                      <a:pt x="19851" y="113441"/>
                      <a:pt x="12795" y="1134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233">
                <a:extLst>
                  <a:ext uri="{FF2B5EF4-FFF2-40B4-BE49-F238E27FC236}">
                    <a16:creationId xmlns:a16="http://schemas.microsoft.com/office/drawing/2014/main" id="{3ED8E5F3-94D4-7714-8251-5846C29FB0E2}"/>
                  </a:ext>
                </a:extLst>
              </p:cNvPr>
              <p:cNvSpPr/>
              <p:nvPr/>
            </p:nvSpPr>
            <p:spPr>
              <a:xfrm>
                <a:off x="-1276191" y="3571682"/>
                <a:ext cx="119633" cy="113438"/>
              </a:xfrm>
              <a:custGeom>
                <a:avLst/>
                <a:gdLst>
                  <a:gd name="connsiteX0" fmla="*/ 25587 w 119633"/>
                  <a:gd name="connsiteY0" fmla="*/ 87860 h 113438"/>
                  <a:gd name="connsiteX1" fmla="*/ 62920 w 119633"/>
                  <a:gd name="connsiteY1" fmla="*/ 87860 h 113438"/>
                  <a:gd name="connsiteX2" fmla="*/ 94055 w 119633"/>
                  <a:gd name="connsiteY2" fmla="*/ 56720 h 113438"/>
                  <a:gd name="connsiteX3" fmla="*/ 62911 w 119633"/>
                  <a:gd name="connsiteY3" fmla="*/ 25579 h 113438"/>
                  <a:gd name="connsiteX4" fmla="*/ 25587 w 119633"/>
                  <a:gd name="connsiteY4" fmla="*/ 25578 h 113438"/>
                  <a:gd name="connsiteX5" fmla="*/ 25587 w 119633"/>
                  <a:gd name="connsiteY5" fmla="*/ 87860 h 113438"/>
                  <a:gd name="connsiteX6" fmla="*/ 62920 w 119633"/>
                  <a:gd name="connsiteY6" fmla="*/ 113439 h 113438"/>
                  <a:gd name="connsiteX7" fmla="*/ 12786 w 119633"/>
                  <a:gd name="connsiteY7" fmla="*/ 113439 h 113438"/>
                  <a:gd name="connsiteX8" fmla="*/ 0 w 119633"/>
                  <a:gd name="connsiteY8" fmla="*/ 100651 h 113438"/>
                  <a:gd name="connsiteX9" fmla="*/ 4 w 119633"/>
                  <a:gd name="connsiteY9" fmla="*/ 12787 h 113438"/>
                  <a:gd name="connsiteX10" fmla="*/ 12786 w 119633"/>
                  <a:gd name="connsiteY10" fmla="*/ 1 h 113438"/>
                  <a:gd name="connsiteX11" fmla="*/ 62920 w 119633"/>
                  <a:gd name="connsiteY11" fmla="*/ 0 h 113438"/>
                  <a:gd name="connsiteX12" fmla="*/ 119633 w 119633"/>
                  <a:gd name="connsiteY12" fmla="*/ 56720 h 113438"/>
                  <a:gd name="connsiteX13" fmla="*/ 62920 w 119633"/>
                  <a:gd name="connsiteY13" fmla="*/ 113439 h 11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9633" h="113438">
                    <a:moveTo>
                      <a:pt x="25587" y="87860"/>
                    </a:moveTo>
                    <a:lnTo>
                      <a:pt x="62920" y="87860"/>
                    </a:lnTo>
                    <a:cubicBezTo>
                      <a:pt x="80113" y="87860"/>
                      <a:pt x="94055" y="73906"/>
                      <a:pt x="94055" y="56720"/>
                    </a:cubicBezTo>
                    <a:cubicBezTo>
                      <a:pt x="94066" y="39567"/>
                      <a:pt x="80098" y="25579"/>
                      <a:pt x="62911" y="25579"/>
                    </a:cubicBezTo>
                    <a:lnTo>
                      <a:pt x="25587" y="25578"/>
                    </a:lnTo>
                    <a:lnTo>
                      <a:pt x="25587" y="87860"/>
                    </a:lnTo>
                    <a:close/>
                    <a:moveTo>
                      <a:pt x="62920" y="113439"/>
                    </a:moveTo>
                    <a:lnTo>
                      <a:pt x="12786" y="113439"/>
                    </a:lnTo>
                    <a:cubicBezTo>
                      <a:pt x="5728" y="113439"/>
                      <a:pt x="0" y="107712"/>
                      <a:pt x="0" y="100651"/>
                    </a:cubicBezTo>
                    <a:lnTo>
                      <a:pt x="4" y="12787"/>
                    </a:lnTo>
                    <a:cubicBezTo>
                      <a:pt x="4" y="5728"/>
                      <a:pt x="5725" y="1"/>
                      <a:pt x="12786" y="1"/>
                    </a:cubicBezTo>
                    <a:lnTo>
                      <a:pt x="62920" y="0"/>
                    </a:lnTo>
                    <a:cubicBezTo>
                      <a:pt x="94200" y="0"/>
                      <a:pt x="119633" y="25446"/>
                      <a:pt x="119633" y="56720"/>
                    </a:cubicBezTo>
                    <a:cubicBezTo>
                      <a:pt x="119633" y="87994"/>
                      <a:pt x="94187" y="113440"/>
                      <a:pt x="62920" y="1134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234">
                <a:extLst>
                  <a:ext uri="{FF2B5EF4-FFF2-40B4-BE49-F238E27FC236}">
                    <a16:creationId xmlns:a16="http://schemas.microsoft.com/office/drawing/2014/main" id="{149BDA6C-D6A2-9D80-6F0C-276AB976F992}"/>
                  </a:ext>
                </a:extLst>
              </p:cNvPr>
              <p:cNvSpPr/>
              <p:nvPr/>
            </p:nvSpPr>
            <p:spPr>
              <a:xfrm>
                <a:off x="-1276192" y="3659545"/>
                <a:ext cx="25587" cy="113439"/>
              </a:xfrm>
              <a:custGeom>
                <a:avLst/>
                <a:gdLst>
                  <a:gd name="connsiteX0" fmla="*/ 12786 w 25587"/>
                  <a:gd name="connsiteY0" fmla="*/ 113440 h 113439"/>
                  <a:gd name="connsiteX1" fmla="*/ 0 w 25587"/>
                  <a:gd name="connsiteY1" fmla="*/ 100651 h 113439"/>
                  <a:gd name="connsiteX2" fmla="*/ 4 w 25587"/>
                  <a:gd name="connsiteY2" fmla="*/ 12789 h 113439"/>
                  <a:gd name="connsiteX3" fmla="*/ 12786 w 25587"/>
                  <a:gd name="connsiteY3" fmla="*/ 0 h 113439"/>
                  <a:gd name="connsiteX4" fmla="*/ 25578 w 25587"/>
                  <a:gd name="connsiteY4" fmla="*/ 12790 h 113439"/>
                  <a:gd name="connsiteX5" fmla="*/ 25587 w 25587"/>
                  <a:gd name="connsiteY5" fmla="*/ 100650 h 113439"/>
                  <a:gd name="connsiteX6" fmla="*/ 12786 w 25587"/>
                  <a:gd name="connsiteY6" fmla="*/ 113440 h 113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587" h="113439">
                    <a:moveTo>
                      <a:pt x="12786" y="113440"/>
                    </a:moveTo>
                    <a:cubicBezTo>
                      <a:pt x="5728" y="113440"/>
                      <a:pt x="0" y="107711"/>
                      <a:pt x="0" y="100651"/>
                    </a:cubicBezTo>
                    <a:lnTo>
                      <a:pt x="4" y="12789"/>
                    </a:lnTo>
                    <a:cubicBezTo>
                      <a:pt x="4" y="5727"/>
                      <a:pt x="5725" y="0"/>
                      <a:pt x="12786" y="0"/>
                    </a:cubicBezTo>
                    <a:cubicBezTo>
                      <a:pt x="19890" y="0"/>
                      <a:pt x="25578" y="5729"/>
                      <a:pt x="25578" y="12790"/>
                    </a:cubicBezTo>
                    <a:lnTo>
                      <a:pt x="25587" y="100650"/>
                    </a:lnTo>
                    <a:cubicBezTo>
                      <a:pt x="25587" y="107711"/>
                      <a:pt x="19883" y="113441"/>
                      <a:pt x="12786" y="1134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235">
                <a:extLst>
                  <a:ext uri="{FF2B5EF4-FFF2-40B4-BE49-F238E27FC236}">
                    <a16:creationId xmlns:a16="http://schemas.microsoft.com/office/drawing/2014/main" id="{D9660D3E-DD37-F429-B910-24811E708F8F}"/>
                  </a:ext>
                </a:extLst>
              </p:cNvPr>
              <p:cNvSpPr/>
              <p:nvPr/>
            </p:nvSpPr>
            <p:spPr>
              <a:xfrm>
                <a:off x="-1950604" y="2362747"/>
                <a:ext cx="1118884" cy="1458063"/>
              </a:xfrm>
              <a:custGeom>
                <a:avLst/>
                <a:gdLst>
                  <a:gd name="connsiteX0" fmla="*/ 1106089 w 1118884"/>
                  <a:gd name="connsiteY0" fmla="*/ 1458063 h 1458063"/>
                  <a:gd name="connsiteX1" fmla="*/ 12800 w 1118884"/>
                  <a:gd name="connsiteY1" fmla="*/ 1458063 h 1458063"/>
                  <a:gd name="connsiteX2" fmla="*/ 0 w 1118884"/>
                  <a:gd name="connsiteY2" fmla="*/ 1445274 h 1458063"/>
                  <a:gd name="connsiteX3" fmla="*/ 2 w 1118884"/>
                  <a:gd name="connsiteY3" fmla="*/ 12790 h 1458063"/>
                  <a:gd name="connsiteX4" fmla="*/ 12788 w 1118884"/>
                  <a:gd name="connsiteY4" fmla="*/ 1 h 1458063"/>
                  <a:gd name="connsiteX5" fmla="*/ 775369 w 1118884"/>
                  <a:gd name="connsiteY5" fmla="*/ 0 h 1458063"/>
                  <a:gd name="connsiteX6" fmla="*/ 788149 w 1118884"/>
                  <a:gd name="connsiteY6" fmla="*/ 12790 h 1458063"/>
                  <a:gd name="connsiteX7" fmla="*/ 775358 w 1118884"/>
                  <a:gd name="connsiteY7" fmla="*/ 25579 h 1458063"/>
                  <a:gd name="connsiteX8" fmla="*/ 25587 w 1118884"/>
                  <a:gd name="connsiteY8" fmla="*/ 25579 h 1458063"/>
                  <a:gd name="connsiteX9" fmla="*/ 25587 w 1118884"/>
                  <a:gd name="connsiteY9" fmla="*/ 1432479 h 1458063"/>
                  <a:gd name="connsiteX10" fmla="*/ 1093302 w 1118884"/>
                  <a:gd name="connsiteY10" fmla="*/ 1432479 h 1458063"/>
                  <a:gd name="connsiteX11" fmla="*/ 1093302 w 1118884"/>
                  <a:gd name="connsiteY11" fmla="*/ 343543 h 1458063"/>
                  <a:gd name="connsiteX12" fmla="*/ 1106082 w 1118884"/>
                  <a:gd name="connsiteY12" fmla="*/ 330754 h 1458063"/>
                  <a:gd name="connsiteX13" fmla="*/ 1118873 w 1118884"/>
                  <a:gd name="connsiteY13" fmla="*/ 343544 h 1458063"/>
                  <a:gd name="connsiteX14" fmla="*/ 1118885 w 1118884"/>
                  <a:gd name="connsiteY14" fmla="*/ 1445263 h 1458063"/>
                  <a:gd name="connsiteX15" fmla="*/ 1106086 w 1118884"/>
                  <a:gd name="connsiteY15" fmla="*/ 1458052 h 1458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18884" h="1458063">
                    <a:moveTo>
                      <a:pt x="1106089" y="1458063"/>
                    </a:moveTo>
                    <a:lnTo>
                      <a:pt x="12800" y="1458063"/>
                    </a:lnTo>
                    <a:cubicBezTo>
                      <a:pt x="5697" y="1458063"/>
                      <a:pt x="0" y="1452368"/>
                      <a:pt x="0" y="1445274"/>
                    </a:cubicBezTo>
                    <a:lnTo>
                      <a:pt x="2" y="12790"/>
                    </a:lnTo>
                    <a:cubicBezTo>
                      <a:pt x="2" y="5729"/>
                      <a:pt x="5695" y="1"/>
                      <a:pt x="12788" y="1"/>
                    </a:cubicBezTo>
                    <a:lnTo>
                      <a:pt x="775369" y="0"/>
                    </a:lnTo>
                    <a:cubicBezTo>
                      <a:pt x="782429" y="0"/>
                      <a:pt x="788149" y="5729"/>
                      <a:pt x="788149" y="12790"/>
                    </a:cubicBezTo>
                    <a:cubicBezTo>
                      <a:pt x="788157" y="19851"/>
                      <a:pt x="782420" y="25579"/>
                      <a:pt x="775358" y="25579"/>
                    </a:cubicBezTo>
                    <a:lnTo>
                      <a:pt x="25587" y="25579"/>
                    </a:lnTo>
                    <a:lnTo>
                      <a:pt x="25587" y="1432479"/>
                    </a:lnTo>
                    <a:lnTo>
                      <a:pt x="1093302" y="1432479"/>
                    </a:lnTo>
                    <a:lnTo>
                      <a:pt x="1093302" y="343543"/>
                    </a:lnTo>
                    <a:cubicBezTo>
                      <a:pt x="1093302" y="336449"/>
                      <a:pt x="1099022" y="330754"/>
                      <a:pt x="1106082" y="330754"/>
                    </a:cubicBezTo>
                    <a:cubicBezTo>
                      <a:pt x="1113190" y="330753"/>
                      <a:pt x="1118873" y="336450"/>
                      <a:pt x="1118873" y="343544"/>
                    </a:cubicBezTo>
                    <a:lnTo>
                      <a:pt x="1118885" y="1445263"/>
                    </a:lnTo>
                    <a:cubicBezTo>
                      <a:pt x="1118885" y="1452357"/>
                      <a:pt x="1113178" y="1458052"/>
                      <a:pt x="1106086" y="14580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" name="Freeform: Shape 236">
                <a:extLst>
                  <a:ext uri="{FF2B5EF4-FFF2-40B4-BE49-F238E27FC236}">
                    <a16:creationId xmlns:a16="http://schemas.microsoft.com/office/drawing/2014/main" id="{489CE70F-E247-F590-E015-779D3B1BAFCE}"/>
                  </a:ext>
                </a:extLst>
              </p:cNvPr>
              <p:cNvSpPr/>
              <p:nvPr/>
            </p:nvSpPr>
            <p:spPr>
              <a:xfrm>
                <a:off x="-1188027" y="2362755"/>
                <a:ext cx="356316" cy="356300"/>
              </a:xfrm>
              <a:custGeom>
                <a:avLst/>
                <a:gdLst>
                  <a:gd name="connsiteX0" fmla="*/ 25587 w 356316"/>
                  <a:gd name="connsiteY0" fmla="*/ 43660 h 356300"/>
                  <a:gd name="connsiteX1" fmla="*/ 25587 w 356316"/>
                  <a:gd name="connsiteY1" fmla="*/ 303579 h 356300"/>
                  <a:gd name="connsiteX2" fmla="*/ 52758 w 356316"/>
                  <a:gd name="connsiteY2" fmla="*/ 330756 h 356300"/>
                  <a:gd name="connsiteX3" fmla="*/ 312643 w 356316"/>
                  <a:gd name="connsiteY3" fmla="*/ 330755 h 356300"/>
                  <a:gd name="connsiteX4" fmla="*/ 25587 w 356316"/>
                  <a:gd name="connsiteY4" fmla="*/ 43660 h 356300"/>
                  <a:gd name="connsiteX5" fmla="*/ 356317 w 356316"/>
                  <a:gd name="connsiteY5" fmla="*/ 343980 h 356300"/>
                  <a:gd name="connsiteX6" fmla="*/ 356317 w 356316"/>
                  <a:gd name="connsiteY6" fmla="*/ 343038 h 356300"/>
                  <a:gd name="connsiteX7" fmla="*/ 352585 w 356316"/>
                  <a:gd name="connsiteY7" fmla="*/ 334485 h 356300"/>
                  <a:gd name="connsiteX8" fmla="*/ 21848 w 356316"/>
                  <a:gd name="connsiteY8" fmla="*/ 3760 h 356300"/>
                  <a:gd name="connsiteX9" fmla="*/ 7894 w 356316"/>
                  <a:gd name="connsiteY9" fmla="*/ 962 h 356300"/>
                  <a:gd name="connsiteX10" fmla="*/ 1 w 356316"/>
                  <a:gd name="connsiteY10" fmla="*/ 12786 h 356300"/>
                  <a:gd name="connsiteX11" fmla="*/ 0 w 356316"/>
                  <a:gd name="connsiteY11" fmla="*/ 303579 h 356300"/>
                  <a:gd name="connsiteX12" fmla="*/ 52758 w 356316"/>
                  <a:gd name="connsiteY12" fmla="*/ 356301 h 356300"/>
                  <a:gd name="connsiteX13" fmla="*/ 343518 w 356316"/>
                  <a:gd name="connsiteY13" fmla="*/ 356301 h 356300"/>
                  <a:gd name="connsiteX14" fmla="*/ 355339 w 356316"/>
                  <a:gd name="connsiteY14" fmla="*/ 348409 h 356300"/>
                  <a:gd name="connsiteX15" fmla="*/ 356317 w 356316"/>
                  <a:gd name="connsiteY15" fmla="*/ 343980 h 35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6316" h="356300">
                    <a:moveTo>
                      <a:pt x="25587" y="43660"/>
                    </a:moveTo>
                    <a:lnTo>
                      <a:pt x="25587" y="303579"/>
                    </a:lnTo>
                    <a:cubicBezTo>
                      <a:pt x="25587" y="318532"/>
                      <a:pt x="37769" y="330756"/>
                      <a:pt x="52758" y="330756"/>
                    </a:cubicBezTo>
                    <a:lnTo>
                      <a:pt x="312643" y="330755"/>
                    </a:lnTo>
                    <a:lnTo>
                      <a:pt x="25587" y="43660"/>
                    </a:lnTo>
                    <a:close/>
                    <a:moveTo>
                      <a:pt x="356317" y="343980"/>
                    </a:moveTo>
                    <a:lnTo>
                      <a:pt x="356317" y="343038"/>
                    </a:lnTo>
                    <a:cubicBezTo>
                      <a:pt x="356200" y="339887"/>
                      <a:pt x="354910" y="336815"/>
                      <a:pt x="352585" y="334485"/>
                    </a:cubicBezTo>
                    <a:lnTo>
                      <a:pt x="21848" y="3760"/>
                    </a:lnTo>
                    <a:cubicBezTo>
                      <a:pt x="18185" y="96"/>
                      <a:pt x="12696" y="-1003"/>
                      <a:pt x="7894" y="962"/>
                    </a:cubicBezTo>
                    <a:cubicBezTo>
                      <a:pt x="3130" y="2962"/>
                      <a:pt x="1" y="7622"/>
                      <a:pt x="1" y="12786"/>
                    </a:cubicBezTo>
                    <a:lnTo>
                      <a:pt x="0" y="303579"/>
                    </a:lnTo>
                    <a:cubicBezTo>
                      <a:pt x="0" y="332654"/>
                      <a:pt x="23681" y="356301"/>
                      <a:pt x="52758" y="356301"/>
                    </a:cubicBezTo>
                    <a:lnTo>
                      <a:pt x="343518" y="356301"/>
                    </a:lnTo>
                    <a:cubicBezTo>
                      <a:pt x="348713" y="356302"/>
                      <a:pt x="353379" y="353204"/>
                      <a:pt x="355339" y="348409"/>
                    </a:cubicBezTo>
                    <a:cubicBezTo>
                      <a:pt x="355940" y="346975"/>
                      <a:pt x="356260" y="345476"/>
                      <a:pt x="356317" y="3439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237">
                <a:extLst>
                  <a:ext uri="{FF2B5EF4-FFF2-40B4-BE49-F238E27FC236}">
                    <a16:creationId xmlns:a16="http://schemas.microsoft.com/office/drawing/2014/main" id="{13EAE7B2-3897-EB83-2AD8-6EF6B6B1A77B}"/>
                  </a:ext>
                </a:extLst>
              </p:cNvPr>
              <p:cNvSpPr/>
              <p:nvPr/>
            </p:nvSpPr>
            <p:spPr>
              <a:xfrm>
                <a:off x="-1819076" y="3523860"/>
                <a:ext cx="855827" cy="296954"/>
              </a:xfrm>
              <a:custGeom>
                <a:avLst/>
                <a:gdLst>
                  <a:gd name="connsiteX0" fmla="*/ 25591 w 855827"/>
                  <a:gd name="connsiteY0" fmla="*/ 271375 h 296954"/>
                  <a:gd name="connsiteX1" fmla="*/ 830247 w 855827"/>
                  <a:gd name="connsiteY1" fmla="*/ 271375 h 296954"/>
                  <a:gd name="connsiteX2" fmla="*/ 830247 w 855827"/>
                  <a:gd name="connsiteY2" fmla="*/ 66878 h 296954"/>
                  <a:gd name="connsiteX3" fmla="*/ 788948 w 855827"/>
                  <a:gd name="connsiteY3" fmla="*/ 25579 h 296954"/>
                  <a:gd name="connsiteX4" fmla="*/ 66881 w 855827"/>
                  <a:gd name="connsiteY4" fmla="*/ 25578 h 296954"/>
                  <a:gd name="connsiteX5" fmla="*/ 25577 w 855827"/>
                  <a:gd name="connsiteY5" fmla="*/ 66879 h 296954"/>
                  <a:gd name="connsiteX6" fmla="*/ 25591 w 855827"/>
                  <a:gd name="connsiteY6" fmla="*/ 271375 h 296954"/>
                  <a:gd name="connsiteX7" fmla="*/ 843044 w 855827"/>
                  <a:gd name="connsiteY7" fmla="*/ 296954 h 296954"/>
                  <a:gd name="connsiteX8" fmla="*/ 12791 w 855827"/>
                  <a:gd name="connsiteY8" fmla="*/ 296954 h 296954"/>
                  <a:gd name="connsiteX9" fmla="*/ 0 w 855827"/>
                  <a:gd name="connsiteY9" fmla="*/ 284165 h 296954"/>
                  <a:gd name="connsiteX10" fmla="*/ 8 w 855827"/>
                  <a:gd name="connsiteY10" fmla="*/ 66878 h 296954"/>
                  <a:gd name="connsiteX11" fmla="*/ 66877 w 855827"/>
                  <a:gd name="connsiteY11" fmla="*/ 1 h 296954"/>
                  <a:gd name="connsiteX12" fmla="*/ 788956 w 855827"/>
                  <a:gd name="connsiteY12" fmla="*/ 0 h 296954"/>
                  <a:gd name="connsiteX13" fmla="*/ 855824 w 855827"/>
                  <a:gd name="connsiteY13" fmla="*/ 66879 h 296954"/>
                  <a:gd name="connsiteX14" fmla="*/ 855828 w 855827"/>
                  <a:gd name="connsiteY14" fmla="*/ 284165 h 296954"/>
                  <a:gd name="connsiteX15" fmla="*/ 843044 w 855827"/>
                  <a:gd name="connsiteY15" fmla="*/ 296954 h 296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55827" h="296954">
                    <a:moveTo>
                      <a:pt x="25591" y="271375"/>
                    </a:moveTo>
                    <a:lnTo>
                      <a:pt x="830247" y="271375"/>
                    </a:lnTo>
                    <a:lnTo>
                      <a:pt x="830247" y="66878"/>
                    </a:lnTo>
                    <a:cubicBezTo>
                      <a:pt x="830247" y="44097"/>
                      <a:pt x="811727" y="25579"/>
                      <a:pt x="788948" y="25579"/>
                    </a:cubicBezTo>
                    <a:lnTo>
                      <a:pt x="66881" y="25578"/>
                    </a:lnTo>
                    <a:cubicBezTo>
                      <a:pt x="44101" y="25578"/>
                      <a:pt x="25577" y="44098"/>
                      <a:pt x="25577" y="66879"/>
                    </a:cubicBezTo>
                    <a:lnTo>
                      <a:pt x="25591" y="271375"/>
                    </a:lnTo>
                    <a:close/>
                    <a:moveTo>
                      <a:pt x="843044" y="296954"/>
                    </a:moveTo>
                    <a:lnTo>
                      <a:pt x="12791" y="296954"/>
                    </a:lnTo>
                    <a:cubicBezTo>
                      <a:pt x="5733" y="296954"/>
                      <a:pt x="0" y="291259"/>
                      <a:pt x="0" y="284165"/>
                    </a:cubicBezTo>
                    <a:lnTo>
                      <a:pt x="8" y="66878"/>
                    </a:lnTo>
                    <a:cubicBezTo>
                      <a:pt x="8" y="30008"/>
                      <a:pt x="30008" y="1"/>
                      <a:pt x="66877" y="1"/>
                    </a:cubicBezTo>
                    <a:lnTo>
                      <a:pt x="788956" y="0"/>
                    </a:lnTo>
                    <a:cubicBezTo>
                      <a:pt x="825824" y="0"/>
                      <a:pt x="855824" y="30008"/>
                      <a:pt x="855824" y="66879"/>
                    </a:cubicBezTo>
                    <a:lnTo>
                      <a:pt x="855828" y="284165"/>
                    </a:lnTo>
                    <a:cubicBezTo>
                      <a:pt x="855828" y="291259"/>
                      <a:pt x="850096" y="296954"/>
                      <a:pt x="843044" y="296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238">
                <a:extLst>
                  <a:ext uri="{FF2B5EF4-FFF2-40B4-BE49-F238E27FC236}">
                    <a16:creationId xmlns:a16="http://schemas.microsoft.com/office/drawing/2014/main" id="{C2713BC2-7129-EBFB-EA8F-A6114839D4DE}"/>
                  </a:ext>
                </a:extLst>
              </p:cNvPr>
              <p:cNvSpPr/>
              <p:nvPr/>
            </p:nvSpPr>
            <p:spPr>
              <a:xfrm>
                <a:off x="-1686188" y="2975444"/>
                <a:ext cx="422319" cy="422316"/>
              </a:xfrm>
              <a:custGeom>
                <a:avLst/>
                <a:gdLst>
                  <a:gd name="connsiteX0" fmla="*/ 70575 w 422319"/>
                  <a:gd name="connsiteY0" fmla="*/ 25577 h 422316"/>
                  <a:gd name="connsiteX1" fmla="*/ 25581 w 422319"/>
                  <a:gd name="connsiteY1" fmla="*/ 70576 h 422316"/>
                  <a:gd name="connsiteX2" fmla="*/ 25581 w 422319"/>
                  <a:gd name="connsiteY2" fmla="*/ 351741 h 422316"/>
                  <a:gd name="connsiteX3" fmla="*/ 70575 w 422319"/>
                  <a:gd name="connsiteY3" fmla="*/ 396739 h 422316"/>
                  <a:gd name="connsiteX4" fmla="*/ 351742 w 422319"/>
                  <a:gd name="connsiteY4" fmla="*/ 396738 h 422316"/>
                  <a:gd name="connsiteX5" fmla="*/ 396740 w 422319"/>
                  <a:gd name="connsiteY5" fmla="*/ 351742 h 422316"/>
                  <a:gd name="connsiteX6" fmla="*/ 396751 w 422319"/>
                  <a:gd name="connsiteY6" fmla="*/ 232706 h 422316"/>
                  <a:gd name="connsiteX7" fmla="*/ 238317 w 422319"/>
                  <a:gd name="connsiteY7" fmla="*/ 232706 h 422316"/>
                  <a:gd name="connsiteX8" fmla="*/ 167730 w 422319"/>
                  <a:gd name="connsiteY8" fmla="*/ 162133 h 422316"/>
                  <a:gd name="connsiteX9" fmla="*/ 167741 w 422319"/>
                  <a:gd name="connsiteY9" fmla="*/ 25577 h 422316"/>
                  <a:gd name="connsiteX10" fmla="*/ 70575 w 422319"/>
                  <a:gd name="connsiteY10" fmla="*/ 25577 h 422316"/>
                  <a:gd name="connsiteX11" fmla="*/ 351742 w 422319"/>
                  <a:gd name="connsiteY11" fmla="*/ 422317 h 422316"/>
                  <a:gd name="connsiteX12" fmla="*/ 70575 w 422319"/>
                  <a:gd name="connsiteY12" fmla="*/ 422317 h 422316"/>
                  <a:gd name="connsiteX13" fmla="*/ 0 w 422319"/>
                  <a:gd name="connsiteY13" fmla="*/ 351742 h 422316"/>
                  <a:gd name="connsiteX14" fmla="*/ 15 w 422319"/>
                  <a:gd name="connsiteY14" fmla="*/ 70574 h 422316"/>
                  <a:gd name="connsiteX15" fmla="*/ 70575 w 422319"/>
                  <a:gd name="connsiteY15" fmla="*/ 1 h 422316"/>
                  <a:gd name="connsiteX16" fmla="*/ 180524 w 422319"/>
                  <a:gd name="connsiteY16" fmla="*/ 0 h 422316"/>
                  <a:gd name="connsiteX17" fmla="*/ 193309 w 422319"/>
                  <a:gd name="connsiteY17" fmla="*/ 12790 h 422316"/>
                  <a:gd name="connsiteX18" fmla="*/ 193309 w 422319"/>
                  <a:gd name="connsiteY18" fmla="*/ 162132 h 422316"/>
                  <a:gd name="connsiteX19" fmla="*/ 238302 w 422319"/>
                  <a:gd name="connsiteY19" fmla="*/ 207129 h 422316"/>
                  <a:gd name="connsiteX20" fmla="*/ 409536 w 422319"/>
                  <a:gd name="connsiteY20" fmla="*/ 207128 h 422316"/>
                  <a:gd name="connsiteX21" fmla="*/ 422318 w 422319"/>
                  <a:gd name="connsiteY21" fmla="*/ 219919 h 422316"/>
                  <a:gd name="connsiteX22" fmla="*/ 422319 w 422319"/>
                  <a:gd name="connsiteY22" fmla="*/ 351741 h 422316"/>
                  <a:gd name="connsiteX23" fmla="*/ 351742 w 422319"/>
                  <a:gd name="connsiteY23" fmla="*/ 422317 h 422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22319" h="422316">
                    <a:moveTo>
                      <a:pt x="70575" y="25577"/>
                    </a:moveTo>
                    <a:cubicBezTo>
                      <a:pt x="45771" y="25577"/>
                      <a:pt x="25581" y="45762"/>
                      <a:pt x="25581" y="70576"/>
                    </a:cubicBezTo>
                    <a:lnTo>
                      <a:pt x="25581" y="351741"/>
                    </a:lnTo>
                    <a:cubicBezTo>
                      <a:pt x="25581" y="376556"/>
                      <a:pt x="45763" y="396739"/>
                      <a:pt x="70575" y="396739"/>
                    </a:cubicBezTo>
                    <a:lnTo>
                      <a:pt x="351742" y="396738"/>
                    </a:lnTo>
                    <a:cubicBezTo>
                      <a:pt x="376562" y="396738"/>
                      <a:pt x="396740" y="376556"/>
                      <a:pt x="396740" y="351742"/>
                    </a:cubicBezTo>
                    <a:lnTo>
                      <a:pt x="396751" y="232706"/>
                    </a:lnTo>
                    <a:lnTo>
                      <a:pt x="238317" y="232706"/>
                    </a:lnTo>
                    <a:cubicBezTo>
                      <a:pt x="199410" y="232706"/>
                      <a:pt x="167730" y="201034"/>
                      <a:pt x="167730" y="162133"/>
                    </a:cubicBezTo>
                    <a:lnTo>
                      <a:pt x="167741" y="25577"/>
                    </a:lnTo>
                    <a:lnTo>
                      <a:pt x="70575" y="25577"/>
                    </a:lnTo>
                    <a:close/>
                    <a:moveTo>
                      <a:pt x="351742" y="422317"/>
                    </a:moveTo>
                    <a:lnTo>
                      <a:pt x="70575" y="422317"/>
                    </a:lnTo>
                    <a:cubicBezTo>
                      <a:pt x="31654" y="422317"/>
                      <a:pt x="0" y="390643"/>
                      <a:pt x="0" y="351742"/>
                    </a:cubicBezTo>
                    <a:lnTo>
                      <a:pt x="15" y="70574"/>
                    </a:lnTo>
                    <a:cubicBezTo>
                      <a:pt x="15" y="31640"/>
                      <a:pt x="31643" y="1"/>
                      <a:pt x="70575" y="1"/>
                    </a:cubicBezTo>
                    <a:lnTo>
                      <a:pt x="180524" y="0"/>
                    </a:lnTo>
                    <a:cubicBezTo>
                      <a:pt x="187583" y="0"/>
                      <a:pt x="193309" y="5729"/>
                      <a:pt x="193309" y="12790"/>
                    </a:cubicBezTo>
                    <a:lnTo>
                      <a:pt x="193309" y="162132"/>
                    </a:lnTo>
                    <a:cubicBezTo>
                      <a:pt x="193309" y="186946"/>
                      <a:pt x="213491" y="207129"/>
                      <a:pt x="238302" y="207129"/>
                    </a:cubicBezTo>
                    <a:lnTo>
                      <a:pt x="409536" y="207128"/>
                    </a:lnTo>
                    <a:cubicBezTo>
                      <a:pt x="416594" y="207128"/>
                      <a:pt x="422318" y="212858"/>
                      <a:pt x="422318" y="219919"/>
                    </a:cubicBezTo>
                    <a:lnTo>
                      <a:pt x="422319" y="351741"/>
                    </a:lnTo>
                    <a:cubicBezTo>
                      <a:pt x="422319" y="390642"/>
                      <a:pt x="390647" y="422318"/>
                      <a:pt x="351742" y="42231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239">
                <a:extLst>
                  <a:ext uri="{FF2B5EF4-FFF2-40B4-BE49-F238E27FC236}">
                    <a16:creationId xmlns:a16="http://schemas.microsoft.com/office/drawing/2014/main" id="{2CD8A95E-4658-E8D7-F749-196A34172C10}"/>
                  </a:ext>
                </a:extLst>
              </p:cNvPr>
              <p:cNvSpPr/>
              <p:nvPr/>
            </p:nvSpPr>
            <p:spPr>
              <a:xfrm>
                <a:off x="-1518458" y="2785834"/>
                <a:ext cx="422329" cy="422316"/>
              </a:xfrm>
              <a:custGeom>
                <a:avLst/>
                <a:gdLst>
                  <a:gd name="connsiteX0" fmla="*/ 70588 w 422329"/>
                  <a:gd name="connsiteY0" fmla="*/ 25578 h 422316"/>
                  <a:gd name="connsiteX1" fmla="*/ 25579 w 422329"/>
                  <a:gd name="connsiteY1" fmla="*/ 70576 h 422316"/>
                  <a:gd name="connsiteX2" fmla="*/ 25579 w 422329"/>
                  <a:gd name="connsiteY2" fmla="*/ 351742 h 422316"/>
                  <a:gd name="connsiteX3" fmla="*/ 70573 w 422329"/>
                  <a:gd name="connsiteY3" fmla="*/ 396739 h 422316"/>
                  <a:gd name="connsiteX4" fmla="*/ 351754 w 422329"/>
                  <a:gd name="connsiteY4" fmla="*/ 396738 h 422316"/>
                  <a:gd name="connsiteX5" fmla="*/ 396737 w 422329"/>
                  <a:gd name="connsiteY5" fmla="*/ 351743 h 422316"/>
                  <a:gd name="connsiteX6" fmla="*/ 396749 w 422329"/>
                  <a:gd name="connsiteY6" fmla="*/ 70575 h 422316"/>
                  <a:gd name="connsiteX7" fmla="*/ 351741 w 422329"/>
                  <a:gd name="connsiteY7" fmla="*/ 25580 h 422316"/>
                  <a:gd name="connsiteX8" fmla="*/ 70588 w 422329"/>
                  <a:gd name="connsiteY8" fmla="*/ 25578 h 422316"/>
                  <a:gd name="connsiteX9" fmla="*/ 351754 w 422329"/>
                  <a:gd name="connsiteY9" fmla="*/ 422317 h 422316"/>
                  <a:gd name="connsiteX10" fmla="*/ 70588 w 422329"/>
                  <a:gd name="connsiteY10" fmla="*/ 422317 h 422316"/>
                  <a:gd name="connsiteX11" fmla="*/ 0 w 422329"/>
                  <a:gd name="connsiteY11" fmla="*/ 351743 h 422316"/>
                  <a:gd name="connsiteX12" fmla="*/ 11 w 422329"/>
                  <a:gd name="connsiteY12" fmla="*/ 70575 h 422316"/>
                  <a:gd name="connsiteX13" fmla="*/ 70573 w 422329"/>
                  <a:gd name="connsiteY13" fmla="*/ 2 h 422316"/>
                  <a:gd name="connsiteX14" fmla="*/ 351754 w 422329"/>
                  <a:gd name="connsiteY14" fmla="*/ 0 h 422316"/>
                  <a:gd name="connsiteX15" fmla="*/ 422318 w 422329"/>
                  <a:gd name="connsiteY15" fmla="*/ 70576 h 422316"/>
                  <a:gd name="connsiteX16" fmla="*/ 422330 w 422329"/>
                  <a:gd name="connsiteY16" fmla="*/ 351742 h 422316"/>
                  <a:gd name="connsiteX17" fmla="*/ 351754 w 422329"/>
                  <a:gd name="connsiteY17" fmla="*/ 422317 h 422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22329" h="422316">
                    <a:moveTo>
                      <a:pt x="70588" y="25578"/>
                    </a:moveTo>
                    <a:cubicBezTo>
                      <a:pt x="45768" y="25578"/>
                      <a:pt x="25579" y="45763"/>
                      <a:pt x="25579" y="70576"/>
                    </a:cubicBezTo>
                    <a:lnTo>
                      <a:pt x="25579" y="351742"/>
                    </a:lnTo>
                    <a:cubicBezTo>
                      <a:pt x="25579" y="376557"/>
                      <a:pt x="45762" y="396739"/>
                      <a:pt x="70573" y="396739"/>
                    </a:cubicBezTo>
                    <a:lnTo>
                      <a:pt x="351754" y="396738"/>
                    </a:lnTo>
                    <a:cubicBezTo>
                      <a:pt x="376560" y="396738"/>
                      <a:pt x="396737" y="376557"/>
                      <a:pt x="396737" y="351743"/>
                    </a:cubicBezTo>
                    <a:lnTo>
                      <a:pt x="396749" y="70575"/>
                    </a:lnTo>
                    <a:cubicBezTo>
                      <a:pt x="396749" y="45762"/>
                      <a:pt x="376557" y="25580"/>
                      <a:pt x="351741" y="25580"/>
                    </a:cubicBezTo>
                    <a:lnTo>
                      <a:pt x="70588" y="25578"/>
                    </a:lnTo>
                    <a:close/>
                    <a:moveTo>
                      <a:pt x="351754" y="422317"/>
                    </a:moveTo>
                    <a:lnTo>
                      <a:pt x="70588" y="422317"/>
                    </a:lnTo>
                    <a:cubicBezTo>
                      <a:pt x="31680" y="422317"/>
                      <a:pt x="0" y="390644"/>
                      <a:pt x="0" y="351743"/>
                    </a:cubicBezTo>
                    <a:lnTo>
                      <a:pt x="11" y="70575"/>
                    </a:lnTo>
                    <a:cubicBezTo>
                      <a:pt x="11" y="31640"/>
                      <a:pt x="31674" y="2"/>
                      <a:pt x="70573" y="2"/>
                    </a:cubicBezTo>
                    <a:lnTo>
                      <a:pt x="351754" y="0"/>
                    </a:lnTo>
                    <a:cubicBezTo>
                      <a:pt x="390676" y="0"/>
                      <a:pt x="422318" y="31641"/>
                      <a:pt x="422318" y="70576"/>
                    </a:cubicBezTo>
                    <a:lnTo>
                      <a:pt x="422330" y="351742"/>
                    </a:lnTo>
                    <a:cubicBezTo>
                      <a:pt x="422330" y="390644"/>
                      <a:pt x="390676" y="422319"/>
                      <a:pt x="351754" y="42231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CFBA6EC-A802-2C0A-9F17-8A21716671D8}"/>
              </a:ext>
            </a:extLst>
          </p:cNvPr>
          <p:cNvGrpSpPr/>
          <p:nvPr/>
        </p:nvGrpSpPr>
        <p:grpSpPr>
          <a:xfrm>
            <a:off x="2969767" y="1608396"/>
            <a:ext cx="702195" cy="460595"/>
            <a:chOff x="1574695" y="4292795"/>
            <a:chExt cx="702195" cy="46059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FD786EF-DCA2-2641-DDB2-B88EB88B59D1}"/>
                </a:ext>
              </a:extLst>
            </p:cNvPr>
            <p:cNvSpPr>
              <a:spLocks/>
            </p:cNvSpPr>
            <p:nvPr/>
          </p:nvSpPr>
          <p:spPr>
            <a:xfrm>
              <a:off x="1574695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Database</a:t>
              </a:r>
            </a:p>
          </p:txBody>
        </p:sp>
        <p:grpSp>
          <p:nvGrpSpPr>
            <p:cNvPr id="51" name="Graphic 216">
              <a:extLst>
                <a:ext uri="{FF2B5EF4-FFF2-40B4-BE49-F238E27FC236}">
                  <a16:creationId xmlns:a16="http://schemas.microsoft.com/office/drawing/2014/main" id="{DC828898-7EE6-D7D5-F11E-6F0B5E46735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41999" y="4473990"/>
              <a:ext cx="167588" cy="279400"/>
              <a:chOff x="-768941" y="4047690"/>
              <a:chExt cx="69135" cy="115261"/>
            </a:xfrm>
            <a:solidFill>
              <a:schemeClr val="bg1"/>
            </a:solidFill>
          </p:grpSpPr>
          <p:sp>
            <p:nvSpPr>
              <p:cNvPr id="52" name="Freeform: Shape 243">
                <a:extLst>
                  <a:ext uri="{FF2B5EF4-FFF2-40B4-BE49-F238E27FC236}">
                    <a16:creationId xmlns:a16="http://schemas.microsoft.com/office/drawing/2014/main" id="{B8378430-972A-25EF-ECD8-F7CBBBA96DED}"/>
                  </a:ext>
                </a:extLst>
              </p:cNvPr>
              <p:cNvSpPr/>
              <p:nvPr/>
            </p:nvSpPr>
            <p:spPr>
              <a:xfrm>
                <a:off x="-768941" y="4047690"/>
                <a:ext cx="69135" cy="27723"/>
              </a:xfrm>
              <a:custGeom>
                <a:avLst/>
                <a:gdLst>
                  <a:gd name="connsiteX0" fmla="*/ 34567 w 69135"/>
                  <a:gd name="connsiteY0" fmla="*/ 2022 h 27723"/>
                  <a:gd name="connsiteX1" fmla="*/ 2022 w 69135"/>
                  <a:gd name="connsiteY1" fmla="*/ 13862 h 27723"/>
                  <a:gd name="connsiteX2" fmla="*/ 34566 w 69135"/>
                  <a:gd name="connsiteY2" fmla="*/ 25702 h 27723"/>
                  <a:gd name="connsiteX3" fmla="*/ 67113 w 69135"/>
                  <a:gd name="connsiteY3" fmla="*/ 13862 h 27723"/>
                  <a:gd name="connsiteX4" fmla="*/ 34567 w 69135"/>
                  <a:gd name="connsiteY4" fmla="*/ 2022 h 27723"/>
                  <a:gd name="connsiteX5" fmla="*/ 34567 w 69135"/>
                  <a:gd name="connsiteY5" fmla="*/ 27723 h 27723"/>
                  <a:gd name="connsiteX6" fmla="*/ 0 w 69135"/>
                  <a:gd name="connsiteY6" fmla="*/ 13862 h 27723"/>
                  <a:gd name="connsiteX7" fmla="*/ 34566 w 69135"/>
                  <a:gd name="connsiteY7" fmla="*/ 0 h 27723"/>
                  <a:gd name="connsiteX8" fmla="*/ 69136 w 69135"/>
                  <a:gd name="connsiteY8" fmla="*/ 13862 h 27723"/>
                  <a:gd name="connsiteX9" fmla="*/ 34567 w 69135"/>
                  <a:gd name="connsiteY9" fmla="*/ 27723 h 27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9135" h="27723">
                    <a:moveTo>
                      <a:pt x="34567" y="2022"/>
                    </a:moveTo>
                    <a:cubicBezTo>
                      <a:pt x="15100" y="2022"/>
                      <a:pt x="2022" y="8144"/>
                      <a:pt x="2022" y="13862"/>
                    </a:cubicBezTo>
                    <a:cubicBezTo>
                      <a:pt x="2022" y="19580"/>
                      <a:pt x="15099" y="25702"/>
                      <a:pt x="34566" y="25702"/>
                    </a:cubicBezTo>
                    <a:cubicBezTo>
                      <a:pt x="54037" y="25701"/>
                      <a:pt x="67113" y="19580"/>
                      <a:pt x="67113" y="13862"/>
                    </a:cubicBezTo>
                    <a:cubicBezTo>
                      <a:pt x="67114" y="8144"/>
                      <a:pt x="54036" y="2022"/>
                      <a:pt x="34567" y="2022"/>
                    </a:cubicBezTo>
                    <a:close/>
                    <a:moveTo>
                      <a:pt x="34567" y="27723"/>
                    </a:moveTo>
                    <a:cubicBezTo>
                      <a:pt x="15184" y="27723"/>
                      <a:pt x="0" y="21635"/>
                      <a:pt x="0" y="13862"/>
                    </a:cubicBezTo>
                    <a:cubicBezTo>
                      <a:pt x="0" y="6089"/>
                      <a:pt x="15184" y="0"/>
                      <a:pt x="34566" y="0"/>
                    </a:cubicBezTo>
                    <a:cubicBezTo>
                      <a:pt x="53952" y="0"/>
                      <a:pt x="69136" y="6089"/>
                      <a:pt x="69136" y="13862"/>
                    </a:cubicBezTo>
                    <a:cubicBezTo>
                      <a:pt x="69136" y="21635"/>
                      <a:pt x="53952" y="27724"/>
                      <a:pt x="34567" y="27723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244">
                <a:extLst>
                  <a:ext uri="{FF2B5EF4-FFF2-40B4-BE49-F238E27FC236}">
                    <a16:creationId xmlns:a16="http://schemas.microsoft.com/office/drawing/2014/main" id="{225F32BA-C265-9296-45BE-5929DBF533B4}"/>
                  </a:ext>
                </a:extLst>
              </p:cNvPr>
              <p:cNvSpPr/>
              <p:nvPr/>
            </p:nvSpPr>
            <p:spPr>
              <a:xfrm>
                <a:off x="-768941" y="4060540"/>
                <a:ext cx="69135" cy="34429"/>
              </a:xfrm>
              <a:custGeom>
                <a:avLst/>
                <a:gdLst>
                  <a:gd name="connsiteX0" fmla="*/ 34567 w 69135"/>
                  <a:gd name="connsiteY0" fmla="*/ 34430 h 34429"/>
                  <a:gd name="connsiteX1" fmla="*/ 0 w 69135"/>
                  <a:gd name="connsiteY1" fmla="*/ 23711 h 34429"/>
                  <a:gd name="connsiteX2" fmla="*/ 0 w 69135"/>
                  <a:gd name="connsiteY2" fmla="*/ 1011 h 34429"/>
                  <a:gd name="connsiteX3" fmla="*/ 1011 w 69135"/>
                  <a:gd name="connsiteY3" fmla="*/ 0 h 34429"/>
                  <a:gd name="connsiteX4" fmla="*/ 2022 w 69135"/>
                  <a:gd name="connsiteY4" fmla="*/ 1011 h 34429"/>
                  <a:gd name="connsiteX5" fmla="*/ 2022 w 69135"/>
                  <a:gd name="connsiteY5" fmla="*/ 23711 h 34429"/>
                  <a:gd name="connsiteX6" fmla="*/ 34567 w 69135"/>
                  <a:gd name="connsiteY6" fmla="*/ 32408 h 34429"/>
                  <a:gd name="connsiteX7" fmla="*/ 67114 w 69135"/>
                  <a:gd name="connsiteY7" fmla="*/ 23711 h 34429"/>
                  <a:gd name="connsiteX8" fmla="*/ 67114 w 69135"/>
                  <a:gd name="connsiteY8" fmla="*/ 1011 h 34429"/>
                  <a:gd name="connsiteX9" fmla="*/ 68125 w 69135"/>
                  <a:gd name="connsiteY9" fmla="*/ 0 h 34429"/>
                  <a:gd name="connsiteX10" fmla="*/ 69136 w 69135"/>
                  <a:gd name="connsiteY10" fmla="*/ 1011 h 34429"/>
                  <a:gd name="connsiteX11" fmla="*/ 69136 w 69135"/>
                  <a:gd name="connsiteY11" fmla="*/ 23711 h 34429"/>
                  <a:gd name="connsiteX12" fmla="*/ 34567 w 69135"/>
                  <a:gd name="connsiteY12" fmla="*/ 34430 h 34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429">
                    <a:moveTo>
                      <a:pt x="34567" y="34430"/>
                    </a:moveTo>
                    <a:cubicBezTo>
                      <a:pt x="17809" y="34430"/>
                      <a:pt x="0" y="30673"/>
                      <a:pt x="0" y="23711"/>
                    </a:cubicBezTo>
                    <a:lnTo>
                      <a:pt x="0" y="1011"/>
                    </a:lnTo>
                    <a:cubicBezTo>
                      <a:pt x="0" y="453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711"/>
                    </a:lnTo>
                    <a:cubicBezTo>
                      <a:pt x="2022" y="27824"/>
                      <a:pt x="15389" y="32408"/>
                      <a:pt x="34567" y="32408"/>
                    </a:cubicBezTo>
                    <a:cubicBezTo>
                      <a:pt x="53747" y="32408"/>
                      <a:pt x="67114" y="27824"/>
                      <a:pt x="67114" y="2371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711"/>
                    </a:lnTo>
                    <a:cubicBezTo>
                      <a:pt x="69136" y="30673"/>
                      <a:pt x="51324" y="34430"/>
                      <a:pt x="34567" y="3443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245">
                <a:extLst>
                  <a:ext uri="{FF2B5EF4-FFF2-40B4-BE49-F238E27FC236}">
                    <a16:creationId xmlns:a16="http://schemas.microsoft.com/office/drawing/2014/main" id="{E4031350-EE0C-1896-C385-AEF2C3F9D6C2}"/>
                  </a:ext>
                </a:extLst>
              </p:cNvPr>
              <p:cNvSpPr/>
              <p:nvPr/>
            </p:nvSpPr>
            <p:spPr>
              <a:xfrm>
                <a:off x="-768941" y="4083240"/>
                <a:ext cx="69135" cy="34390"/>
              </a:xfrm>
              <a:custGeom>
                <a:avLst/>
                <a:gdLst>
                  <a:gd name="connsiteX0" fmla="*/ 34567 w 69135"/>
                  <a:gd name="connsiteY0" fmla="*/ 34390 h 34390"/>
                  <a:gd name="connsiteX1" fmla="*/ 0 w 69135"/>
                  <a:gd name="connsiteY1" fmla="*/ 23671 h 34390"/>
                  <a:gd name="connsiteX2" fmla="*/ 0 w 69135"/>
                  <a:gd name="connsiteY2" fmla="*/ 1011 h 34390"/>
                  <a:gd name="connsiteX3" fmla="*/ 1011 w 69135"/>
                  <a:gd name="connsiteY3" fmla="*/ 0 h 34390"/>
                  <a:gd name="connsiteX4" fmla="*/ 2022 w 69135"/>
                  <a:gd name="connsiteY4" fmla="*/ 1011 h 34390"/>
                  <a:gd name="connsiteX5" fmla="*/ 2022 w 69135"/>
                  <a:gd name="connsiteY5" fmla="*/ 23670 h 34390"/>
                  <a:gd name="connsiteX6" fmla="*/ 34567 w 69135"/>
                  <a:gd name="connsiteY6" fmla="*/ 32368 h 34390"/>
                  <a:gd name="connsiteX7" fmla="*/ 67114 w 69135"/>
                  <a:gd name="connsiteY7" fmla="*/ 23671 h 34390"/>
                  <a:gd name="connsiteX8" fmla="*/ 67114 w 69135"/>
                  <a:gd name="connsiteY8" fmla="*/ 1011 h 34390"/>
                  <a:gd name="connsiteX9" fmla="*/ 68125 w 69135"/>
                  <a:gd name="connsiteY9" fmla="*/ 0 h 34390"/>
                  <a:gd name="connsiteX10" fmla="*/ 69136 w 69135"/>
                  <a:gd name="connsiteY10" fmla="*/ 1011 h 34390"/>
                  <a:gd name="connsiteX11" fmla="*/ 69136 w 69135"/>
                  <a:gd name="connsiteY11" fmla="*/ 23671 h 34390"/>
                  <a:gd name="connsiteX12" fmla="*/ 34567 w 69135"/>
                  <a:gd name="connsiteY12" fmla="*/ 34390 h 3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0">
                    <a:moveTo>
                      <a:pt x="34567" y="34390"/>
                    </a:moveTo>
                    <a:cubicBezTo>
                      <a:pt x="17809" y="34390"/>
                      <a:pt x="0" y="30633"/>
                      <a:pt x="0" y="23671"/>
                    </a:cubicBezTo>
                    <a:lnTo>
                      <a:pt x="0" y="1011"/>
                    </a:lnTo>
                    <a:cubicBezTo>
                      <a:pt x="0" y="453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0"/>
                    </a:lnTo>
                    <a:cubicBezTo>
                      <a:pt x="2022" y="27784"/>
                      <a:pt x="15389" y="32368"/>
                      <a:pt x="34567" y="32368"/>
                    </a:cubicBezTo>
                    <a:cubicBezTo>
                      <a:pt x="53747" y="32368"/>
                      <a:pt x="67114" y="27785"/>
                      <a:pt x="67114" y="2367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3"/>
                      <a:pt x="51324" y="34390"/>
                      <a:pt x="34567" y="3439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5" name="Freeform: Shape 246">
                <a:extLst>
                  <a:ext uri="{FF2B5EF4-FFF2-40B4-BE49-F238E27FC236}">
                    <a16:creationId xmlns:a16="http://schemas.microsoft.com/office/drawing/2014/main" id="{863F1E6B-83B0-E95A-A766-7D5633E4B438}"/>
                  </a:ext>
                </a:extLst>
              </p:cNvPr>
              <p:cNvSpPr/>
              <p:nvPr/>
            </p:nvSpPr>
            <p:spPr>
              <a:xfrm>
                <a:off x="-768941" y="4105900"/>
                <a:ext cx="69135" cy="34390"/>
              </a:xfrm>
              <a:custGeom>
                <a:avLst/>
                <a:gdLst>
                  <a:gd name="connsiteX0" fmla="*/ 34567 w 69135"/>
                  <a:gd name="connsiteY0" fmla="*/ 34390 h 34390"/>
                  <a:gd name="connsiteX1" fmla="*/ 0 w 69135"/>
                  <a:gd name="connsiteY1" fmla="*/ 23671 h 34390"/>
                  <a:gd name="connsiteX2" fmla="*/ 0 w 69135"/>
                  <a:gd name="connsiteY2" fmla="*/ 1011 h 34390"/>
                  <a:gd name="connsiteX3" fmla="*/ 1011 w 69135"/>
                  <a:gd name="connsiteY3" fmla="*/ 0 h 34390"/>
                  <a:gd name="connsiteX4" fmla="*/ 2022 w 69135"/>
                  <a:gd name="connsiteY4" fmla="*/ 1011 h 34390"/>
                  <a:gd name="connsiteX5" fmla="*/ 2022 w 69135"/>
                  <a:gd name="connsiteY5" fmla="*/ 23670 h 34390"/>
                  <a:gd name="connsiteX6" fmla="*/ 34567 w 69135"/>
                  <a:gd name="connsiteY6" fmla="*/ 32368 h 34390"/>
                  <a:gd name="connsiteX7" fmla="*/ 67114 w 69135"/>
                  <a:gd name="connsiteY7" fmla="*/ 23671 h 34390"/>
                  <a:gd name="connsiteX8" fmla="*/ 67114 w 69135"/>
                  <a:gd name="connsiteY8" fmla="*/ 1011 h 34390"/>
                  <a:gd name="connsiteX9" fmla="*/ 68125 w 69135"/>
                  <a:gd name="connsiteY9" fmla="*/ 0 h 34390"/>
                  <a:gd name="connsiteX10" fmla="*/ 69136 w 69135"/>
                  <a:gd name="connsiteY10" fmla="*/ 1011 h 34390"/>
                  <a:gd name="connsiteX11" fmla="*/ 69136 w 69135"/>
                  <a:gd name="connsiteY11" fmla="*/ 23671 h 34390"/>
                  <a:gd name="connsiteX12" fmla="*/ 34567 w 69135"/>
                  <a:gd name="connsiteY12" fmla="*/ 34390 h 3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0">
                    <a:moveTo>
                      <a:pt x="34567" y="34390"/>
                    </a:moveTo>
                    <a:cubicBezTo>
                      <a:pt x="17809" y="34390"/>
                      <a:pt x="0" y="30633"/>
                      <a:pt x="0" y="23671"/>
                    </a:cubicBezTo>
                    <a:lnTo>
                      <a:pt x="0" y="1011"/>
                    </a:lnTo>
                    <a:cubicBezTo>
                      <a:pt x="0" y="452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0"/>
                    </a:lnTo>
                    <a:cubicBezTo>
                      <a:pt x="2022" y="27784"/>
                      <a:pt x="15389" y="32368"/>
                      <a:pt x="34567" y="32368"/>
                    </a:cubicBezTo>
                    <a:cubicBezTo>
                      <a:pt x="53747" y="32368"/>
                      <a:pt x="67114" y="27785"/>
                      <a:pt x="67114" y="2367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3"/>
                      <a:pt x="51324" y="34390"/>
                      <a:pt x="34567" y="3439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6" name="Freeform: Shape 247">
                <a:extLst>
                  <a:ext uri="{FF2B5EF4-FFF2-40B4-BE49-F238E27FC236}">
                    <a16:creationId xmlns:a16="http://schemas.microsoft.com/office/drawing/2014/main" id="{2898893E-06C6-BA44-3C1F-280752341701}"/>
                  </a:ext>
                </a:extLst>
              </p:cNvPr>
              <p:cNvSpPr/>
              <p:nvPr/>
            </p:nvSpPr>
            <p:spPr>
              <a:xfrm>
                <a:off x="-768941" y="4128560"/>
                <a:ext cx="69135" cy="34391"/>
              </a:xfrm>
              <a:custGeom>
                <a:avLst/>
                <a:gdLst>
                  <a:gd name="connsiteX0" fmla="*/ 34567 w 69135"/>
                  <a:gd name="connsiteY0" fmla="*/ 34391 h 34391"/>
                  <a:gd name="connsiteX1" fmla="*/ 0 w 69135"/>
                  <a:gd name="connsiteY1" fmla="*/ 23671 h 34391"/>
                  <a:gd name="connsiteX2" fmla="*/ 0 w 69135"/>
                  <a:gd name="connsiteY2" fmla="*/ 1011 h 34391"/>
                  <a:gd name="connsiteX3" fmla="*/ 1011 w 69135"/>
                  <a:gd name="connsiteY3" fmla="*/ 0 h 34391"/>
                  <a:gd name="connsiteX4" fmla="*/ 2022 w 69135"/>
                  <a:gd name="connsiteY4" fmla="*/ 1011 h 34391"/>
                  <a:gd name="connsiteX5" fmla="*/ 2022 w 69135"/>
                  <a:gd name="connsiteY5" fmla="*/ 23671 h 34391"/>
                  <a:gd name="connsiteX6" fmla="*/ 34567 w 69135"/>
                  <a:gd name="connsiteY6" fmla="*/ 32369 h 34391"/>
                  <a:gd name="connsiteX7" fmla="*/ 67114 w 69135"/>
                  <a:gd name="connsiteY7" fmla="*/ 23671 h 34391"/>
                  <a:gd name="connsiteX8" fmla="*/ 67114 w 69135"/>
                  <a:gd name="connsiteY8" fmla="*/ 1011 h 34391"/>
                  <a:gd name="connsiteX9" fmla="*/ 68125 w 69135"/>
                  <a:gd name="connsiteY9" fmla="*/ 0 h 34391"/>
                  <a:gd name="connsiteX10" fmla="*/ 69136 w 69135"/>
                  <a:gd name="connsiteY10" fmla="*/ 1011 h 34391"/>
                  <a:gd name="connsiteX11" fmla="*/ 69136 w 69135"/>
                  <a:gd name="connsiteY11" fmla="*/ 23671 h 34391"/>
                  <a:gd name="connsiteX12" fmla="*/ 34567 w 69135"/>
                  <a:gd name="connsiteY12" fmla="*/ 34391 h 34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1">
                    <a:moveTo>
                      <a:pt x="34567" y="34391"/>
                    </a:moveTo>
                    <a:cubicBezTo>
                      <a:pt x="17809" y="34391"/>
                      <a:pt x="0" y="30634"/>
                      <a:pt x="0" y="23671"/>
                    </a:cubicBezTo>
                    <a:lnTo>
                      <a:pt x="0" y="1011"/>
                    </a:lnTo>
                    <a:cubicBezTo>
                      <a:pt x="0" y="452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1"/>
                    </a:lnTo>
                    <a:cubicBezTo>
                      <a:pt x="2022" y="27785"/>
                      <a:pt x="15389" y="32369"/>
                      <a:pt x="34567" y="32369"/>
                    </a:cubicBezTo>
                    <a:cubicBezTo>
                      <a:pt x="53747" y="32369"/>
                      <a:pt x="67114" y="27786"/>
                      <a:pt x="67114" y="23671"/>
                    </a:cubicBezTo>
                    <a:lnTo>
                      <a:pt x="67114" y="1011"/>
                    </a:lnTo>
                    <a:cubicBezTo>
                      <a:pt x="67114" y="452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4"/>
                      <a:pt x="51324" y="34391"/>
                      <a:pt x="34567" y="34391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5614845-F14C-58DE-E8BD-52FE170828B4}"/>
              </a:ext>
            </a:extLst>
          </p:cNvPr>
          <p:cNvGrpSpPr>
            <a:grpSpLocks noChangeAspect="1"/>
          </p:cNvGrpSpPr>
          <p:nvPr/>
        </p:nvGrpSpPr>
        <p:grpSpPr>
          <a:xfrm>
            <a:off x="2168307" y="1748553"/>
            <a:ext cx="255042" cy="320438"/>
            <a:chOff x="-531169" y="3093269"/>
            <a:chExt cx="185737" cy="233362"/>
          </a:xfrm>
          <a:solidFill>
            <a:schemeClr val="bg1"/>
          </a:solidFill>
        </p:grpSpPr>
        <p:sp>
          <p:nvSpPr>
            <p:cNvPr id="60" name="Freeform: Shape 225">
              <a:extLst>
                <a:ext uri="{FF2B5EF4-FFF2-40B4-BE49-F238E27FC236}">
                  <a16:creationId xmlns:a16="http://schemas.microsoft.com/office/drawing/2014/main" id="{9958DC80-1BA5-D355-2358-B97265CE6194}"/>
                </a:ext>
              </a:extLst>
            </p:cNvPr>
            <p:cNvSpPr/>
            <p:nvPr/>
          </p:nvSpPr>
          <p:spPr>
            <a:xfrm>
              <a:off x="-521644" y="3255194"/>
              <a:ext cx="119062" cy="61912"/>
            </a:xfrm>
            <a:custGeom>
              <a:avLst/>
              <a:gdLst>
                <a:gd name="connsiteX0" fmla="*/ 116681 w 119062"/>
                <a:gd name="connsiteY0" fmla="*/ 0 h 61912"/>
                <a:gd name="connsiteX1" fmla="*/ 2381 w 119062"/>
                <a:gd name="connsiteY1" fmla="*/ 0 h 61912"/>
                <a:gd name="connsiteX2" fmla="*/ 0 w 119062"/>
                <a:gd name="connsiteY2" fmla="*/ 2381 h 61912"/>
                <a:gd name="connsiteX3" fmla="*/ 0 w 119062"/>
                <a:gd name="connsiteY3" fmla="*/ 59531 h 61912"/>
                <a:gd name="connsiteX4" fmla="*/ 2381 w 119062"/>
                <a:gd name="connsiteY4" fmla="*/ 61913 h 61912"/>
                <a:gd name="connsiteX5" fmla="*/ 116681 w 119062"/>
                <a:gd name="connsiteY5" fmla="*/ 61913 h 61912"/>
                <a:gd name="connsiteX6" fmla="*/ 119063 w 119062"/>
                <a:gd name="connsiteY6" fmla="*/ 59531 h 61912"/>
                <a:gd name="connsiteX7" fmla="*/ 119063 w 119062"/>
                <a:gd name="connsiteY7" fmla="*/ 2381 h 61912"/>
                <a:gd name="connsiteX8" fmla="*/ 116681 w 119062"/>
                <a:gd name="connsiteY8" fmla="*/ 0 h 61912"/>
                <a:gd name="connsiteX9" fmla="*/ 114300 w 119062"/>
                <a:gd name="connsiteY9" fmla="*/ 57150 h 61912"/>
                <a:gd name="connsiteX10" fmla="*/ 4763 w 119062"/>
                <a:gd name="connsiteY10" fmla="*/ 57150 h 61912"/>
                <a:gd name="connsiteX11" fmla="*/ 4763 w 119062"/>
                <a:gd name="connsiteY11" fmla="*/ 4763 h 61912"/>
                <a:gd name="connsiteX12" fmla="*/ 114300 w 119062"/>
                <a:gd name="connsiteY12" fmla="*/ 4763 h 6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062" h="61912">
                  <a:moveTo>
                    <a:pt x="116681" y="0"/>
                  </a:move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lnTo>
                    <a:pt x="0" y="59531"/>
                  </a:lnTo>
                  <a:cubicBezTo>
                    <a:pt x="0" y="60846"/>
                    <a:pt x="1066" y="61913"/>
                    <a:pt x="2381" y="61913"/>
                  </a:cubicBezTo>
                  <a:lnTo>
                    <a:pt x="116681" y="61913"/>
                  </a:lnTo>
                  <a:cubicBezTo>
                    <a:pt x="117996" y="61913"/>
                    <a:pt x="119063" y="60846"/>
                    <a:pt x="119063" y="59531"/>
                  </a:cubicBezTo>
                  <a:lnTo>
                    <a:pt x="119063" y="2381"/>
                  </a:lnTo>
                  <a:cubicBezTo>
                    <a:pt x="119063" y="1066"/>
                    <a:pt x="117996" y="0"/>
                    <a:pt x="116681" y="0"/>
                  </a:cubicBezTo>
                  <a:close/>
                  <a:moveTo>
                    <a:pt x="114300" y="57150"/>
                  </a:moveTo>
                  <a:lnTo>
                    <a:pt x="4763" y="57150"/>
                  </a:lnTo>
                  <a:lnTo>
                    <a:pt x="4763" y="4763"/>
                  </a:lnTo>
                  <a:lnTo>
                    <a:pt x="114300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1" name="Freeform: Shape 226">
              <a:extLst>
                <a:ext uri="{FF2B5EF4-FFF2-40B4-BE49-F238E27FC236}">
                  <a16:creationId xmlns:a16="http://schemas.microsoft.com/office/drawing/2014/main" id="{260BA9E8-C1D1-8E6B-2486-C3A27E43DBCB}"/>
                </a:ext>
              </a:extLst>
            </p:cNvPr>
            <p:cNvSpPr/>
            <p:nvPr/>
          </p:nvSpPr>
          <p:spPr>
            <a:xfrm>
              <a:off x="-513224" y="3267777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3" name="Freeform: Shape 228">
              <a:extLst>
                <a:ext uri="{FF2B5EF4-FFF2-40B4-BE49-F238E27FC236}">
                  <a16:creationId xmlns:a16="http://schemas.microsoft.com/office/drawing/2014/main" id="{36C53D4A-0AEB-E43F-1D42-966070E36D5D}"/>
                </a:ext>
              </a:extLst>
            </p:cNvPr>
            <p:cNvSpPr/>
            <p:nvPr/>
          </p:nvSpPr>
          <p:spPr>
            <a:xfrm>
              <a:off x="-513224" y="3282922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8" name="Freeform: Shape 229">
              <a:extLst>
                <a:ext uri="{FF2B5EF4-FFF2-40B4-BE49-F238E27FC236}">
                  <a16:creationId xmlns:a16="http://schemas.microsoft.com/office/drawing/2014/main" id="{6BC5CE64-1917-4666-1EFC-D5DBFAED9A75}"/>
                </a:ext>
              </a:extLst>
            </p:cNvPr>
            <p:cNvSpPr/>
            <p:nvPr/>
          </p:nvSpPr>
          <p:spPr>
            <a:xfrm>
              <a:off x="-513224" y="3298057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9" name="Freeform: Shape 230">
              <a:extLst>
                <a:ext uri="{FF2B5EF4-FFF2-40B4-BE49-F238E27FC236}">
                  <a16:creationId xmlns:a16="http://schemas.microsoft.com/office/drawing/2014/main" id="{37CB8331-0145-300B-9096-9F7066D3B755}"/>
                </a:ext>
              </a:extLst>
            </p:cNvPr>
            <p:cNvSpPr/>
            <p:nvPr/>
          </p:nvSpPr>
          <p:spPr>
            <a:xfrm>
              <a:off x="-531169" y="3093269"/>
              <a:ext cx="185737" cy="233362"/>
            </a:xfrm>
            <a:custGeom>
              <a:avLst/>
              <a:gdLst>
                <a:gd name="connsiteX0" fmla="*/ 183356 w 185737"/>
                <a:gd name="connsiteY0" fmla="*/ 9525 h 233362"/>
                <a:gd name="connsiteX1" fmla="*/ 176213 w 185737"/>
                <a:gd name="connsiteY1" fmla="*/ 9525 h 233362"/>
                <a:gd name="connsiteX2" fmla="*/ 176213 w 185737"/>
                <a:gd name="connsiteY2" fmla="*/ 2381 h 233362"/>
                <a:gd name="connsiteX3" fmla="*/ 173831 w 185737"/>
                <a:gd name="connsiteY3" fmla="*/ 0 h 233362"/>
                <a:gd name="connsiteX4" fmla="*/ 107156 w 185737"/>
                <a:gd name="connsiteY4" fmla="*/ 0 h 233362"/>
                <a:gd name="connsiteX5" fmla="*/ 104775 w 185737"/>
                <a:gd name="connsiteY5" fmla="*/ 2381 h 233362"/>
                <a:gd name="connsiteX6" fmla="*/ 104775 w 185737"/>
                <a:gd name="connsiteY6" fmla="*/ 9525 h 233362"/>
                <a:gd name="connsiteX7" fmla="*/ 78772 w 185737"/>
                <a:gd name="connsiteY7" fmla="*/ 9525 h 233362"/>
                <a:gd name="connsiteX8" fmla="*/ 77086 w 185737"/>
                <a:gd name="connsiteY8" fmla="*/ 10220 h 233362"/>
                <a:gd name="connsiteX9" fmla="*/ 48320 w 185737"/>
                <a:gd name="connsiteY9" fmla="*/ 38986 h 233362"/>
                <a:gd name="connsiteX10" fmla="*/ 47625 w 185737"/>
                <a:gd name="connsiteY10" fmla="*/ 40672 h 233362"/>
                <a:gd name="connsiteX11" fmla="*/ 47625 w 185737"/>
                <a:gd name="connsiteY11" fmla="*/ 66675 h 233362"/>
                <a:gd name="connsiteX12" fmla="*/ 31147 w 185737"/>
                <a:gd name="connsiteY12" fmla="*/ 66675 h 233362"/>
                <a:gd name="connsiteX13" fmla="*/ 29461 w 185737"/>
                <a:gd name="connsiteY13" fmla="*/ 67370 h 233362"/>
                <a:gd name="connsiteX14" fmla="*/ 695 w 185737"/>
                <a:gd name="connsiteY14" fmla="*/ 96136 h 233362"/>
                <a:gd name="connsiteX15" fmla="*/ 0 w 185737"/>
                <a:gd name="connsiteY15" fmla="*/ 97822 h 233362"/>
                <a:gd name="connsiteX16" fmla="*/ 0 w 185737"/>
                <a:gd name="connsiteY16" fmla="*/ 230981 h 233362"/>
                <a:gd name="connsiteX17" fmla="*/ 2381 w 185737"/>
                <a:gd name="connsiteY17" fmla="*/ 233363 h 233362"/>
                <a:gd name="connsiteX18" fmla="*/ 135731 w 185737"/>
                <a:gd name="connsiteY18" fmla="*/ 233363 h 233362"/>
                <a:gd name="connsiteX19" fmla="*/ 138113 w 185737"/>
                <a:gd name="connsiteY19" fmla="*/ 230981 h 233362"/>
                <a:gd name="connsiteX20" fmla="*/ 138113 w 185737"/>
                <a:gd name="connsiteY20" fmla="*/ 176213 h 233362"/>
                <a:gd name="connsiteX21" fmla="*/ 183356 w 185737"/>
                <a:gd name="connsiteY21" fmla="*/ 176213 h 233362"/>
                <a:gd name="connsiteX22" fmla="*/ 185738 w 185737"/>
                <a:gd name="connsiteY22" fmla="*/ 173831 h 233362"/>
                <a:gd name="connsiteX23" fmla="*/ 185738 w 185737"/>
                <a:gd name="connsiteY23" fmla="*/ 11906 h 233362"/>
                <a:gd name="connsiteX24" fmla="*/ 183356 w 185737"/>
                <a:gd name="connsiteY24" fmla="*/ 9525 h 233362"/>
                <a:gd name="connsiteX25" fmla="*/ 109538 w 185737"/>
                <a:gd name="connsiteY25" fmla="*/ 4763 h 233362"/>
                <a:gd name="connsiteX26" fmla="*/ 171450 w 185737"/>
                <a:gd name="connsiteY26" fmla="*/ 4763 h 233362"/>
                <a:gd name="connsiteX27" fmla="*/ 171450 w 185737"/>
                <a:gd name="connsiteY27" fmla="*/ 47625 h 233362"/>
                <a:gd name="connsiteX28" fmla="*/ 109538 w 185737"/>
                <a:gd name="connsiteY28" fmla="*/ 47625 h 233362"/>
                <a:gd name="connsiteX29" fmla="*/ 109538 w 185737"/>
                <a:gd name="connsiteY29" fmla="*/ 4763 h 233362"/>
                <a:gd name="connsiteX30" fmla="*/ 133350 w 185737"/>
                <a:gd name="connsiteY30" fmla="*/ 228600 h 233362"/>
                <a:gd name="connsiteX31" fmla="*/ 4763 w 185737"/>
                <a:gd name="connsiteY31" fmla="*/ 228600 h 233362"/>
                <a:gd name="connsiteX32" fmla="*/ 4763 w 185737"/>
                <a:gd name="connsiteY32" fmla="*/ 98812 h 233362"/>
                <a:gd name="connsiteX33" fmla="*/ 32137 w 185737"/>
                <a:gd name="connsiteY33" fmla="*/ 71438 h 233362"/>
                <a:gd name="connsiteX34" fmla="*/ 57150 w 185737"/>
                <a:gd name="connsiteY34" fmla="*/ 71438 h 233362"/>
                <a:gd name="connsiteX35" fmla="*/ 57150 w 185737"/>
                <a:gd name="connsiteY35" fmla="*/ 107156 h 233362"/>
                <a:gd name="connsiteX36" fmla="*/ 59531 w 185737"/>
                <a:gd name="connsiteY36" fmla="*/ 109538 h 233362"/>
                <a:gd name="connsiteX37" fmla="*/ 126206 w 185737"/>
                <a:gd name="connsiteY37" fmla="*/ 109538 h 233362"/>
                <a:gd name="connsiteX38" fmla="*/ 128588 w 185737"/>
                <a:gd name="connsiteY38" fmla="*/ 107156 h 233362"/>
                <a:gd name="connsiteX39" fmla="*/ 128588 w 185737"/>
                <a:gd name="connsiteY39" fmla="*/ 71438 h 233362"/>
                <a:gd name="connsiteX40" fmla="*/ 133350 w 185737"/>
                <a:gd name="connsiteY40" fmla="*/ 71438 h 233362"/>
                <a:gd name="connsiteX41" fmla="*/ 133350 w 185737"/>
                <a:gd name="connsiteY41" fmla="*/ 228600 h 233362"/>
                <a:gd name="connsiteX42" fmla="*/ 123825 w 185737"/>
                <a:gd name="connsiteY42" fmla="*/ 69056 h 233362"/>
                <a:gd name="connsiteX43" fmla="*/ 123825 w 185737"/>
                <a:gd name="connsiteY43" fmla="*/ 104775 h 233362"/>
                <a:gd name="connsiteX44" fmla="*/ 61913 w 185737"/>
                <a:gd name="connsiteY44" fmla="*/ 104775 h 233362"/>
                <a:gd name="connsiteX45" fmla="*/ 61913 w 185737"/>
                <a:gd name="connsiteY45" fmla="*/ 61913 h 233362"/>
                <a:gd name="connsiteX46" fmla="*/ 123825 w 185737"/>
                <a:gd name="connsiteY46" fmla="*/ 61913 h 233362"/>
                <a:gd name="connsiteX47" fmla="*/ 138113 w 185737"/>
                <a:gd name="connsiteY47" fmla="*/ 152400 h 233362"/>
                <a:gd name="connsiteX48" fmla="*/ 165411 w 185737"/>
                <a:gd name="connsiteY48" fmla="*/ 152400 h 233362"/>
                <a:gd name="connsiteX49" fmla="*/ 167792 w 185737"/>
                <a:gd name="connsiteY49" fmla="*/ 150019 h 233362"/>
                <a:gd name="connsiteX50" fmla="*/ 165411 w 185737"/>
                <a:gd name="connsiteY50" fmla="*/ 147638 h 233362"/>
                <a:gd name="connsiteX51" fmla="*/ 138113 w 185737"/>
                <a:gd name="connsiteY51" fmla="*/ 147638 h 233362"/>
                <a:gd name="connsiteX52" fmla="*/ 138113 w 185737"/>
                <a:gd name="connsiteY52" fmla="*/ 137265 h 233362"/>
                <a:gd name="connsiteX53" fmla="*/ 165411 w 185737"/>
                <a:gd name="connsiteY53" fmla="*/ 137265 h 233362"/>
                <a:gd name="connsiteX54" fmla="*/ 167792 w 185737"/>
                <a:gd name="connsiteY54" fmla="*/ 134884 h 233362"/>
                <a:gd name="connsiteX55" fmla="*/ 165411 w 185737"/>
                <a:gd name="connsiteY55" fmla="*/ 132502 h 233362"/>
                <a:gd name="connsiteX56" fmla="*/ 138113 w 185737"/>
                <a:gd name="connsiteY56" fmla="*/ 132502 h 233362"/>
                <a:gd name="connsiteX57" fmla="*/ 138113 w 185737"/>
                <a:gd name="connsiteY57" fmla="*/ 122120 h 233362"/>
                <a:gd name="connsiteX58" fmla="*/ 165411 w 185737"/>
                <a:gd name="connsiteY58" fmla="*/ 122120 h 233362"/>
                <a:gd name="connsiteX59" fmla="*/ 167792 w 185737"/>
                <a:gd name="connsiteY59" fmla="*/ 119739 h 233362"/>
                <a:gd name="connsiteX60" fmla="*/ 165411 w 185737"/>
                <a:gd name="connsiteY60" fmla="*/ 117358 h 233362"/>
                <a:gd name="connsiteX61" fmla="*/ 138113 w 185737"/>
                <a:gd name="connsiteY61" fmla="*/ 117358 h 233362"/>
                <a:gd name="connsiteX62" fmla="*/ 138113 w 185737"/>
                <a:gd name="connsiteY62" fmla="*/ 109538 h 233362"/>
                <a:gd name="connsiteX63" fmla="*/ 171450 w 185737"/>
                <a:gd name="connsiteY63" fmla="*/ 109538 h 233362"/>
                <a:gd name="connsiteX64" fmla="*/ 171450 w 185737"/>
                <a:gd name="connsiteY64" fmla="*/ 161925 h 233362"/>
                <a:gd name="connsiteX65" fmla="*/ 138113 w 185737"/>
                <a:gd name="connsiteY65" fmla="*/ 161925 h 233362"/>
                <a:gd name="connsiteX66" fmla="*/ 180975 w 185737"/>
                <a:gd name="connsiteY66" fmla="*/ 171450 h 233362"/>
                <a:gd name="connsiteX67" fmla="*/ 138113 w 185737"/>
                <a:gd name="connsiteY67" fmla="*/ 171450 h 233362"/>
                <a:gd name="connsiteX68" fmla="*/ 138113 w 185737"/>
                <a:gd name="connsiteY68" fmla="*/ 166688 h 233362"/>
                <a:gd name="connsiteX69" fmla="*/ 173831 w 185737"/>
                <a:gd name="connsiteY69" fmla="*/ 166688 h 233362"/>
                <a:gd name="connsiteX70" fmla="*/ 176213 w 185737"/>
                <a:gd name="connsiteY70" fmla="*/ 164306 h 233362"/>
                <a:gd name="connsiteX71" fmla="*/ 176213 w 185737"/>
                <a:gd name="connsiteY71" fmla="*/ 107156 h 233362"/>
                <a:gd name="connsiteX72" fmla="*/ 173831 w 185737"/>
                <a:gd name="connsiteY72" fmla="*/ 104775 h 233362"/>
                <a:gd name="connsiteX73" fmla="*/ 138113 w 185737"/>
                <a:gd name="connsiteY73" fmla="*/ 104775 h 233362"/>
                <a:gd name="connsiteX74" fmla="*/ 138113 w 185737"/>
                <a:gd name="connsiteY74" fmla="*/ 69056 h 233362"/>
                <a:gd name="connsiteX75" fmla="*/ 135731 w 185737"/>
                <a:gd name="connsiteY75" fmla="*/ 66675 h 233362"/>
                <a:gd name="connsiteX76" fmla="*/ 128588 w 185737"/>
                <a:gd name="connsiteY76" fmla="*/ 66675 h 233362"/>
                <a:gd name="connsiteX77" fmla="*/ 128588 w 185737"/>
                <a:gd name="connsiteY77" fmla="*/ 59531 h 233362"/>
                <a:gd name="connsiteX78" fmla="*/ 126206 w 185737"/>
                <a:gd name="connsiteY78" fmla="*/ 57150 h 233362"/>
                <a:gd name="connsiteX79" fmla="*/ 59531 w 185737"/>
                <a:gd name="connsiteY79" fmla="*/ 57150 h 233362"/>
                <a:gd name="connsiteX80" fmla="*/ 57150 w 185737"/>
                <a:gd name="connsiteY80" fmla="*/ 59531 h 233362"/>
                <a:gd name="connsiteX81" fmla="*/ 57150 w 185737"/>
                <a:gd name="connsiteY81" fmla="*/ 66675 h 233362"/>
                <a:gd name="connsiteX82" fmla="*/ 52388 w 185737"/>
                <a:gd name="connsiteY82" fmla="*/ 66675 h 233362"/>
                <a:gd name="connsiteX83" fmla="*/ 52388 w 185737"/>
                <a:gd name="connsiteY83" fmla="*/ 41662 h 233362"/>
                <a:gd name="connsiteX84" fmla="*/ 79762 w 185737"/>
                <a:gd name="connsiteY84" fmla="*/ 14288 h 233362"/>
                <a:gd name="connsiteX85" fmla="*/ 104775 w 185737"/>
                <a:gd name="connsiteY85" fmla="*/ 14288 h 233362"/>
                <a:gd name="connsiteX86" fmla="*/ 104775 w 185737"/>
                <a:gd name="connsiteY86" fmla="*/ 50006 h 233362"/>
                <a:gd name="connsiteX87" fmla="*/ 107156 w 185737"/>
                <a:gd name="connsiteY87" fmla="*/ 52388 h 233362"/>
                <a:gd name="connsiteX88" fmla="*/ 173831 w 185737"/>
                <a:gd name="connsiteY88" fmla="*/ 52388 h 233362"/>
                <a:gd name="connsiteX89" fmla="*/ 176213 w 185737"/>
                <a:gd name="connsiteY89" fmla="*/ 50006 h 233362"/>
                <a:gd name="connsiteX90" fmla="*/ 176213 w 185737"/>
                <a:gd name="connsiteY90" fmla="*/ 14288 h 233362"/>
                <a:gd name="connsiteX91" fmla="*/ 180975 w 185737"/>
                <a:gd name="connsiteY91" fmla="*/ 14288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85737" h="233362">
                  <a:moveTo>
                    <a:pt x="183356" y="9525"/>
                  </a:moveTo>
                  <a:lnTo>
                    <a:pt x="176213" y="9525"/>
                  </a:lnTo>
                  <a:lnTo>
                    <a:pt x="176213" y="2381"/>
                  </a:lnTo>
                  <a:cubicBezTo>
                    <a:pt x="176213" y="1066"/>
                    <a:pt x="175146" y="0"/>
                    <a:pt x="173831" y="0"/>
                  </a:cubicBezTo>
                  <a:lnTo>
                    <a:pt x="107156" y="0"/>
                  </a:lnTo>
                  <a:cubicBezTo>
                    <a:pt x="105841" y="0"/>
                    <a:pt x="104775" y="1066"/>
                    <a:pt x="104775" y="2381"/>
                  </a:cubicBezTo>
                  <a:lnTo>
                    <a:pt x="104775" y="9525"/>
                  </a:lnTo>
                  <a:lnTo>
                    <a:pt x="78772" y="9525"/>
                  </a:lnTo>
                  <a:cubicBezTo>
                    <a:pt x="78140" y="9525"/>
                    <a:pt x="77534" y="9775"/>
                    <a:pt x="77086" y="10220"/>
                  </a:cubicBezTo>
                  <a:lnTo>
                    <a:pt x="48320" y="38986"/>
                  </a:lnTo>
                  <a:cubicBezTo>
                    <a:pt x="47875" y="39434"/>
                    <a:pt x="47625" y="40040"/>
                    <a:pt x="47625" y="40672"/>
                  </a:cubicBezTo>
                  <a:lnTo>
                    <a:pt x="47625" y="66675"/>
                  </a:lnTo>
                  <a:lnTo>
                    <a:pt x="31147" y="66675"/>
                  </a:lnTo>
                  <a:cubicBezTo>
                    <a:pt x="30515" y="66675"/>
                    <a:pt x="29909" y="66925"/>
                    <a:pt x="29461" y="67370"/>
                  </a:cubicBezTo>
                  <a:lnTo>
                    <a:pt x="695" y="96136"/>
                  </a:lnTo>
                  <a:cubicBezTo>
                    <a:pt x="250" y="96584"/>
                    <a:pt x="0" y="97190"/>
                    <a:pt x="0" y="97822"/>
                  </a:cubicBezTo>
                  <a:lnTo>
                    <a:pt x="0" y="230981"/>
                  </a:lnTo>
                  <a:cubicBezTo>
                    <a:pt x="0" y="232296"/>
                    <a:pt x="1066" y="233363"/>
                    <a:pt x="2381" y="233363"/>
                  </a:cubicBezTo>
                  <a:lnTo>
                    <a:pt x="135731" y="233363"/>
                  </a:lnTo>
                  <a:cubicBezTo>
                    <a:pt x="137046" y="233363"/>
                    <a:pt x="138113" y="232296"/>
                    <a:pt x="138113" y="230981"/>
                  </a:cubicBezTo>
                  <a:lnTo>
                    <a:pt x="138113" y="176213"/>
                  </a:lnTo>
                  <a:lnTo>
                    <a:pt x="183356" y="176213"/>
                  </a:lnTo>
                  <a:cubicBezTo>
                    <a:pt x="184671" y="176213"/>
                    <a:pt x="185738" y="175146"/>
                    <a:pt x="185738" y="173831"/>
                  </a:cubicBezTo>
                  <a:lnTo>
                    <a:pt x="185738" y="11906"/>
                  </a:lnTo>
                  <a:cubicBezTo>
                    <a:pt x="185738" y="10591"/>
                    <a:pt x="184671" y="9525"/>
                    <a:pt x="183356" y="9525"/>
                  </a:cubicBezTo>
                  <a:close/>
                  <a:moveTo>
                    <a:pt x="109538" y="4763"/>
                  </a:moveTo>
                  <a:lnTo>
                    <a:pt x="171450" y="4763"/>
                  </a:lnTo>
                  <a:lnTo>
                    <a:pt x="171450" y="47625"/>
                  </a:lnTo>
                  <a:lnTo>
                    <a:pt x="109538" y="47625"/>
                  </a:lnTo>
                  <a:lnTo>
                    <a:pt x="109538" y="4763"/>
                  </a:lnTo>
                  <a:close/>
                  <a:moveTo>
                    <a:pt x="133350" y="228600"/>
                  </a:moveTo>
                  <a:lnTo>
                    <a:pt x="4763" y="228600"/>
                  </a:lnTo>
                  <a:lnTo>
                    <a:pt x="4763" y="98812"/>
                  </a:lnTo>
                  <a:lnTo>
                    <a:pt x="32137" y="71438"/>
                  </a:lnTo>
                  <a:lnTo>
                    <a:pt x="57150" y="71438"/>
                  </a:lnTo>
                  <a:lnTo>
                    <a:pt x="57150" y="107156"/>
                  </a:lnTo>
                  <a:cubicBezTo>
                    <a:pt x="57150" y="108471"/>
                    <a:pt x="58216" y="109538"/>
                    <a:pt x="59531" y="109538"/>
                  </a:cubicBezTo>
                  <a:lnTo>
                    <a:pt x="126206" y="109538"/>
                  </a:lnTo>
                  <a:cubicBezTo>
                    <a:pt x="127521" y="109538"/>
                    <a:pt x="128588" y="108471"/>
                    <a:pt x="128588" y="107156"/>
                  </a:cubicBezTo>
                  <a:lnTo>
                    <a:pt x="128588" y="71438"/>
                  </a:lnTo>
                  <a:lnTo>
                    <a:pt x="133350" y="71438"/>
                  </a:lnTo>
                  <a:lnTo>
                    <a:pt x="133350" y="228600"/>
                  </a:lnTo>
                  <a:close/>
                  <a:moveTo>
                    <a:pt x="123825" y="69056"/>
                  </a:moveTo>
                  <a:lnTo>
                    <a:pt x="123825" y="104775"/>
                  </a:lnTo>
                  <a:lnTo>
                    <a:pt x="61913" y="104775"/>
                  </a:lnTo>
                  <a:lnTo>
                    <a:pt x="61913" y="61913"/>
                  </a:lnTo>
                  <a:lnTo>
                    <a:pt x="123825" y="61913"/>
                  </a:lnTo>
                  <a:close/>
                  <a:moveTo>
                    <a:pt x="138113" y="152400"/>
                  </a:moveTo>
                  <a:lnTo>
                    <a:pt x="165411" y="152400"/>
                  </a:lnTo>
                  <a:cubicBezTo>
                    <a:pt x="166726" y="152400"/>
                    <a:pt x="167792" y="151334"/>
                    <a:pt x="167792" y="150019"/>
                  </a:cubicBezTo>
                  <a:cubicBezTo>
                    <a:pt x="167792" y="148704"/>
                    <a:pt x="166726" y="147638"/>
                    <a:pt x="165411" y="147638"/>
                  </a:cubicBezTo>
                  <a:lnTo>
                    <a:pt x="138113" y="147638"/>
                  </a:lnTo>
                  <a:lnTo>
                    <a:pt x="138113" y="137265"/>
                  </a:lnTo>
                  <a:lnTo>
                    <a:pt x="165411" y="137265"/>
                  </a:lnTo>
                  <a:cubicBezTo>
                    <a:pt x="166726" y="137265"/>
                    <a:pt x="167792" y="136199"/>
                    <a:pt x="167792" y="134884"/>
                  </a:cubicBezTo>
                  <a:cubicBezTo>
                    <a:pt x="167792" y="133568"/>
                    <a:pt x="166726" y="132502"/>
                    <a:pt x="165411" y="132502"/>
                  </a:cubicBezTo>
                  <a:lnTo>
                    <a:pt x="138113" y="132502"/>
                  </a:lnTo>
                  <a:lnTo>
                    <a:pt x="138113" y="122120"/>
                  </a:lnTo>
                  <a:lnTo>
                    <a:pt x="165411" y="122120"/>
                  </a:lnTo>
                  <a:cubicBezTo>
                    <a:pt x="166726" y="122120"/>
                    <a:pt x="167792" y="121054"/>
                    <a:pt x="167792" y="119739"/>
                  </a:cubicBezTo>
                  <a:cubicBezTo>
                    <a:pt x="167792" y="118424"/>
                    <a:pt x="166726" y="117358"/>
                    <a:pt x="165411" y="117358"/>
                  </a:cubicBezTo>
                  <a:lnTo>
                    <a:pt x="138113" y="117358"/>
                  </a:lnTo>
                  <a:lnTo>
                    <a:pt x="138113" y="109538"/>
                  </a:lnTo>
                  <a:lnTo>
                    <a:pt x="171450" y="109538"/>
                  </a:lnTo>
                  <a:lnTo>
                    <a:pt x="171450" y="161925"/>
                  </a:lnTo>
                  <a:lnTo>
                    <a:pt x="138113" y="161925"/>
                  </a:lnTo>
                  <a:close/>
                  <a:moveTo>
                    <a:pt x="180975" y="171450"/>
                  </a:moveTo>
                  <a:lnTo>
                    <a:pt x="138113" y="171450"/>
                  </a:lnTo>
                  <a:lnTo>
                    <a:pt x="138113" y="166688"/>
                  </a:lnTo>
                  <a:lnTo>
                    <a:pt x="173831" y="166688"/>
                  </a:lnTo>
                  <a:cubicBezTo>
                    <a:pt x="175146" y="166688"/>
                    <a:pt x="176213" y="165621"/>
                    <a:pt x="176213" y="164306"/>
                  </a:cubicBezTo>
                  <a:lnTo>
                    <a:pt x="176213" y="107156"/>
                  </a:lnTo>
                  <a:cubicBezTo>
                    <a:pt x="176213" y="105841"/>
                    <a:pt x="175146" y="104775"/>
                    <a:pt x="173831" y="104775"/>
                  </a:cubicBezTo>
                  <a:lnTo>
                    <a:pt x="138113" y="104775"/>
                  </a:lnTo>
                  <a:lnTo>
                    <a:pt x="138113" y="69056"/>
                  </a:lnTo>
                  <a:cubicBezTo>
                    <a:pt x="138113" y="67741"/>
                    <a:pt x="137046" y="66675"/>
                    <a:pt x="135731" y="66675"/>
                  </a:cubicBezTo>
                  <a:lnTo>
                    <a:pt x="128588" y="66675"/>
                  </a:lnTo>
                  <a:lnTo>
                    <a:pt x="128588" y="59531"/>
                  </a:lnTo>
                  <a:cubicBezTo>
                    <a:pt x="128588" y="58216"/>
                    <a:pt x="127521" y="57150"/>
                    <a:pt x="126206" y="57150"/>
                  </a:cubicBezTo>
                  <a:lnTo>
                    <a:pt x="59531" y="57150"/>
                  </a:lnTo>
                  <a:cubicBezTo>
                    <a:pt x="58216" y="57150"/>
                    <a:pt x="57150" y="58216"/>
                    <a:pt x="57150" y="59531"/>
                  </a:cubicBezTo>
                  <a:lnTo>
                    <a:pt x="57150" y="66675"/>
                  </a:lnTo>
                  <a:lnTo>
                    <a:pt x="52388" y="66675"/>
                  </a:lnTo>
                  <a:lnTo>
                    <a:pt x="52388" y="41662"/>
                  </a:lnTo>
                  <a:lnTo>
                    <a:pt x="79762" y="14288"/>
                  </a:lnTo>
                  <a:lnTo>
                    <a:pt x="104775" y="14288"/>
                  </a:lnTo>
                  <a:lnTo>
                    <a:pt x="104775" y="50006"/>
                  </a:lnTo>
                  <a:cubicBezTo>
                    <a:pt x="104775" y="51321"/>
                    <a:pt x="105841" y="52388"/>
                    <a:pt x="107156" y="52388"/>
                  </a:cubicBezTo>
                  <a:lnTo>
                    <a:pt x="173831" y="52388"/>
                  </a:lnTo>
                  <a:cubicBezTo>
                    <a:pt x="175146" y="52388"/>
                    <a:pt x="176213" y="51321"/>
                    <a:pt x="176213" y="50006"/>
                  </a:cubicBezTo>
                  <a:lnTo>
                    <a:pt x="176213" y="14288"/>
                  </a:lnTo>
                  <a:lnTo>
                    <a:pt x="180975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450" name="Rectangle 449">
            <a:extLst>
              <a:ext uri="{FF2B5EF4-FFF2-40B4-BE49-F238E27FC236}">
                <a16:creationId xmlns:a16="http://schemas.microsoft.com/office/drawing/2014/main" id="{BA9364F6-F5AB-2880-BE3A-B0E32A006CD9}"/>
              </a:ext>
            </a:extLst>
          </p:cNvPr>
          <p:cNvSpPr>
            <a:spLocks/>
          </p:cNvSpPr>
          <p:nvPr/>
        </p:nvSpPr>
        <p:spPr>
          <a:xfrm>
            <a:off x="1944076" y="1608749"/>
            <a:ext cx="702195" cy="12311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Files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54EF66F-28A7-E5EA-5869-E171F5E6D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156" y="2179517"/>
            <a:ext cx="896922" cy="137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30">
            <a:extLst>
              <a:ext uri="{FF2B5EF4-FFF2-40B4-BE49-F238E27FC236}">
                <a16:creationId xmlns:a16="http://schemas.microsoft.com/office/drawing/2014/main" id="{F23B1484-AEA4-ED23-6503-860D583F4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934574"/>
              </p:ext>
            </p:extLst>
          </p:nvPr>
        </p:nvGraphicFramePr>
        <p:xfrm>
          <a:off x="6515344" y="3975920"/>
          <a:ext cx="2239426" cy="2065132"/>
        </p:xfrm>
        <a:graphic>
          <a:graphicData uri="http://schemas.openxmlformats.org/drawingml/2006/table">
            <a:tbl>
              <a:tblPr firstRow="1" bandRow="1"/>
              <a:tblGrid>
                <a:gridCol w="2239426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20651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 dirty="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F42C04C-349C-3A20-9DA5-E1EF9160A631}"/>
              </a:ext>
            </a:extLst>
          </p:cNvPr>
          <p:cNvSpPr txBox="1"/>
          <p:nvPr/>
        </p:nvSpPr>
        <p:spPr>
          <a:xfrm>
            <a:off x="7393202" y="3723448"/>
            <a:ext cx="626074" cy="2769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/>
                <a:sym typeface="Arial"/>
              </a:rPr>
              <a:t>East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055BE6-1822-D531-3B86-C524C034D66F}"/>
              </a:ext>
            </a:extLst>
          </p:cNvPr>
          <p:cNvSpPr txBox="1"/>
          <p:nvPr/>
        </p:nvSpPr>
        <p:spPr>
          <a:xfrm>
            <a:off x="2677342" y="2427446"/>
            <a:ext cx="13983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PowerStore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8" name="Picture 8" descr="Data Domain DD2200 | SANStorageWorks.com">
            <a:extLst>
              <a:ext uri="{FF2B5EF4-FFF2-40B4-BE49-F238E27FC236}">
                <a16:creationId xmlns:a16="http://schemas.microsoft.com/office/drawing/2014/main" id="{0DC4B5AD-99A2-50E7-EE27-6D0701261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2164" y="5279538"/>
            <a:ext cx="2062449" cy="614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6" descr="How To Successfully Setup An Avamar Backup Policy.">
            <a:extLst>
              <a:ext uri="{FF2B5EF4-FFF2-40B4-BE49-F238E27FC236}">
                <a16:creationId xmlns:a16="http://schemas.microsoft.com/office/drawing/2014/main" id="{A23EFA86-736C-D62C-6582-18AA69ED0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413" y="4465900"/>
            <a:ext cx="949652" cy="562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46973A6-6F0E-9B6D-60B8-71832980AB74}"/>
              </a:ext>
            </a:extLst>
          </p:cNvPr>
          <p:cNvGrpSpPr/>
          <p:nvPr/>
        </p:nvGrpSpPr>
        <p:grpSpPr>
          <a:xfrm>
            <a:off x="2374028" y="3470608"/>
            <a:ext cx="1644166" cy="803161"/>
            <a:chOff x="1907341" y="2973966"/>
            <a:chExt cx="1644166" cy="803161"/>
          </a:xfrm>
        </p:grpSpPr>
        <p:pic>
          <p:nvPicPr>
            <p:cNvPr id="6" name="Graphic 5" descr="Lock outline">
              <a:extLst>
                <a:ext uri="{FF2B5EF4-FFF2-40B4-BE49-F238E27FC236}">
                  <a16:creationId xmlns:a16="http://schemas.microsoft.com/office/drawing/2014/main" id="{FBEB3E89-47D9-61BB-ADD0-1844FFD2C07D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907341" y="3200554"/>
              <a:ext cx="243822" cy="24382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13B65E-3924-7FD9-22C5-758AEC36D137}"/>
                </a:ext>
              </a:extLst>
            </p:cNvPr>
            <p:cNvSpPr txBox="1"/>
            <p:nvPr/>
          </p:nvSpPr>
          <p:spPr>
            <a:xfrm>
              <a:off x="2153194" y="3561683"/>
              <a:ext cx="139831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Command Center</a:t>
              </a:r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1B0706AA-048B-71F0-76BA-F00F3410F124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021153" y="3040029"/>
              <a:ext cx="571500" cy="571500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5E2D329C-7B58-4B6F-1528-CA7388DEEBFF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2493263" y="2973966"/>
              <a:ext cx="772642" cy="521654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</p:pic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979ED783-2428-2CA3-3ED5-5EAAD12D2892}"/>
                </a:ext>
              </a:extLst>
            </p:cNvPr>
            <p:cNvSpPr/>
            <p:nvPr/>
          </p:nvSpPr>
          <p:spPr>
            <a:xfrm>
              <a:off x="2248575" y="3339829"/>
              <a:ext cx="182880" cy="182880"/>
            </a:xfrm>
            <a:prstGeom prst="ellipse">
              <a:avLst/>
            </a:prstGeom>
            <a:solidFill>
              <a:srgbClr val="7030A0"/>
            </a:solidFill>
            <a:ln w="12700" cap="flat" cmpd="sng" algn="ctr">
              <a:solidFill>
                <a:srgbClr val="83489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CS</a:t>
              </a:r>
            </a:p>
          </p:txBody>
        </p:sp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3B6DFDDF-9174-2A70-4B48-86E55E797695}"/>
              </a:ext>
            </a:extLst>
          </p:cNvPr>
          <p:cNvGrpSpPr/>
          <p:nvPr/>
        </p:nvGrpSpPr>
        <p:grpSpPr>
          <a:xfrm>
            <a:off x="3668991" y="3657529"/>
            <a:ext cx="571500" cy="571500"/>
            <a:chOff x="4397636" y="3767179"/>
            <a:chExt cx="571500" cy="571500"/>
          </a:xfrm>
        </p:grpSpPr>
        <p:pic>
          <p:nvPicPr>
            <p:cNvPr id="456" name="Graphic 455">
              <a:extLst>
                <a:ext uri="{FF2B5EF4-FFF2-40B4-BE49-F238E27FC236}">
                  <a16:creationId xmlns:a16="http://schemas.microsoft.com/office/drawing/2014/main" id="{17CA5014-CA4B-DC14-A39D-05FF16556E65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397636" y="3767179"/>
              <a:ext cx="571500" cy="571500"/>
            </a:xfrm>
            <a:prstGeom prst="rect">
              <a:avLst/>
            </a:prstGeom>
          </p:spPr>
        </p:pic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A1D8685A-FDC6-E967-F90E-018E65A05066}"/>
                </a:ext>
              </a:extLst>
            </p:cNvPr>
            <p:cNvSpPr/>
            <p:nvPr/>
          </p:nvSpPr>
          <p:spPr>
            <a:xfrm>
              <a:off x="4639913" y="4052929"/>
              <a:ext cx="195083" cy="221124"/>
            </a:xfrm>
            <a:prstGeom prst="ellipse">
              <a:avLst/>
            </a:prstGeom>
            <a:solidFill>
              <a:srgbClr val="844896"/>
            </a:solidFill>
            <a:ln w="12700" cap="flat" cmpd="sng" algn="ctr">
              <a:solidFill>
                <a:srgbClr val="83489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MA</a:t>
              </a:r>
            </a:p>
          </p:txBody>
        </p:sp>
      </p:grp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2C720F12-04AF-DF19-E234-5F95FB63BBBE}"/>
              </a:ext>
            </a:extLst>
          </p:cNvPr>
          <p:cNvGrpSpPr/>
          <p:nvPr/>
        </p:nvGrpSpPr>
        <p:grpSpPr>
          <a:xfrm>
            <a:off x="4029324" y="3662714"/>
            <a:ext cx="571500" cy="571500"/>
            <a:chOff x="4397636" y="3767179"/>
            <a:chExt cx="571500" cy="571500"/>
          </a:xfrm>
        </p:grpSpPr>
        <p:pic>
          <p:nvPicPr>
            <p:cNvPr id="460" name="Graphic 459">
              <a:extLst>
                <a:ext uri="{FF2B5EF4-FFF2-40B4-BE49-F238E27FC236}">
                  <a16:creationId xmlns:a16="http://schemas.microsoft.com/office/drawing/2014/main" id="{2F8BAFF1-3663-A396-AC01-EE19355F6648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397636" y="3767179"/>
              <a:ext cx="571500" cy="571500"/>
            </a:xfrm>
            <a:prstGeom prst="rect">
              <a:avLst/>
            </a:prstGeom>
          </p:spPr>
        </p:pic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211B35F1-5895-7905-6FCB-CB677634ACAC}"/>
                </a:ext>
              </a:extLst>
            </p:cNvPr>
            <p:cNvSpPr/>
            <p:nvPr/>
          </p:nvSpPr>
          <p:spPr>
            <a:xfrm>
              <a:off x="4639913" y="4052929"/>
              <a:ext cx="195083" cy="221124"/>
            </a:xfrm>
            <a:prstGeom prst="ellipse">
              <a:avLst/>
            </a:prstGeom>
            <a:solidFill>
              <a:srgbClr val="844896"/>
            </a:solidFill>
            <a:ln w="12700" cap="flat" cmpd="sng" algn="ctr">
              <a:solidFill>
                <a:srgbClr val="83489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MA</a:t>
              </a:r>
            </a:p>
          </p:txBody>
        </p:sp>
      </p:grpSp>
      <p:graphicFrame>
        <p:nvGraphicFramePr>
          <p:cNvPr id="462" name="Table 461">
            <a:extLst>
              <a:ext uri="{FF2B5EF4-FFF2-40B4-BE49-F238E27FC236}">
                <a16:creationId xmlns:a16="http://schemas.microsoft.com/office/drawing/2014/main" id="{7EF2D7C5-8BAA-6EE5-5EE0-C24488209957}"/>
              </a:ext>
            </a:extLst>
          </p:cNvPr>
          <p:cNvGraphicFramePr>
            <a:graphicFrameLocks noGrp="1"/>
          </p:cNvGraphicFramePr>
          <p:nvPr/>
        </p:nvGraphicFramePr>
        <p:xfrm>
          <a:off x="9997310" y="1910693"/>
          <a:ext cx="1814797" cy="1168193"/>
        </p:xfrm>
        <a:graphic>
          <a:graphicData uri="http://schemas.openxmlformats.org/drawingml/2006/table">
            <a:tbl>
              <a:tblPr firstRow="1" bandRow="1"/>
              <a:tblGrid>
                <a:gridCol w="1814797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</a:tblGrid>
              <a:tr h="2422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800" b="1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Data Security Posture Mgmt.</a:t>
                      </a: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4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530383"/>
                  </a:ext>
                </a:extLst>
              </a:tr>
              <a:tr h="242262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Forensic Scan for Impact</a:t>
                      </a: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943794"/>
                  </a:ext>
                </a:extLst>
              </a:tr>
              <a:tr h="6836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Work Sans" pitchFamily="2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</a:tbl>
          </a:graphicData>
        </a:graphic>
      </p:graphicFrame>
      <p:graphicFrame>
        <p:nvGraphicFramePr>
          <p:cNvPr id="463" name="Table 31">
            <a:extLst>
              <a:ext uri="{FF2B5EF4-FFF2-40B4-BE49-F238E27FC236}">
                <a16:creationId xmlns:a16="http://schemas.microsoft.com/office/drawing/2014/main" id="{6BB3A2B4-6E71-646A-44F2-70EF6EFC2C02}"/>
              </a:ext>
            </a:extLst>
          </p:cNvPr>
          <p:cNvGraphicFramePr>
            <a:graphicFrameLocks noGrp="1"/>
          </p:cNvGraphicFramePr>
          <p:nvPr/>
        </p:nvGraphicFramePr>
        <p:xfrm>
          <a:off x="8147257" y="1922779"/>
          <a:ext cx="1743368" cy="1171672"/>
        </p:xfrm>
        <a:graphic>
          <a:graphicData uri="http://schemas.openxmlformats.org/drawingml/2006/table">
            <a:tbl>
              <a:tblPr firstRow="1" bandRow="1"/>
              <a:tblGrid>
                <a:gridCol w="1743368">
                  <a:extLst>
                    <a:ext uri="{9D8B030D-6E8A-4147-A177-3AD203B41FA5}">
                      <a16:colId xmlns:a16="http://schemas.microsoft.com/office/drawing/2014/main" val="3468807398"/>
                    </a:ext>
                  </a:extLst>
                </a:gridCol>
              </a:tblGrid>
              <a:tr h="243841"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Threat Analysis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4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530383"/>
                  </a:ext>
                </a:extLst>
              </a:tr>
              <a:tr h="221674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+mn-lt"/>
                        </a:rPr>
                        <a:t>File &amp; VM AI Threat Scan</a:t>
                      </a: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  <a:tr h="706157">
                <a:tc>
                  <a:txBody>
                    <a:bodyPr/>
                    <a:lstStyle/>
                    <a:p>
                      <a:pPr marL="54864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File Entropy</a:t>
                      </a:r>
                    </a:p>
                    <a:p>
                      <a:pPr marL="54864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View Corrupt versions</a:t>
                      </a:r>
                    </a:p>
                    <a:p>
                      <a:pPr marL="54864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Quarantine Versions</a:t>
                      </a:r>
                    </a:p>
                    <a:p>
                      <a:pPr marL="54864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Signature Based Scan</a:t>
                      </a:r>
                    </a:p>
                    <a:p>
                      <a:pPr marL="54864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AI Zero Day Scan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78408"/>
                  </a:ext>
                </a:extLst>
              </a:tr>
            </a:tbl>
          </a:graphicData>
        </a:graphic>
      </p:graphicFrame>
      <p:graphicFrame>
        <p:nvGraphicFramePr>
          <p:cNvPr id="465" name="Table 31">
            <a:extLst>
              <a:ext uri="{FF2B5EF4-FFF2-40B4-BE49-F238E27FC236}">
                <a16:creationId xmlns:a16="http://schemas.microsoft.com/office/drawing/2014/main" id="{16839677-8ADA-E920-AA33-897F4C4F279E}"/>
              </a:ext>
            </a:extLst>
          </p:cNvPr>
          <p:cNvGraphicFramePr>
            <a:graphicFrameLocks noGrp="1"/>
          </p:cNvGraphicFramePr>
          <p:nvPr/>
        </p:nvGraphicFramePr>
        <p:xfrm>
          <a:off x="5472195" y="1923470"/>
          <a:ext cx="2574858" cy="1175143"/>
        </p:xfrm>
        <a:graphic>
          <a:graphicData uri="http://schemas.openxmlformats.org/drawingml/2006/table">
            <a:tbl>
              <a:tblPr firstRow="1" bandRow="1"/>
              <a:tblGrid>
                <a:gridCol w="1131396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  <a:gridCol w="1443462">
                  <a:extLst>
                    <a:ext uri="{9D8B030D-6E8A-4147-A177-3AD203B41FA5}">
                      <a16:colId xmlns:a16="http://schemas.microsoft.com/office/drawing/2014/main" val="990855320"/>
                    </a:ext>
                  </a:extLst>
                </a:gridCol>
              </a:tblGrid>
              <a:tr h="239205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05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800" b="1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Anomaly Detection (IoC’s)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41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530383"/>
                  </a:ext>
                </a:extLst>
              </a:tr>
              <a:tr h="2174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Pre- Detection</a:t>
                      </a: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In-line Backup</a:t>
                      </a: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  <a:tr h="706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Live File Activity</a:t>
                      </a:r>
                    </a:p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Canary Files</a:t>
                      </a:r>
                    </a:p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C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Open Sans" panose="020B0606030504020204" pitchFamily="34" charset="0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Agentless VM CMDR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File Extension change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MIME Type Mismatch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Backup size change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78408"/>
                  </a:ext>
                </a:extLst>
              </a:tr>
            </a:tbl>
          </a:graphicData>
        </a:graphic>
      </p:graphicFrame>
      <p:sp>
        <p:nvSpPr>
          <p:cNvPr id="466" name="TextBox 465">
            <a:extLst>
              <a:ext uri="{FF2B5EF4-FFF2-40B4-BE49-F238E27FC236}">
                <a16:creationId xmlns:a16="http://schemas.microsoft.com/office/drawing/2014/main" id="{2BBE0660-C595-ED85-5F63-AFFAAAA28B2C}"/>
              </a:ext>
            </a:extLst>
          </p:cNvPr>
          <p:cNvSpPr txBox="1"/>
          <p:nvPr/>
        </p:nvSpPr>
        <p:spPr>
          <a:xfrm>
            <a:off x="8096490" y="3329539"/>
            <a:ext cx="18449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Quarantine &amp; Clean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EBE6D058-5E42-DE7A-2393-CA5A912F5BEA}"/>
              </a:ext>
            </a:extLst>
          </p:cNvPr>
          <p:cNvSpPr txBox="1"/>
          <p:nvPr/>
        </p:nvSpPr>
        <p:spPr>
          <a:xfrm>
            <a:off x="6395816" y="3330687"/>
            <a:ext cx="15463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Detect &amp; Protect</a:t>
            </a: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71FEC24D-9EF4-5398-4F2C-41AEE3BCAB45}"/>
              </a:ext>
            </a:extLst>
          </p:cNvPr>
          <p:cNvSpPr txBox="1"/>
          <p:nvPr/>
        </p:nvSpPr>
        <p:spPr>
          <a:xfrm>
            <a:off x="9965286" y="2388589"/>
            <a:ext cx="18449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SaaS DB’s. Monitoring, Masking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IAM| Access | Permissions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Sensitive Data </a:t>
            </a:r>
            <a:r>
              <a:rPr lang="en-US" sz="800">
                <a:solidFill>
                  <a:srgbClr val="FFFFFF"/>
                </a:solidFill>
                <a:latin typeface="Arial" panose="020B0604020202020204"/>
                <a:cs typeface="Arial"/>
                <a:sym typeface="Arial"/>
              </a:rPr>
              <a:t>Remediation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8F80B198-79F0-B80E-1386-F23BB54E123E}"/>
              </a:ext>
            </a:extLst>
          </p:cNvPr>
          <p:cNvCxnSpPr>
            <a:cxnSpLocks/>
          </p:cNvCxnSpPr>
          <p:nvPr/>
        </p:nvCxnSpPr>
        <p:spPr>
          <a:xfrm rot="10800000">
            <a:off x="6876495" y="3085859"/>
            <a:ext cx="0" cy="189047"/>
          </a:xfrm>
          <a:prstGeom prst="line">
            <a:avLst/>
          </a:prstGeom>
          <a:ln w="19050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3BE4C493-7B48-E4E0-DC7B-873EC38701C6}"/>
              </a:ext>
            </a:extLst>
          </p:cNvPr>
          <p:cNvCxnSpPr>
            <a:cxnSpLocks/>
          </p:cNvCxnSpPr>
          <p:nvPr/>
        </p:nvCxnSpPr>
        <p:spPr>
          <a:xfrm rot="10800000">
            <a:off x="9065162" y="3104618"/>
            <a:ext cx="0" cy="189047"/>
          </a:xfrm>
          <a:prstGeom prst="line">
            <a:avLst/>
          </a:prstGeom>
          <a:ln w="19050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Connector 475">
            <a:extLst>
              <a:ext uri="{FF2B5EF4-FFF2-40B4-BE49-F238E27FC236}">
                <a16:creationId xmlns:a16="http://schemas.microsoft.com/office/drawing/2014/main" id="{3F91C54A-3A6D-5D6D-91B9-C209B5C7EFAF}"/>
              </a:ext>
            </a:extLst>
          </p:cNvPr>
          <p:cNvCxnSpPr>
            <a:cxnSpLocks/>
          </p:cNvCxnSpPr>
          <p:nvPr/>
        </p:nvCxnSpPr>
        <p:spPr>
          <a:xfrm rot="10800000">
            <a:off x="11400236" y="3081786"/>
            <a:ext cx="0" cy="189047"/>
          </a:xfrm>
          <a:prstGeom prst="line">
            <a:avLst/>
          </a:prstGeom>
          <a:ln w="19050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7" name="TextBox 476">
            <a:extLst>
              <a:ext uri="{FF2B5EF4-FFF2-40B4-BE49-F238E27FC236}">
                <a16:creationId xmlns:a16="http://schemas.microsoft.com/office/drawing/2014/main" id="{2A29D24D-742B-C92B-E1B2-67B1A1EF4F52}"/>
              </a:ext>
            </a:extLst>
          </p:cNvPr>
          <p:cNvSpPr txBox="1"/>
          <p:nvPr/>
        </p:nvSpPr>
        <p:spPr>
          <a:xfrm>
            <a:off x="10116357" y="3323752"/>
            <a:ext cx="2191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Forensic Analysis (PII)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4C866AE2-6188-8561-3AD9-6883E319E677}"/>
              </a:ext>
            </a:extLst>
          </p:cNvPr>
          <p:cNvSpPr txBox="1"/>
          <p:nvPr/>
        </p:nvSpPr>
        <p:spPr>
          <a:xfrm>
            <a:off x="3059658" y="4519964"/>
            <a:ext cx="29429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Zero Trust Access</a:t>
            </a:r>
          </a:p>
        </p:txBody>
      </p:sp>
      <p:pic>
        <p:nvPicPr>
          <p:cNvPr id="485" name="Graphic 484">
            <a:extLst>
              <a:ext uri="{FF2B5EF4-FFF2-40B4-BE49-F238E27FC236}">
                <a16:creationId xmlns:a16="http://schemas.microsoft.com/office/drawing/2014/main" id="{784B9430-B2A1-DA72-CCFC-08AB9D9D48D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574263" y="4548528"/>
            <a:ext cx="267133" cy="240865"/>
          </a:xfrm>
          <a:prstGeom prst="rect">
            <a:avLst/>
          </a:prstGeom>
        </p:spPr>
      </p:pic>
      <p:sp>
        <p:nvSpPr>
          <p:cNvPr id="488" name="TextBox 487">
            <a:extLst>
              <a:ext uri="{FF2B5EF4-FFF2-40B4-BE49-F238E27FC236}">
                <a16:creationId xmlns:a16="http://schemas.microsoft.com/office/drawing/2014/main" id="{97CE11D3-9558-E74F-D5FD-ECCFB6093C8D}"/>
              </a:ext>
            </a:extLst>
          </p:cNvPr>
          <p:cNvSpPr txBox="1"/>
          <p:nvPr/>
        </p:nvSpPr>
        <p:spPr>
          <a:xfrm>
            <a:off x="1687921" y="5920622"/>
            <a:ext cx="353638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6E8F0"/>
                </a:solidFill>
                <a:latin typeface="Arial" panose="020B0604020202020204"/>
              </a:rPr>
              <a:t>4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-Node HSX Appliance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67TB Usable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489" name="Table 488">
            <a:extLst>
              <a:ext uri="{FF2B5EF4-FFF2-40B4-BE49-F238E27FC236}">
                <a16:creationId xmlns:a16="http://schemas.microsoft.com/office/drawing/2014/main" id="{D260EBE9-C4A1-36C2-E06D-D1A152E69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505987"/>
              </p:ext>
            </p:extLst>
          </p:nvPr>
        </p:nvGraphicFramePr>
        <p:xfrm>
          <a:off x="2796909" y="5137243"/>
          <a:ext cx="1232415" cy="793123"/>
        </p:xfrm>
        <a:graphic>
          <a:graphicData uri="http://schemas.openxmlformats.org/drawingml/2006/table">
            <a:tbl>
              <a:tblPr/>
              <a:tblGrid>
                <a:gridCol w="182305">
                  <a:extLst>
                    <a:ext uri="{9D8B030D-6E8A-4147-A177-3AD203B41FA5}">
                      <a16:colId xmlns:a16="http://schemas.microsoft.com/office/drawing/2014/main" val="1943617465"/>
                    </a:ext>
                  </a:extLst>
                </a:gridCol>
                <a:gridCol w="1050110">
                  <a:extLst>
                    <a:ext uri="{9D8B030D-6E8A-4147-A177-3AD203B41FA5}">
                      <a16:colId xmlns:a16="http://schemas.microsoft.com/office/drawing/2014/main" val="1610732085"/>
                    </a:ext>
                  </a:extLst>
                </a:gridCol>
              </a:tblGrid>
              <a:tr h="960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HSX - 01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375994"/>
                  </a:ext>
                </a:extLst>
              </a:tr>
              <a:tr h="129813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4754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chemeClr val="accent3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321552"/>
                  </a:ext>
                </a:extLst>
              </a:tr>
              <a:tr h="960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HSX - 02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426515"/>
                  </a:ext>
                </a:extLst>
              </a:tr>
              <a:tr h="960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marL="0" marR="0" lvl="0" indent="0" algn="ctr" defTabSz="4754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chemeClr val="accent3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989832"/>
                  </a:ext>
                </a:extLst>
              </a:tr>
              <a:tr h="960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HSX - 03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915622"/>
                  </a:ext>
                </a:extLst>
              </a:tr>
              <a:tr h="960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4754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chemeClr val="accent3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544070"/>
                  </a:ext>
                </a:extLst>
              </a:tr>
              <a:tr h="960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7</a:t>
                      </a:r>
                    </a:p>
                    <a:p>
                      <a:pPr algn="ctr" fontAlgn="ctr"/>
                      <a:endParaRPr lang="en-US" sz="600" b="0" i="0" u="none" strike="noStrike" dirty="0">
                        <a:solidFill>
                          <a:schemeClr val="bg1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HSX - 04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065540"/>
                  </a:ext>
                </a:extLst>
              </a:tr>
            </a:tbl>
          </a:graphicData>
        </a:graphic>
      </p:graphicFrame>
      <p:sp>
        <p:nvSpPr>
          <p:cNvPr id="490" name="TextBox 489">
            <a:extLst>
              <a:ext uri="{FF2B5EF4-FFF2-40B4-BE49-F238E27FC236}">
                <a16:creationId xmlns:a16="http://schemas.microsoft.com/office/drawing/2014/main" id="{0F2A3689-0634-BDD5-6ACC-C3C9749AC555}"/>
              </a:ext>
            </a:extLst>
          </p:cNvPr>
          <p:cNvSpPr txBox="1"/>
          <p:nvPr/>
        </p:nvSpPr>
        <p:spPr>
          <a:xfrm>
            <a:off x="1654997" y="5341994"/>
            <a:ext cx="10913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A3C9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Immutable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A3C9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Deduped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A3C9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Encrypted</a:t>
            </a:r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E1AAC1F0-C648-EB76-F1DD-DB80F7B15D7E}"/>
              </a:ext>
            </a:extLst>
          </p:cNvPr>
          <p:cNvSpPr txBox="1"/>
          <p:nvPr/>
        </p:nvSpPr>
        <p:spPr>
          <a:xfrm>
            <a:off x="2393074" y="6498836"/>
            <a:ext cx="208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Tx/>
              <a:buFont typeface="System Font Regular"/>
              <a:buChar char="✅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 All Backups Immutable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6F2239C-B6C1-500C-0341-A67C82BCD5E1}"/>
              </a:ext>
            </a:extLst>
          </p:cNvPr>
          <p:cNvCxnSpPr>
            <a:cxnSpLocks/>
            <a:endCxn id="458" idx="21"/>
          </p:cNvCxnSpPr>
          <p:nvPr/>
        </p:nvCxnSpPr>
        <p:spPr>
          <a:xfrm>
            <a:off x="8754770" y="5264205"/>
            <a:ext cx="1394064" cy="6514"/>
          </a:xfrm>
          <a:prstGeom prst="straightConnector1">
            <a:avLst/>
          </a:prstGeom>
          <a:ln w="22225">
            <a:solidFill>
              <a:srgbClr val="5C5F6B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3" name="Graphic 9">
            <a:extLst>
              <a:ext uri="{FF2B5EF4-FFF2-40B4-BE49-F238E27FC236}">
                <a16:creationId xmlns:a16="http://schemas.microsoft.com/office/drawing/2014/main" id="{F4283B6B-E625-8353-FD3E-F4E45AE4333B}"/>
              </a:ext>
            </a:extLst>
          </p:cNvPr>
          <p:cNvGrpSpPr/>
          <p:nvPr/>
        </p:nvGrpSpPr>
        <p:grpSpPr>
          <a:xfrm>
            <a:off x="10148834" y="4811114"/>
            <a:ext cx="1190477" cy="681883"/>
            <a:chOff x="9733629" y="3230548"/>
            <a:chExt cx="1556822" cy="874085"/>
          </a:xfrm>
          <a:solidFill>
            <a:schemeClr val="accent1"/>
          </a:solidFill>
        </p:grpSpPr>
        <p:sp>
          <p:nvSpPr>
            <p:cNvPr id="455" name="Freeform: Shape 146">
              <a:extLst>
                <a:ext uri="{FF2B5EF4-FFF2-40B4-BE49-F238E27FC236}">
                  <a16:creationId xmlns:a16="http://schemas.microsoft.com/office/drawing/2014/main" id="{07439A65-6A86-EEC4-99DC-1A86108AF1C6}"/>
                </a:ext>
              </a:extLst>
            </p:cNvPr>
            <p:cNvSpPr/>
            <p:nvPr/>
          </p:nvSpPr>
          <p:spPr>
            <a:xfrm>
              <a:off x="9756124" y="3258410"/>
              <a:ext cx="1505064" cy="831227"/>
            </a:xfrm>
            <a:custGeom>
              <a:avLst/>
              <a:gdLst>
                <a:gd name="connsiteX0" fmla="*/ 1503398 w 1505064"/>
                <a:gd name="connsiteY0" fmla="*/ 580037 h 831227"/>
                <a:gd name="connsiteX1" fmla="*/ 1469656 w 1505064"/>
                <a:gd name="connsiteY1" fmla="*/ 490058 h 831227"/>
                <a:gd name="connsiteX2" fmla="*/ 1402172 w 1505064"/>
                <a:gd name="connsiteY2" fmla="*/ 422573 h 831227"/>
                <a:gd name="connsiteX3" fmla="*/ 1312193 w 1505064"/>
                <a:gd name="connsiteY3" fmla="*/ 388831 h 831227"/>
                <a:gd name="connsiteX4" fmla="*/ 1218465 w 1505064"/>
                <a:gd name="connsiteY4" fmla="*/ 396329 h 831227"/>
                <a:gd name="connsiteX5" fmla="*/ 742326 w 1505064"/>
                <a:gd name="connsiteY5" fmla="*/ 205124 h 831227"/>
                <a:gd name="connsiteX6" fmla="*/ 592361 w 1505064"/>
                <a:gd name="connsiteY6" fmla="*/ 32665 h 831227"/>
                <a:gd name="connsiteX7" fmla="*/ 363665 w 1505064"/>
                <a:gd name="connsiteY7" fmla="*/ 13919 h 831227"/>
                <a:gd name="connsiteX8" fmla="*/ 352417 w 1505064"/>
                <a:gd name="connsiteY8" fmla="*/ 17668 h 831227"/>
                <a:gd name="connsiteX9" fmla="*/ 333672 w 1505064"/>
                <a:gd name="connsiteY9" fmla="*/ 25166 h 831227"/>
                <a:gd name="connsiteX10" fmla="*/ 194954 w 1505064"/>
                <a:gd name="connsiteY10" fmla="*/ 160135 h 831227"/>
                <a:gd name="connsiteX11" fmla="*/ 176209 w 1505064"/>
                <a:gd name="connsiteY11" fmla="*/ 381333 h 831227"/>
                <a:gd name="connsiteX12" fmla="*/ 176209 w 1505064"/>
                <a:gd name="connsiteY12" fmla="*/ 385082 h 831227"/>
                <a:gd name="connsiteX13" fmla="*/ 41240 w 1505064"/>
                <a:gd name="connsiteY13" fmla="*/ 467563 h 831227"/>
                <a:gd name="connsiteX14" fmla="*/ 7498 w 1505064"/>
                <a:gd name="connsiteY14" fmla="*/ 531298 h 831227"/>
                <a:gd name="connsiteX15" fmla="*/ 3749 w 1505064"/>
                <a:gd name="connsiteY15" fmla="*/ 546294 h 831227"/>
                <a:gd name="connsiteX16" fmla="*/ 3749 w 1505064"/>
                <a:gd name="connsiteY16" fmla="*/ 553793 h 831227"/>
                <a:gd name="connsiteX17" fmla="*/ 0 w 1505064"/>
                <a:gd name="connsiteY17" fmla="*/ 565040 h 831227"/>
                <a:gd name="connsiteX18" fmla="*/ 0 w 1505064"/>
                <a:gd name="connsiteY18" fmla="*/ 580037 h 831227"/>
                <a:gd name="connsiteX19" fmla="*/ 0 w 1505064"/>
                <a:gd name="connsiteY19" fmla="*/ 621277 h 831227"/>
                <a:gd name="connsiteX20" fmla="*/ 7498 w 1505064"/>
                <a:gd name="connsiteY20" fmla="*/ 658768 h 831227"/>
                <a:gd name="connsiteX21" fmla="*/ 29993 w 1505064"/>
                <a:gd name="connsiteY21" fmla="*/ 711256 h 831227"/>
                <a:gd name="connsiteX22" fmla="*/ 41240 w 1505064"/>
                <a:gd name="connsiteY22" fmla="*/ 730001 h 831227"/>
                <a:gd name="connsiteX23" fmla="*/ 71233 w 1505064"/>
                <a:gd name="connsiteY23" fmla="*/ 763743 h 831227"/>
                <a:gd name="connsiteX24" fmla="*/ 221198 w 1505064"/>
                <a:gd name="connsiteY24" fmla="*/ 823729 h 831227"/>
                <a:gd name="connsiteX25" fmla="*/ 221198 w 1505064"/>
                <a:gd name="connsiteY25" fmla="*/ 831228 h 831227"/>
                <a:gd name="connsiteX26" fmla="*/ 1289698 w 1505064"/>
                <a:gd name="connsiteY26" fmla="*/ 831228 h 831227"/>
                <a:gd name="connsiteX27" fmla="*/ 1383426 w 1505064"/>
                <a:gd name="connsiteY27" fmla="*/ 812482 h 831227"/>
                <a:gd name="connsiteX28" fmla="*/ 1458408 w 1505064"/>
                <a:gd name="connsiteY28" fmla="*/ 756245 h 831227"/>
                <a:gd name="connsiteX29" fmla="*/ 1503398 w 1505064"/>
                <a:gd name="connsiteY29" fmla="*/ 673765 h 831227"/>
                <a:gd name="connsiteX30" fmla="*/ 1503398 w 1505064"/>
                <a:gd name="connsiteY30" fmla="*/ 580037 h 831227"/>
                <a:gd name="connsiteX31" fmla="*/ 1473405 w 1505064"/>
                <a:gd name="connsiteY31" fmla="*/ 658768 h 831227"/>
                <a:gd name="connsiteX32" fmla="*/ 1432165 w 1505064"/>
                <a:gd name="connsiteY32" fmla="*/ 733750 h 831227"/>
                <a:gd name="connsiteX33" fmla="*/ 1364680 w 1505064"/>
                <a:gd name="connsiteY33" fmla="*/ 782489 h 831227"/>
                <a:gd name="connsiteX34" fmla="*/ 1282200 w 1505064"/>
                <a:gd name="connsiteY34" fmla="*/ 801235 h 831227"/>
                <a:gd name="connsiteX35" fmla="*/ 213700 w 1505064"/>
                <a:gd name="connsiteY35" fmla="*/ 801235 h 831227"/>
                <a:gd name="connsiteX36" fmla="*/ 78732 w 1505064"/>
                <a:gd name="connsiteY36" fmla="*/ 752496 h 831227"/>
                <a:gd name="connsiteX37" fmla="*/ 14996 w 1505064"/>
                <a:gd name="connsiteY37" fmla="*/ 621277 h 831227"/>
                <a:gd name="connsiteX38" fmla="*/ 56237 w 1505064"/>
                <a:gd name="connsiteY38" fmla="*/ 482559 h 831227"/>
                <a:gd name="connsiteX39" fmla="*/ 179958 w 1505064"/>
                <a:gd name="connsiteY39" fmla="*/ 407577 h 831227"/>
                <a:gd name="connsiteX40" fmla="*/ 194954 w 1505064"/>
                <a:gd name="connsiteY40" fmla="*/ 396329 h 831227"/>
                <a:gd name="connsiteX41" fmla="*/ 198703 w 1505064"/>
                <a:gd name="connsiteY41" fmla="*/ 377584 h 831227"/>
                <a:gd name="connsiteX42" fmla="*/ 217449 w 1505064"/>
                <a:gd name="connsiteY42" fmla="*/ 167633 h 831227"/>
                <a:gd name="connsiteX43" fmla="*/ 284933 w 1505064"/>
                <a:gd name="connsiteY43" fmla="*/ 85152 h 831227"/>
                <a:gd name="connsiteX44" fmla="*/ 299930 w 1505064"/>
                <a:gd name="connsiteY44" fmla="*/ 73905 h 831227"/>
                <a:gd name="connsiteX45" fmla="*/ 318675 w 1505064"/>
                <a:gd name="connsiteY45" fmla="*/ 58909 h 831227"/>
                <a:gd name="connsiteX46" fmla="*/ 333672 w 1505064"/>
                <a:gd name="connsiteY46" fmla="*/ 51410 h 831227"/>
                <a:gd name="connsiteX47" fmla="*/ 378661 w 1505064"/>
                <a:gd name="connsiteY47" fmla="*/ 32665 h 831227"/>
                <a:gd name="connsiteX48" fmla="*/ 588612 w 1505064"/>
                <a:gd name="connsiteY48" fmla="*/ 47661 h 831227"/>
                <a:gd name="connsiteX49" fmla="*/ 719831 w 1505064"/>
                <a:gd name="connsiteY49" fmla="*/ 205124 h 831227"/>
                <a:gd name="connsiteX50" fmla="*/ 738577 w 1505064"/>
                <a:gd name="connsiteY50" fmla="*/ 220121 h 831227"/>
                <a:gd name="connsiteX51" fmla="*/ 761072 w 1505064"/>
                <a:gd name="connsiteY51" fmla="*/ 212623 h 831227"/>
                <a:gd name="connsiteX52" fmla="*/ 1046005 w 1505064"/>
                <a:gd name="connsiteY52" fmla="*/ 137640 h 831227"/>
                <a:gd name="connsiteX53" fmla="*/ 1195970 w 1505064"/>
                <a:gd name="connsiteY53" fmla="*/ 385082 h 831227"/>
                <a:gd name="connsiteX54" fmla="*/ 1203468 w 1505064"/>
                <a:gd name="connsiteY54" fmla="*/ 403828 h 831227"/>
                <a:gd name="connsiteX55" fmla="*/ 1225963 w 1505064"/>
                <a:gd name="connsiteY55" fmla="*/ 407577 h 831227"/>
                <a:gd name="connsiteX56" fmla="*/ 1312193 w 1505064"/>
                <a:gd name="connsiteY56" fmla="*/ 403828 h 831227"/>
                <a:gd name="connsiteX57" fmla="*/ 1390924 w 1505064"/>
                <a:gd name="connsiteY57" fmla="*/ 433821 h 831227"/>
                <a:gd name="connsiteX58" fmla="*/ 1450910 w 1505064"/>
                <a:gd name="connsiteY58" fmla="*/ 493807 h 831227"/>
                <a:gd name="connsiteX59" fmla="*/ 1480903 w 1505064"/>
                <a:gd name="connsiteY59" fmla="*/ 572538 h 831227"/>
                <a:gd name="connsiteX60" fmla="*/ 1473405 w 1505064"/>
                <a:gd name="connsiteY60" fmla="*/ 658768 h 831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05064" h="831227">
                  <a:moveTo>
                    <a:pt x="1503398" y="580037"/>
                  </a:moveTo>
                  <a:cubicBezTo>
                    <a:pt x="1495900" y="546294"/>
                    <a:pt x="1488401" y="516301"/>
                    <a:pt x="1469656" y="490058"/>
                  </a:cubicBezTo>
                  <a:cubicBezTo>
                    <a:pt x="1450910" y="463814"/>
                    <a:pt x="1428415" y="441319"/>
                    <a:pt x="1402172" y="422573"/>
                  </a:cubicBezTo>
                  <a:cubicBezTo>
                    <a:pt x="1372179" y="403828"/>
                    <a:pt x="1342186" y="392580"/>
                    <a:pt x="1312193" y="388831"/>
                  </a:cubicBezTo>
                  <a:cubicBezTo>
                    <a:pt x="1282200" y="385082"/>
                    <a:pt x="1248458" y="388831"/>
                    <a:pt x="1218465" y="396329"/>
                  </a:cubicBezTo>
                  <a:cubicBezTo>
                    <a:pt x="1244708" y="133891"/>
                    <a:pt x="907287" y="-4827"/>
                    <a:pt x="742326" y="205124"/>
                  </a:cubicBezTo>
                  <a:cubicBezTo>
                    <a:pt x="716082" y="130142"/>
                    <a:pt x="663595" y="66407"/>
                    <a:pt x="592361" y="32665"/>
                  </a:cubicBezTo>
                  <a:cubicBezTo>
                    <a:pt x="521128" y="-4827"/>
                    <a:pt x="438647" y="-8576"/>
                    <a:pt x="363665" y="13919"/>
                  </a:cubicBezTo>
                  <a:cubicBezTo>
                    <a:pt x="359916" y="13919"/>
                    <a:pt x="356167" y="17668"/>
                    <a:pt x="352417" y="17668"/>
                  </a:cubicBezTo>
                  <a:cubicBezTo>
                    <a:pt x="344919" y="21417"/>
                    <a:pt x="337421" y="21417"/>
                    <a:pt x="333672" y="25166"/>
                  </a:cubicBezTo>
                  <a:cubicBezTo>
                    <a:pt x="273686" y="51410"/>
                    <a:pt x="224947" y="100149"/>
                    <a:pt x="194954" y="160135"/>
                  </a:cubicBezTo>
                  <a:cubicBezTo>
                    <a:pt x="161212" y="227619"/>
                    <a:pt x="153714" y="306351"/>
                    <a:pt x="176209" y="381333"/>
                  </a:cubicBezTo>
                  <a:cubicBezTo>
                    <a:pt x="176209" y="381333"/>
                    <a:pt x="176209" y="381333"/>
                    <a:pt x="176209" y="385082"/>
                  </a:cubicBezTo>
                  <a:cubicBezTo>
                    <a:pt x="123721" y="392580"/>
                    <a:pt x="74982" y="422573"/>
                    <a:pt x="41240" y="467563"/>
                  </a:cubicBezTo>
                  <a:cubicBezTo>
                    <a:pt x="26244" y="486308"/>
                    <a:pt x="14996" y="508803"/>
                    <a:pt x="7498" y="531298"/>
                  </a:cubicBezTo>
                  <a:cubicBezTo>
                    <a:pt x="7498" y="535047"/>
                    <a:pt x="3749" y="542545"/>
                    <a:pt x="3749" y="546294"/>
                  </a:cubicBezTo>
                  <a:cubicBezTo>
                    <a:pt x="3749" y="550043"/>
                    <a:pt x="3749" y="550043"/>
                    <a:pt x="3749" y="553793"/>
                  </a:cubicBezTo>
                  <a:cubicBezTo>
                    <a:pt x="3749" y="557542"/>
                    <a:pt x="3749" y="561291"/>
                    <a:pt x="0" y="565040"/>
                  </a:cubicBezTo>
                  <a:cubicBezTo>
                    <a:pt x="0" y="568789"/>
                    <a:pt x="0" y="572538"/>
                    <a:pt x="0" y="580037"/>
                  </a:cubicBezTo>
                  <a:cubicBezTo>
                    <a:pt x="0" y="595033"/>
                    <a:pt x="0" y="606280"/>
                    <a:pt x="0" y="621277"/>
                  </a:cubicBezTo>
                  <a:cubicBezTo>
                    <a:pt x="3749" y="632524"/>
                    <a:pt x="3749" y="647521"/>
                    <a:pt x="7498" y="658768"/>
                  </a:cubicBezTo>
                  <a:cubicBezTo>
                    <a:pt x="11247" y="677514"/>
                    <a:pt x="18746" y="696259"/>
                    <a:pt x="29993" y="711256"/>
                  </a:cubicBezTo>
                  <a:cubicBezTo>
                    <a:pt x="33742" y="718754"/>
                    <a:pt x="37491" y="726252"/>
                    <a:pt x="41240" y="730001"/>
                  </a:cubicBezTo>
                  <a:cubicBezTo>
                    <a:pt x="48739" y="741249"/>
                    <a:pt x="59986" y="752496"/>
                    <a:pt x="71233" y="763743"/>
                  </a:cubicBezTo>
                  <a:cubicBezTo>
                    <a:pt x="112474" y="801235"/>
                    <a:pt x="164961" y="823729"/>
                    <a:pt x="221198" y="823729"/>
                  </a:cubicBezTo>
                  <a:lnTo>
                    <a:pt x="221198" y="831228"/>
                  </a:lnTo>
                  <a:lnTo>
                    <a:pt x="1289698" y="831228"/>
                  </a:lnTo>
                  <a:cubicBezTo>
                    <a:pt x="1323440" y="831228"/>
                    <a:pt x="1353433" y="823729"/>
                    <a:pt x="1383426" y="812482"/>
                  </a:cubicBezTo>
                  <a:cubicBezTo>
                    <a:pt x="1409670" y="797486"/>
                    <a:pt x="1435914" y="778740"/>
                    <a:pt x="1458408" y="756245"/>
                  </a:cubicBezTo>
                  <a:cubicBezTo>
                    <a:pt x="1477154" y="733750"/>
                    <a:pt x="1495900" y="703757"/>
                    <a:pt x="1503398" y="673765"/>
                  </a:cubicBezTo>
                  <a:cubicBezTo>
                    <a:pt x="1503398" y="643771"/>
                    <a:pt x="1507147" y="610029"/>
                    <a:pt x="1503398" y="580037"/>
                  </a:cubicBezTo>
                  <a:close/>
                  <a:moveTo>
                    <a:pt x="1473405" y="658768"/>
                  </a:moveTo>
                  <a:cubicBezTo>
                    <a:pt x="1465907" y="688761"/>
                    <a:pt x="1450910" y="711256"/>
                    <a:pt x="1432165" y="733750"/>
                  </a:cubicBezTo>
                  <a:cubicBezTo>
                    <a:pt x="1413419" y="752496"/>
                    <a:pt x="1390924" y="771242"/>
                    <a:pt x="1364680" y="782489"/>
                  </a:cubicBezTo>
                  <a:cubicBezTo>
                    <a:pt x="1338436" y="793736"/>
                    <a:pt x="1312193" y="801235"/>
                    <a:pt x="1282200" y="801235"/>
                  </a:cubicBezTo>
                  <a:lnTo>
                    <a:pt x="213700" y="801235"/>
                  </a:lnTo>
                  <a:cubicBezTo>
                    <a:pt x="164961" y="801235"/>
                    <a:pt x="116223" y="782489"/>
                    <a:pt x="78732" y="752496"/>
                  </a:cubicBezTo>
                  <a:cubicBezTo>
                    <a:pt x="41240" y="715005"/>
                    <a:pt x="18746" y="670015"/>
                    <a:pt x="14996" y="621277"/>
                  </a:cubicBezTo>
                  <a:cubicBezTo>
                    <a:pt x="11247" y="572538"/>
                    <a:pt x="26244" y="523800"/>
                    <a:pt x="56237" y="482559"/>
                  </a:cubicBezTo>
                  <a:cubicBezTo>
                    <a:pt x="86230" y="445068"/>
                    <a:pt x="131219" y="415075"/>
                    <a:pt x="179958" y="407577"/>
                  </a:cubicBezTo>
                  <a:cubicBezTo>
                    <a:pt x="187456" y="403828"/>
                    <a:pt x="191205" y="400079"/>
                    <a:pt x="194954" y="396329"/>
                  </a:cubicBezTo>
                  <a:cubicBezTo>
                    <a:pt x="198703" y="388831"/>
                    <a:pt x="202453" y="385082"/>
                    <a:pt x="198703" y="377584"/>
                  </a:cubicBezTo>
                  <a:cubicBezTo>
                    <a:pt x="176209" y="306351"/>
                    <a:pt x="183707" y="231368"/>
                    <a:pt x="217449" y="167633"/>
                  </a:cubicBezTo>
                  <a:cubicBezTo>
                    <a:pt x="236195" y="133891"/>
                    <a:pt x="258689" y="107647"/>
                    <a:pt x="284933" y="85152"/>
                  </a:cubicBezTo>
                  <a:cubicBezTo>
                    <a:pt x="288682" y="81403"/>
                    <a:pt x="296181" y="77654"/>
                    <a:pt x="299930" y="73905"/>
                  </a:cubicBezTo>
                  <a:cubicBezTo>
                    <a:pt x="307428" y="70156"/>
                    <a:pt x="311177" y="66407"/>
                    <a:pt x="318675" y="58909"/>
                  </a:cubicBezTo>
                  <a:cubicBezTo>
                    <a:pt x="322424" y="55159"/>
                    <a:pt x="329923" y="51410"/>
                    <a:pt x="333672" y="51410"/>
                  </a:cubicBezTo>
                  <a:cubicBezTo>
                    <a:pt x="348668" y="43912"/>
                    <a:pt x="363665" y="36414"/>
                    <a:pt x="378661" y="32665"/>
                  </a:cubicBezTo>
                  <a:cubicBezTo>
                    <a:pt x="449895" y="10170"/>
                    <a:pt x="521128" y="13919"/>
                    <a:pt x="588612" y="47661"/>
                  </a:cubicBezTo>
                  <a:cubicBezTo>
                    <a:pt x="652347" y="77654"/>
                    <a:pt x="701086" y="133891"/>
                    <a:pt x="719831" y="205124"/>
                  </a:cubicBezTo>
                  <a:cubicBezTo>
                    <a:pt x="723580" y="212623"/>
                    <a:pt x="731079" y="220121"/>
                    <a:pt x="738577" y="220121"/>
                  </a:cubicBezTo>
                  <a:cubicBezTo>
                    <a:pt x="746075" y="223870"/>
                    <a:pt x="757323" y="220121"/>
                    <a:pt x="761072" y="212623"/>
                  </a:cubicBezTo>
                  <a:cubicBezTo>
                    <a:pt x="843552" y="107647"/>
                    <a:pt x="967273" y="103898"/>
                    <a:pt x="1046005" y="137640"/>
                  </a:cubicBezTo>
                  <a:cubicBezTo>
                    <a:pt x="1124737" y="167633"/>
                    <a:pt x="1210966" y="253863"/>
                    <a:pt x="1195970" y="385082"/>
                  </a:cubicBezTo>
                  <a:cubicBezTo>
                    <a:pt x="1195970" y="392580"/>
                    <a:pt x="1195970" y="400079"/>
                    <a:pt x="1203468" y="403828"/>
                  </a:cubicBezTo>
                  <a:cubicBezTo>
                    <a:pt x="1210966" y="407577"/>
                    <a:pt x="1218465" y="411326"/>
                    <a:pt x="1225963" y="407577"/>
                  </a:cubicBezTo>
                  <a:cubicBezTo>
                    <a:pt x="1255956" y="400079"/>
                    <a:pt x="1282200" y="400079"/>
                    <a:pt x="1312193" y="403828"/>
                  </a:cubicBezTo>
                  <a:cubicBezTo>
                    <a:pt x="1338436" y="407577"/>
                    <a:pt x="1368429" y="418824"/>
                    <a:pt x="1390924" y="433821"/>
                  </a:cubicBezTo>
                  <a:cubicBezTo>
                    <a:pt x="1417168" y="448817"/>
                    <a:pt x="1435914" y="467563"/>
                    <a:pt x="1450910" y="493807"/>
                  </a:cubicBezTo>
                  <a:cubicBezTo>
                    <a:pt x="1465907" y="516301"/>
                    <a:pt x="1477154" y="542545"/>
                    <a:pt x="1480903" y="572538"/>
                  </a:cubicBezTo>
                  <a:cubicBezTo>
                    <a:pt x="1484652" y="602531"/>
                    <a:pt x="1480903" y="628775"/>
                    <a:pt x="1473405" y="658768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58" name="Freeform: Shape 147">
              <a:extLst>
                <a:ext uri="{FF2B5EF4-FFF2-40B4-BE49-F238E27FC236}">
                  <a16:creationId xmlns:a16="http://schemas.microsoft.com/office/drawing/2014/main" id="{ED438EB4-CE1D-340C-13A1-B6D21F89BF18}"/>
                </a:ext>
              </a:extLst>
            </p:cNvPr>
            <p:cNvSpPr/>
            <p:nvPr/>
          </p:nvSpPr>
          <p:spPr>
            <a:xfrm>
              <a:off x="9733629" y="3230548"/>
              <a:ext cx="1556822" cy="874085"/>
            </a:xfrm>
            <a:custGeom>
              <a:avLst/>
              <a:gdLst>
                <a:gd name="connsiteX0" fmla="*/ 1552136 w 1556822"/>
                <a:gd name="connsiteY0" fmla="*/ 600400 h 874085"/>
                <a:gd name="connsiteX1" fmla="*/ 1514645 w 1556822"/>
                <a:gd name="connsiteY1" fmla="*/ 502923 h 874085"/>
                <a:gd name="connsiteX2" fmla="*/ 1439663 w 1556822"/>
                <a:gd name="connsiteY2" fmla="*/ 427940 h 874085"/>
                <a:gd name="connsiteX3" fmla="*/ 1342186 w 1556822"/>
                <a:gd name="connsiteY3" fmla="*/ 390449 h 874085"/>
                <a:gd name="connsiteX4" fmla="*/ 1267203 w 1556822"/>
                <a:gd name="connsiteY4" fmla="*/ 390449 h 874085"/>
                <a:gd name="connsiteX5" fmla="*/ 1087245 w 1556822"/>
                <a:gd name="connsiteY5" fmla="*/ 124261 h 874085"/>
                <a:gd name="connsiteX6" fmla="*/ 776068 w 1556822"/>
                <a:gd name="connsiteY6" fmla="*/ 184247 h 874085"/>
                <a:gd name="connsiteX7" fmla="*/ 629852 w 1556822"/>
                <a:gd name="connsiteY7" fmla="*/ 34283 h 874085"/>
                <a:gd name="connsiteX8" fmla="*/ 386160 w 1556822"/>
                <a:gd name="connsiteY8" fmla="*/ 15537 h 874085"/>
                <a:gd name="connsiteX9" fmla="*/ 356167 w 1556822"/>
                <a:gd name="connsiteY9" fmla="*/ 26784 h 874085"/>
                <a:gd name="connsiteX10" fmla="*/ 337421 w 1556822"/>
                <a:gd name="connsiteY10" fmla="*/ 38032 h 874085"/>
                <a:gd name="connsiteX11" fmla="*/ 318675 w 1556822"/>
                <a:gd name="connsiteY11" fmla="*/ 49279 h 874085"/>
                <a:gd name="connsiteX12" fmla="*/ 202453 w 1556822"/>
                <a:gd name="connsiteY12" fmla="*/ 173000 h 874085"/>
                <a:gd name="connsiteX13" fmla="*/ 172460 w 1556822"/>
                <a:gd name="connsiteY13" fmla="*/ 390449 h 874085"/>
                <a:gd name="connsiteX14" fmla="*/ 172460 w 1556822"/>
                <a:gd name="connsiteY14" fmla="*/ 394198 h 874085"/>
                <a:gd name="connsiteX15" fmla="*/ 44989 w 1556822"/>
                <a:gd name="connsiteY15" fmla="*/ 480428 h 874085"/>
                <a:gd name="connsiteX16" fmla="*/ 14997 w 1556822"/>
                <a:gd name="connsiteY16" fmla="*/ 532916 h 874085"/>
                <a:gd name="connsiteX17" fmla="*/ 14997 w 1556822"/>
                <a:gd name="connsiteY17" fmla="*/ 532916 h 874085"/>
                <a:gd name="connsiteX18" fmla="*/ 7498 w 1556822"/>
                <a:gd name="connsiteY18" fmla="*/ 551661 h 874085"/>
                <a:gd name="connsiteX19" fmla="*/ 7498 w 1556822"/>
                <a:gd name="connsiteY19" fmla="*/ 551661 h 874085"/>
                <a:gd name="connsiteX20" fmla="*/ 3749 w 1556822"/>
                <a:gd name="connsiteY20" fmla="*/ 570407 h 874085"/>
                <a:gd name="connsiteX21" fmla="*/ 0 w 1556822"/>
                <a:gd name="connsiteY21" fmla="*/ 589153 h 874085"/>
                <a:gd name="connsiteX22" fmla="*/ 0 w 1556822"/>
                <a:gd name="connsiteY22" fmla="*/ 607898 h 874085"/>
                <a:gd name="connsiteX23" fmla="*/ 0 w 1556822"/>
                <a:gd name="connsiteY23" fmla="*/ 611647 h 874085"/>
                <a:gd name="connsiteX24" fmla="*/ 0 w 1556822"/>
                <a:gd name="connsiteY24" fmla="*/ 626644 h 874085"/>
                <a:gd name="connsiteX25" fmla="*/ 0 w 1556822"/>
                <a:gd name="connsiteY25" fmla="*/ 630393 h 874085"/>
                <a:gd name="connsiteX26" fmla="*/ 0 w 1556822"/>
                <a:gd name="connsiteY26" fmla="*/ 649138 h 874085"/>
                <a:gd name="connsiteX27" fmla="*/ 18746 w 1556822"/>
                <a:gd name="connsiteY27" fmla="*/ 716623 h 874085"/>
                <a:gd name="connsiteX28" fmla="*/ 29993 w 1556822"/>
                <a:gd name="connsiteY28" fmla="*/ 739117 h 874085"/>
                <a:gd name="connsiteX29" fmla="*/ 44989 w 1556822"/>
                <a:gd name="connsiteY29" fmla="*/ 761612 h 874085"/>
                <a:gd name="connsiteX30" fmla="*/ 82481 w 1556822"/>
                <a:gd name="connsiteY30" fmla="*/ 806602 h 874085"/>
                <a:gd name="connsiteX31" fmla="*/ 247442 w 1556822"/>
                <a:gd name="connsiteY31" fmla="*/ 874086 h 874085"/>
                <a:gd name="connsiteX32" fmla="*/ 1315942 w 1556822"/>
                <a:gd name="connsiteY32" fmla="*/ 874086 h 874085"/>
                <a:gd name="connsiteX33" fmla="*/ 1424666 w 1556822"/>
                <a:gd name="connsiteY33" fmla="*/ 855340 h 874085"/>
                <a:gd name="connsiteX34" fmla="*/ 1507147 w 1556822"/>
                <a:gd name="connsiteY34" fmla="*/ 795354 h 874085"/>
                <a:gd name="connsiteX35" fmla="*/ 1555886 w 1556822"/>
                <a:gd name="connsiteY35" fmla="*/ 705375 h 874085"/>
                <a:gd name="connsiteX36" fmla="*/ 1552136 w 1556822"/>
                <a:gd name="connsiteY36" fmla="*/ 600400 h 874085"/>
                <a:gd name="connsiteX37" fmla="*/ 1495900 w 1556822"/>
                <a:gd name="connsiteY37" fmla="*/ 686630 h 874085"/>
                <a:gd name="connsiteX38" fmla="*/ 1454659 w 1556822"/>
                <a:gd name="connsiteY38" fmla="*/ 761612 h 874085"/>
                <a:gd name="connsiteX39" fmla="*/ 1387175 w 1556822"/>
                <a:gd name="connsiteY39" fmla="*/ 810351 h 874085"/>
                <a:gd name="connsiteX40" fmla="*/ 1304694 w 1556822"/>
                <a:gd name="connsiteY40" fmla="*/ 829096 h 874085"/>
                <a:gd name="connsiteX41" fmla="*/ 236195 w 1556822"/>
                <a:gd name="connsiteY41" fmla="*/ 829096 h 874085"/>
                <a:gd name="connsiteX42" fmla="*/ 101226 w 1556822"/>
                <a:gd name="connsiteY42" fmla="*/ 780358 h 874085"/>
                <a:gd name="connsiteX43" fmla="*/ 37491 w 1556822"/>
                <a:gd name="connsiteY43" fmla="*/ 649138 h 874085"/>
                <a:gd name="connsiteX44" fmla="*/ 78732 w 1556822"/>
                <a:gd name="connsiteY44" fmla="*/ 510421 h 874085"/>
                <a:gd name="connsiteX45" fmla="*/ 202453 w 1556822"/>
                <a:gd name="connsiteY45" fmla="*/ 435438 h 874085"/>
                <a:gd name="connsiteX46" fmla="*/ 217449 w 1556822"/>
                <a:gd name="connsiteY46" fmla="*/ 424191 h 874085"/>
                <a:gd name="connsiteX47" fmla="*/ 221198 w 1556822"/>
                <a:gd name="connsiteY47" fmla="*/ 405446 h 874085"/>
                <a:gd name="connsiteX48" fmla="*/ 239944 w 1556822"/>
                <a:gd name="connsiteY48" fmla="*/ 195495 h 874085"/>
                <a:gd name="connsiteX49" fmla="*/ 307428 w 1556822"/>
                <a:gd name="connsiteY49" fmla="*/ 113014 h 874085"/>
                <a:gd name="connsiteX50" fmla="*/ 322424 w 1556822"/>
                <a:gd name="connsiteY50" fmla="*/ 101767 h 874085"/>
                <a:gd name="connsiteX51" fmla="*/ 341170 w 1556822"/>
                <a:gd name="connsiteY51" fmla="*/ 86770 h 874085"/>
                <a:gd name="connsiteX52" fmla="*/ 356167 w 1556822"/>
                <a:gd name="connsiteY52" fmla="*/ 79272 h 874085"/>
                <a:gd name="connsiteX53" fmla="*/ 401156 w 1556822"/>
                <a:gd name="connsiteY53" fmla="*/ 60526 h 874085"/>
                <a:gd name="connsiteX54" fmla="*/ 611107 w 1556822"/>
                <a:gd name="connsiteY54" fmla="*/ 75523 h 874085"/>
                <a:gd name="connsiteX55" fmla="*/ 742326 w 1556822"/>
                <a:gd name="connsiteY55" fmla="*/ 232986 h 874085"/>
                <a:gd name="connsiteX56" fmla="*/ 761072 w 1556822"/>
                <a:gd name="connsiteY56" fmla="*/ 247982 h 874085"/>
                <a:gd name="connsiteX57" fmla="*/ 783566 w 1556822"/>
                <a:gd name="connsiteY57" fmla="*/ 240484 h 874085"/>
                <a:gd name="connsiteX58" fmla="*/ 1068500 w 1556822"/>
                <a:gd name="connsiteY58" fmla="*/ 165502 h 874085"/>
                <a:gd name="connsiteX59" fmla="*/ 1218465 w 1556822"/>
                <a:gd name="connsiteY59" fmla="*/ 412944 h 874085"/>
                <a:gd name="connsiteX60" fmla="*/ 1225963 w 1556822"/>
                <a:gd name="connsiteY60" fmla="*/ 431689 h 874085"/>
                <a:gd name="connsiteX61" fmla="*/ 1248458 w 1556822"/>
                <a:gd name="connsiteY61" fmla="*/ 435438 h 874085"/>
                <a:gd name="connsiteX62" fmla="*/ 1334687 w 1556822"/>
                <a:gd name="connsiteY62" fmla="*/ 431689 h 874085"/>
                <a:gd name="connsiteX63" fmla="*/ 1413419 w 1556822"/>
                <a:gd name="connsiteY63" fmla="*/ 461682 h 874085"/>
                <a:gd name="connsiteX64" fmla="*/ 1473405 w 1556822"/>
                <a:gd name="connsiteY64" fmla="*/ 521668 h 874085"/>
                <a:gd name="connsiteX65" fmla="*/ 1503398 w 1556822"/>
                <a:gd name="connsiteY65" fmla="*/ 600400 h 874085"/>
                <a:gd name="connsiteX66" fmla="*/ 1495900 w 1556822"/>
                <a:gd name="connsiteY66" fmla="*/ 686630 h 874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556822" h="874085">
                  <a:moveTo>
                    <a:pt x="1552136" y="600400"/>
                  </a:moveTo>
                  <a:cubicBezTo>
                    <a:pt x="1544638" y="566658"/>
                    <a:pt x="1533391" y="532916"/>
                    <a:pt x="1514645" y="502923"/>
                  </a:cubicBezTo>
                  <a:cubicBezTo>
                    <a:pt x="1492150" y="472930"/>
                    <a:pt x="1469656" y="446686"/>
                    <a:pt x="1439663" y="427940"/>
                  </a:cubicBezTo>
                  <a:cubicBezTo>
                    <a:pt x="1409670" y="409195"/>
                    <a:pt x="1375928" y="394198"/>
                    <a:pt x="1342186" y="390449"/>
                  </a:cubicBezTo>
                  <a:cubicBezTo>
                    <a:pt x="1315942" y="386700"/>
                    <a:pt x="1289698" y="386700"/>
                    <a:pt x="1267203" y="390449"/>
                  </a:cubicBezTo>
                  <a:cubicBezTo>
                    <a:pt x="1267203" y="270477"/>
                    <a:pt x="1199719" y="169251"/>
                    <a:pt x="1087245" y="124261"/>
                  </a:cubicBezTo>
                  <a:cubicBezTo>
                    <a:pt x="974772" y="79272"/>
                    <a:pt x="858549" y="101767"/>
                    <a:pt x="776068" y="184247"/>
                  </a:cubicBezTo>
                  <a:cubicBezTo>
                    <a:pt x="746075" y="120512"/>
                    <a:pt x="693588" y="68025"/>
                    <a:pt x="629852" y="34283"/>
                  </a:cubicBezTo>
                  <a:cubicBezTo>
                    <a:pt x="554870" y="-3209"/>
                    <a:pt x="468640" y="-10707"/>
                    <a:pt x="386160" y="15537"/>
                  </a:cubicBezTo>
                  <a:cubicBezTo>
                    <a:pt x="374912" y="19286"/>
                    <a:pt x="367414" y="23035"/>
                    <a:pt x="356167" y="26784"/>
                  </a:cubicBezTo>
                  <a:cubicBezTo>
                    <a:pt x="348668" y="30533"/>
                    <a:pt x="341170" y="30533"/>
                    <a:pt x="337421" y="38032"/>
                  </a:cubicBezTo>
                  <a:cubicBezTo>
                    <a:pt x="329923" y="41781"/>
                    <a:pt x="322424" y="45530"/>
                    <a:pt x="318675" y="49279"/>
                  </a:cubicBezTo>
                  <a:cubicBezTo>
                    <a:pt x="266188" y="79272"/>
                    <a:pt x="228696" y="124261"/>
                    <a:pt x="202453" y="173000"/>
                  </a:cubicBezTo>
                  <a:cubicBezTo>
                    <a:pt x="164961" y="240484"/>
                    <a:pt x="153714" y="315467"/>
                    <a:pt x="172460" y="390449"/>
                  </a:cubicBezTo>
                  <a:cubicBezTo>
                    <a:pt x="172460" y="390449"/>
                    <a:pt x="172460" y="394198"/>
                    <a:pt x="172460" y="394198"/>
                  </a:cubicBezTo>
                  <a:cubicBezTo>
                    <a:pt x="119972" y="409195"/>
                    <a:pt x="78732" y="439188"/>
                    <a:pt x="44989" y="480428"/>
                  </a:cubicBezTo>
                  <a:cubicBezTo>
                    <a:pt x="33742" y="495425"/>
                    <a:pt x="22495" y="514170"/>
                    <a:pt x="14997" y="532916"/>
                  </a:cubicBezTo>
                  <a:lnTo>
                    <a:pt x="14997" y="532916"/>
                  </a:lnTo>
                  <a:cubicBezTo>
                    <a:pt x="11247" y="540414"/>
                    <a:pt x="11247" y="544163"/>
                    <a:pt x="7498" y="551661"/>
                  </a:cubicBezTo>
                  <a:lnTo>
                    <a:pt x="7498" y="551661"/>
                  </a:lnTo>
                  <a:cubicBezTo>
                    <a:pt x="3749" y="559159"/>
                    <a:pt x="3749" y="562909"/>
                    <a:pt x="3749" y="570407"/>
                  </a:cubicBezTo>
                  <a:cubicBezTo>
                    <a:pt x="3749" y="577905"/>
                    <a:pt x="0" y="585403"/>
                    <a:pt x="0" y="589153"/>
                  </a:cubicBezTo>
                  <a:cubicBezTo>
                    <a:pt x="0" y="596651"/>
                    <a:pt x="0" y="600400"/>
                    <a:pt x="0" y="607898"/>
                  </a:cubicBezTo>
                  <a:cubicBezTo>
                    <a:pt x="0" y="607898"/>
                    <a:pt x="0" y="607898"/>
                    <a:pt x="0" y="611647"/>
                  </a:cubicBezTo>
                  <a:cubicBezTo>
                    <a:pt x="0" y="615396"/>
                    <a:pt x="0" y="622895"/>
                    <a:pt x="0" y="626644"/>
                  </a:cubicBezTo>
                  <a:cubicBezTo>
                    <a:pt x="0" y="626644"/>
                    <a:pt x="0" y="630393"/>
                    <a:pt x="0" y="630393"/>
                  </a:cubicBezTo>
                  <a:cubicBezTo>
                    <a:pt x="0" y="637891"/>
                    <a:pt x="0" y="641640"/>
                    <a:pt x="0" y="649138"/>
                  </a:cubicBezTo>
                  <a:cubicBezTo>
                    <a:pt x="3749" y="671633"/>
                    <a:pt x="7498" y="694128"/>
                    <a:pt x="18746" y="716623"/>
                  </a:cubicBezTo>
                  <a:cubicBezTo>
                    <a:pt x="22495" y="724121"/>
                    <a:pt x="26244" y="731619"/>
                    <a:pt x="29993" y="739117"/>
                  </a:cubicBezTo>
                  <a:cubicBezTo>
                    <a:pt x="33742" y="746616"/>
                    <a:pt x="37491" y="754114"/>
                    <a:pt x="44989" y="761612"/>
                  </a:cubicBezTo>
                  <a:cubicBezTo>
                    <a:pt x="56237" y="776609"/>
                    <a:pt x="67484" y="791605"/>
                    <a:pt x="82481" y="806602"/>
                  </a:cubicBezTo>
                  <a:cubicBezTo>
                    <a:pt x="127470" y="851591"/>
                    <a:pt x="187456" y="874086"/>
                    <a:pt x="247442" y="874086"/>
                  </a:cubicBezTo>
                  <a:lnTo>
                    <a:pt x="1315942" y="874086"/>
                  </a:lnTo>
                  <a:cubicBezTo>
                    <a:pt x="1353433" y="874086"/>
                    <a:pt x="1387175" y="866588"/>
                    <a:pt x="1424666" y="855340"/>
                  </a:cubicBezTo>
                  <a:cubicBezTo>
                    <a:pt x="1454659" y="844093"/>
                    <a:pt x="1484652" y="821598"/>
                    <a:pt x="1507147" y="795354"/>
                  </a:cubicBezTo>
                  <a:cubicBezTo>
                    <a:pt x="1529642" y="769110"/>
                    <a:pt x="1544638" y="739117"/>
                    <a:pt x="1555886" y="705375"/>
                  </a:cubicBezTo>
                  <a:cubicBezTo>
                    <a:pt x="1555886" y="671633"/>
                    <a:pt x="1559635" y="634142"/>
                    <a:pt x="1552136" y="600400"/>
                  </a:cubicBezTo>
                  <a:close/>
                  <a:moveTo>
                    <a:pt x="1495900" y="686630"/>
                  </a:moveTo>
                  <a:cubicBezTo>
                    <a:pt x="1488401" y="716623"/>
                    <a:pt x="1473405" y="739117"/>
                    <a:pt x="1454659" y="761612"/>
                  </a:cubicBezTo>
                  <a:cubicBezTo>
                    <a:pt x="1435914" y="780358"/>
                    <a:pt x="1413419" y="799103"/>
                    <a:pt x="1387175" y="810351"/>
                  </a:cubicBezTo>
                  <a:cubicBezTo>
                    <a:pt x="1360931" y="821598"/>
                    <a:pt x="1334687" y="829096"/>
                    <a:pt x="1304694" y="829096"/>
                  </a:cubicBezTo>
                  <a:lnTo>
                    <a:pt x="236195" y="829096"/>
                  </a:lnTo>
                  <a:cubicBezTo>
                    <a:pt x="187456" y="829096"/>
                    <a:pt x="138718" y="810351"/>
                    <a:pt x="101226" y="780358"/>
                  </a:cubicBezTo>
                  <a:cubicBezTo>
                    <a:pt x="63735" y="742867"/>
                    <a:pt x="41240" y="697877"/>
                    <a:pt x="37491" y="649138"/>
                  </a:cubicBezTo>
                  <a:cubicBezTo>
                    <a:pt x="33742" y="600400"/>
                    <a:pt x="48739" y="551661"/>
                    <a:pt x="78732" y="510421"/>
                  </a:cubicBezTo>
                  <a:cubicBezTo>
                    <a:pt x="108725" y="472930"/>
                    <a:pt x="153714" y="442937"/>
                    <a:pt x="202453" y="435438"/>
                  </a:cubicBezTo>
                  <a:cubicBezTo>
                    <a:pt x="209951" y="431689"/>
                    <a:pt x="213700" y="427940"/>
                    <a:pt x="217449" y="424191"/>
                  </a:cubicBezTo>
                  <a:cubicBezTo>
                    <a:pt x="221198" y="416693"/>
                    <a:pt x="224947" y="412944"/>
                    <a:pt x="221198" y="405446"/>
                  </a:cubicBezTo>
                  <a:cubicBezTo>
                    <a:pt x="198703" y="334212"/>
                    <a:pt x="206202" y="259230"/>
                    <a:pt x="239944" y="195495"/>
                  </a:cubicBezTo>
                  <a:cubicBezTo>
                    <a:pt x="258689" y="161753"/>
                    <a:pt x="281184" y="135509"/>
                    <a:pt x="307428" y="113014"/>
                  </a:cubicBezTo>
                  <a:cubicBezTo>
                    <a:pt x="311177" y="109265"/>
                    <a:pt x="318675" y="105516"/>
                    <a:pt x="322424" y="101767"/>
                  </a:cubicBezTo>
                  <a:cubicBezTo>
                    <a:pt x="329923" y="98018"/>
                    <a:pt x="333672" y="90519"/>
                    <a:pt x="341170" y="86770"/>
                  </a:cubicBezTo>
                  <a:cubicBezTo>
                    <a:pt x="344919" y="83021"/>
                    <a:pt x="352417" y="79272"/>
                    <a:pt x="356167" y="79272"/>
                  </a:cubicBezTo>
                  <a:cubicBezTo>
                    <a:pt x="371163" y="71774"/>
                    <a:pt x="386160" y="64275"/>
                    <a:pt x="401156" y="60526"/>
                  </a:cubicBezTo>
                  <a:cubicBezTo>
                    <a:pt x="472389" y="38032"/>
                    <a:pt x="543623" y="41781"/>
                    <a:pt x="611107" y="75523"/>
                  </a:cubicBezTo>
                  <a:cubicBezTo>
                    <a:pt x="674842" y="105516"/>
                    <a:pt x="723581" y="161753"/>
                    <a:pt x="742326" y="232986"/>
                  </a:cubicBezTo>
                  <a:cubicBezTo>
                    <a:pt x="746075" y="240484"/>
                    <a:pt x="753573" y="247982"/>
                    <a:pt x="761072" y="247982"/>
                  </a:cubicBezTo>
                  <a:cubicBezTo>
                    <a:pt x="768570" y="251732"/>
                    <a:pt x="779817" y="247982"/>
                    <a:pt x="783566" y="240484"/>
                  </a:cubicBezTo>
                  <a:cubicBezTo>
                    <a:pt x="866047" y="135509"/>
                    <a:pt x="989768" y="131760"/>
                    <a:pt x="1068500" y="165502"/>
                  </a:cubicBezTo>
                  <a:cubicBezTo>
                    <a:pt x="1147231" y="195495"/>
                    <a:pt x="1233461" y="281725"/>
                    <a:pt x="1218465" y="412944"/>
                  </a:cubicBezTo>
                  <a:cubicBezTo>
                    <a:pt x="1218465" y="420442"/>
                    <a:pt x="1218465" y="427940"/>
                    <a:pt x="1225963" y="431689"/>
                  </a:cubicBezTo>
                  <a:cubicBezTo>
                    <a:pt x="1233461" y="435438"/>
                    <a:pt x="1240959" y="439188"/>
                    <a:pt x="1248458" y="435438"/>
                  </a:cubicBezTo>
                  <a:cubicBezTo>
                    <a:pt x="1278451" y="427940"/>
                    <a:pt x="1304694" y="427940"/>
                    <a:pt x="1334687" y="431689"/>
                  </a:cubicBezTo>
                  <a:cubicBezTo>
                    <a:pt x="1360931" y="435438"/>
                    <a:pt x="1390924" y="446686"/>
                    <a:pt x="1413419" y="461682"/>
                  </a:cubicBezTo>
                  <a:cubicBezTo>
                    <a:pt x="1439663" y="476679"/>
                    <a:pt x="1458408" y="495425"/>
                    <a:pt x="1473405" y="521668"/>
                  </a:cubicBezTo>
                  <a:cubicBezTo>
                    <a:pt x="1488401" y="544163"/>
                    <a:pt x="1499649" y="570407"/>
                    <a:pt x="1503398" y="600400"/>
                  </a:cubicBezTo>
                  <a:cubicBezTo>
                    <a:pt x="1507147" y="630393"/>
                    <a:pt x="1503398" y="656637"/>
                    <a:pt x="1495900" y="686630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464" name="Graphic 463">
            <a:extLst>
              <a:ext uri="{FF2B5EF4-FFF2-40B4-BE49-F238E27FC236}">
                <a16:creationId xmlns:a16="http://schemas.microsoft.com/office/drawing/2014/main" id="{C6A0FA4B-7585-E749-B929-9814E8E8D7F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327834" y="4962180"/>
            <a:ext cx="530818" cy="530818"/>
          </a:xfrm>
          <a:prstGeom prst="rect">
            <a:avLst/>
          </a:prstGeom>
        </p:spPr>
      </p:pic>
      <p:sp>
        <p:nvSpPr>
          <p:cNvPr id="470" name="Freeform: Shape 34">
            <a:extLst>
              <a:ext uri="{FF2B5EF4-FFF2-40B4-BE49-F238E27FC236}">
                <a16:creationId xmlns:a16="http://schemas.microsoft.com/office/drawing/2014/main" id="{6F60D2A3-733D-F4B5-0510-305BD849E1FD}"/>
              </a:ext>
            </a:extLst>
          </p:cNvPr>
          <p:cNvSpPr/>
          <p:nvPr/>
        </p:nvSpPr>
        <p:spPr>
          <a:xfrm>
            <a:off x="9080777" y="4789393"/>
            <a:ext cx="114424" cy="341414"/>
          </a:xfrm>
          <a:custGeom>
            <a:avLst/>
            <a:gdLst>
              <a:gd name="connsiteX0" fmla="*/ 0 w 249078"/>
              <a:gd name="connsiteY0" fmla="*/ 293132 h 743188"/>
              <a:gd name="connsiteX1" fmla="*/ 92869 w 249078"/>
              <a:gd name="connsiteY1" fmla="*/ 293132 h 743188"/>
              <a:gd name="connsiteX2" fmla="*/ 1429 w 249078"/>
              <a:gd name="connsiteY2" fmla="*/ 514588 h 743188"/>
              <a:gd name="connsiteX3" fmla="*/ 85725 w 249078"/>
              <a:gd name="connsiteY3" fmla="*/ 514588 h 743188"/>
              <a:gd name="connsiteX4" fmla="*/ 0 w 249078"/>
              <a:gd name="connsiteY4" fmla="*/ 743188 h 743188"/>
              <a:gd name="connsiteX5" fmla="*/ 210979 w 249078"/>
              <a:gd name="connsiteY5" fmla="*/ 445532 h 743188"/>
              <a:gd name="connsiteX6" fmla="*/ 123825 w 249078"/>
              <a:gd name="connsiteY6" fmla="*/ 445532 h 743188"/>
              <a:gd name="connsiteX7" fmla="*/ 233363 w 249078"/>
              <a:gd name="connsiteY7" fmla="*/ 221694 h 743188"/>
              <a:gd name="connsiteX8" fmla="*/ 147638 w 249078"/>
              <a:gd name="connsiteY8" fmla="*/ 221694 h 743188"/>
              <a:gd name="connsiteX9" fmla="*/ 249079 w 249078"/>
              <a:gd name="connsiteY9" fmla="*/ 238 h 743188"/>
              <a:gd name="connsiteX10" fmla="*/ 73343 w 249078"/>
              <a:gd name="connsiteY10" fmla="*/ 0 h 743188"/>
              <a:gd name="connsiteX11" fmla="*/ 0 w 249078"/>
              <a:gd name="connsiteY11" fmla="*/ 293132 h 74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9078" h="743188">
                <a:moveTo>
                  <a:pt x="0" y="293132"/>
                </a:moveTo>
                <a:lnTo>
                  <a:pt x="92869" y="293132"/>
                </a:lnTo>
                <a:lnTo>
                  <a:pt x="1429" y="514588"/>
                </a:lnTo>
                <a:lnTo>
                  <a:pt x="85725" y="514588"/>
                </a:lnTo>
                <a:lnTo>
                  <a:pt x="0" y="743188"/>
                </a:lnTo>
                <a:lnTo>
                  <a:pt x="210979" y="445532"/>
                </a:lnTo>
                <a:lnTo>
                  <a:pt x="123825" y="445532"/>
                </a:lnTo>
                <a:lnTo>
                  <a:pt x="233363" y="221694"/>
                </a:lnTo>
                <a:lnTo>
                  <a:pt x="147638" y="221694"/>
                </a:lnTo>
                <a:lnTo>
                  <a:pt x="249079" y="238"/>
                </a:lnTo>
                <a:lnTo>
                  <a:pt x="73343" y="0"/>
                </a:lnTo>
                <a:lnTo>
                  <a:pt x="0" y="293132"/>
                </a:lnTo>
                <a:close/>
              </a:path>
            </a:pathLst>
          </a:custGeom>
          <a:solidFill>
            <a:srgbClr val="844896"/>
          </a:solidFill>
          <a:ln w="9525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C0B5BDF2-B780-9B4E-37A4-B9AFA8342C32}"/>
              </a:ext>
            </a:extLst>
          </p:cNvPr>
          <p:cNvSpPr txBox="1"/>
          <p:nvPr/>
        </p:nvSpPr>
        <p:spPr>
          <a:xfrm>
            <a:off x="8473976" y="5481263"/>
            <a:ext cx="1328025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“Airgap”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73" name="Picture 472">
            <a:extLst>
              <a:ext uri="{FF2B5EF4-FFF2-40B4-BE49-F238E27FC236}">
                <a16:creationId xmlns:a16="http://schemas.microsoft.com/office/drawing/2014/main" id="{EAEB0E64-095C-911D-6FA6-70F176997CC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953360" y="5197558"/>
            <a:ext cx="199254" cy="199254"/>
          </a:xfrm>
          <a:prstGeom prst="rect">
            <a:avLst/>
          </a:prstGeom>
        </p:spPr>
      </p:pic>
      <p:sp>
        <p:nvSpPr>
          <p:cNvPr id="474" name="Oval 473">
            <a:extLst>
              <a:ext uri="{FF2B5EF4-FFF2-40B4-BE49-F238E27FC236}">
                <a16:creationId xmlns:a16="http://schemas.microsoft.com/office/drawing/2014/main" id="{1FEB5AEE-A12E-4EB7-A423-B95B0D646246}"/>
              </a:ext>
            </a:extLst>
          </p:cNvPr>
          <p:cNvSpPr/>
          <p:nvPr/>
        </p:nvSpPr>
        <p:spPr>
          <a:xfrm>
            <a:off x="11613610" y="5192719"/>
            <a:ext cx="341066" cy="341066"/>
          </a:xfrm>
          <a:prstGeom prst="ellipse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83489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3</a:t>
            </a: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6E741CA3-C53D-0DCA-9D1E-27ED724260CF}"/>
              </a:ext>
            </a:extLst>
          </p:cNvPr>
          <p:cNvSpPr txBox="1"/>
          <p:nvPr/>
        </p:nvSpPr>
        <p:spPr>
          <a:xfrm>
            <a:off x="9451802" y="4073105"/>
            <a:ext cx="2692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Tx/>
              <a:buFont typeface="System Font Regular"/>
              <a:buChar char="✅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 All Backups Replicated to AGP</a:t>
            </a:r>
          </a:p>
        </p:txBody>
      </p:sp>
      <p:pic>
        <p:nvPicPr>
          <p:cNvPr id="478" name="Picture 29">
            <a:extLst>
              <a:ext uri="{FF2B5EF4-FFF2-40B4-BE49-F238E27FC236}">
                <a16:creationId xmlns:a16="http://schemas.microsoft.com/office/drawing/2014/main" id="{455FC0BF-D7E8-9F50-613F-3B4313E9272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8910331" y="5031058"/>
            <a:ext cx="455316" cy="455316"/>
          </a:xfrm>
          <a:prstGeom prst="rect">
            <a:avLst/>
          </a:prstGeom>
        </p:spPr>
      </p:pic>
      <p:graphicFrame>
        <p:nvGraphicFramePr>
          <p:cNvPr id="482" name="Table 481">
            <a:extLst>
              <a:ext uri="{FF2B5EF4-FFF2-40B4-BE49-F238E27FC236}">
                <a16:creationId xmlns:a16="http://schemas.microsoft.com/office/drawing/2014/main" id="{A1E7350D-5BD4-A320-C57F-531B90826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584733"/>
              </p:ext>
            </p:extLst>
          </p:nvPr>
        </p:nvGraphicFramePr>
        <p:xfrm>
          <a:off x="10034670" y="4401501"/>
          <a:ext cx="1413630" cy="2056643"/>
        </p:xfrm>
        <a:graphic>
          <a:graphicData uri="http://schemas.openxmlformats.org/drawingml/2006/table">
            <a:tbl>
              <a:tblPr firstRow="1" bandRow="1"/>
              <a:tblGrid>
                <a:gridCol w="1413630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</a:tblGrid>
              <a:tr h="220395">
                <a:tc>
                  <a:txBody>
                    <a:bodyPr/>
                    <a:lstStyle/>
                    <a:p>
                      <a:pPr algn="ctr"/>
                      <a:r>
                        <a:rPr lang="en-US" sz="900" err="1">
                          <a:solidFill>
                            <a:schemeClr val="bg1"/>
                          </a:solidFill>
                        </a:rPr>
                        <a:t>AirGap</a:t>
                      </a: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 Protect</a:t>
                      </a:r>
                    </a:p>
                  </a:txBody>
                  <a:tcPr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">
                          <a:srgbClr val="7030A0"/>
                        </a:gs>
                        <a:gs pos="50000">
                          <a:srgbClr val="000218">
                            <a:lumMod val="10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23956542"/>
                  </a:ext>
                </a:extLst>
              </a:tr>
              <a:tr h="11366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917184"/>
                  </a:ext>
                </a:extLst>
              </a:tr>
              <a:tr h="6914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A3C9">
                            <a:lumMod val="60000"/>
                            <a:lumOff val="40000"/>
                          </a:srgb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Arial"/>
                          <a:sym typeface="Arial"/>
                        </a:rPr>
                        <a:t>Immutable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A3C9">
                            <a:lumMod val="60000"/>
                            <a:lumOff val="40000"/>
                          </a:srgb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Arial"/>
                          <a:sym typeface="Arial"/>
                        </a:rPr>
                        <a:t>Deduped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A3C9">
                            <a:lumMod val="60000"/>
                            <a:lumOff val="40000"/>
                          </a:srgb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Arial"/>
                          <a:sym typeface="Arial"/>
                        </a:rPr>
                        <a:t>Encrypted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915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28D26-1393-D6ED-BC7D-8E77C67BA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88">
            <a:extLst>
              <a:ext uri="{FF2B5EF4-FFF2-40B4-BE49-F238E27FC236}">
                <a16:creationId xmlns:a16="http://schemas.microsoft.com/office/drawing/2014/main" id="{322B5436-CC40-F616-513A-AB6EB2753F1A}"/>
              </a:ext>
            </a:extLst>
          </p:cNvPr>
          <p:cNvSpPr txBox="1"/>
          <p:nvPr/>
        </p:nvSpPr>
        <p:spPr>
          <a:xfrm>
            <a:off x="729857" y="6292472"/>
            <a:ext cx="29429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Zero Trust Access</a:t>
            </a:r>
          </a:p>
        </p:txBody>
      </p: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879CE593-D500-736A-C1AD-20CB5BBDDC69}"/>
              </a:ext>
            </a:extLst>
          </p:cNvPr>
          <p:cNvGraphicFramePr>
            <a:graphicFrameLocks noGrp="1"/>
          </p:cNvGraphicFramePr>
          <p:nvPr/>
        </p:nvGraphicFramePr>
        <p:xfrm>
          <a:off x="3448497" y="466737"/>
          <a:ext cx="3589419" cy="882153"/>
        </p:xfrm>
        <a:graphic>
          <a:graphicData uri="http://schemas.openxmlformats.org/drawingml/2006/table">
            <a:tbl>
              <a:tblPr firstRow="1" bandRow="1"/>
              <a:tblGrid>
                <a:gridCol w="3589419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</a:tblGrid>
              <a:tr h="1973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900" b="1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Commvault Unity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">
                          <a:srgbClr val="7030A0"/>
                        </a:gs>
                        <a:gs pos="50000">
                          <a:srgbClr val="000218">
                            <a:lumMod val="10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02530383"/>
                  </a:ext>
                </a:extLst>
              </a:tr>
              <a:tr h="6535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Work Sans" pitchFamily="2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</a:tbl>
          </a:graphicData>
        </a:graphic>
      </p:graphicFrame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35A90FF-680D-36DD-21D1-61B56378BF8E}"/>
              </a:ext>
            </a:extLst>
          </p:cNvPr>
          <p:cNvCxnSpPr>
            <a:cxnSpLocks/>
            <a:endCxn id="65" idx="1"/>
          </p:cNvCxnSpPr>
          <p:nvPr/>
        </p:nvCxnSpPr>
        <p:spPr>
          <a:xfrm>
            <a:off x="7079493" y="1348890"/>
            <a:ext cx="433053" cy="60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D1F48D0-D276-3AA5-48BE-502DDDCDC6F9}"/>
              </a:ext>
            </a:extLst>
          </p:cNvPr>
          <p:cNvCxnSpPr>
            <a:cxnSpLocks/>
          </p:cNvCxnSpPr>
          <p:nvPr/>
        </p:nvCxnSpPr>
        <p:spPr>
          <a:xfrm flipH="1">
            <a:off x="1285459" y="1360604"/>
            <a:ext cx="2163038" cy="536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7" name="Table 30">
            <a:extLst>
              <a:ext uri="{FF2B5EF4-FFF2-40B4-BE49-F238E27FC236}">
                <a16:creationId xmlns:a16="http://schemas.microsoft.com/office/drawing/2014/main" id="{1789065F-9762-A0BD-8AF0-7C1B5BAF02F0}"/>
              </a:ext>
            </a:extLst>
          </p:cNvPr>
          <p:cNvGraphicFramePr>
            <a:graphicFrameLocks noGrp="1"/>
          </p:cNvGraphicFramePr>
          <p:nvPr/>
        </p:nvGraphicFramePr>
        <p:xfrm>
          <a:off x="133437" y="1907962"/>
          <a:ext cx="3910390" cy="4811813"/>
        </p:xfrm>
        <a:graphic>
          <a:graphicData uri="http://schemas.openxmlformats.org/drawingml/2006/table">
            <a:tbl>
              <a:tblPr firstRow="1" bandRow="1"/>
              <a:tblGrid>
                <a:gridCol w="3910390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4811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 dirty="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graphicFrame>
        <p:nvGraphicFramePr>
          <p:cNvPr id="19" name="Table 30">
            <a:extLst>
              <a:ext uri="{FF2B5EF4-FFF2-40B4-BE49-F238E27FC236}">
                <a16:creationId xmlns:a16="http://schemas.microsoft.com/office/drawing/2014/main" id="{49C76C06-1474-22AA-DA0A-2FBC43F8D670}"/>
              </a:ext>
            </a:extLst>
          </p:cNvPr>
          <p:cNvGraphicFramePr>
            <a:graphicFrameLocks noGrp="1"/>
          </p:cNvGraphicFramePr>
          <p:nvPr/>
        </p:nvGraphicFramePr>
        <p:xfrm>
          <a:off x="353088" y="4419437"/>
          <a:ext cx="3536388" cy="1740119"/>
        </p:xfrm>
        <a:graphic>
          <a:graphicData uri="http://schemas.openxmlformats.org/drawingml/2006/table">
            <a:tbl>
              <a:tblPr firstRow="1" bandRow="1"/>
              <a:tblGrid>
                <a:gridCol w="3536388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1995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Protected Data Layer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845955"/>
                  </a:ext>
                </a:extLst>
              </a:tr>
              <a:tr h="15115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 dirty="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57699D-0C8F-F4E7-5355-A92D764DDC7A}"/>
              </a:ext>
            </a:extLst>
          </p:cNvPr>
          <p:cNvCxnSpPr>
            <a:cxnSpLocks/>
          </p:cNvCxnSpPr>
          <p:nvPr/>
        </p:nvCxnSpPr>
        <p:spPr>
          <a:xfrm>
            <a:off x="2063079" y="4659894"/>
            <a:ext cx="0" cy="393605"/>
          </a:xfrm>
          <a:prstGeom prst="straightConnector1">
            <a:avLst/>
          </a:prstGeom>
          <a:ln w="22225">
            <a:solidFill>
              <a:srgbClr val="84489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7" name="Table 206">
            <a:extLst>
              <a:ext uri="{FF2B5EF4-FFF2-40B4-BE49-F238E27FC236}">
                <a16:creationId xmlns:a16="http://schemas.microsoft.com/office/drawing/2014/main" id="{9ECD3E87-0CC5-3BC4-237F-80664D681DB6}"/>
              </a:ext>
            </a:extLst>
          </p:cNvPr>
          <p:cNvGraphicFramePr>
            <a:graphicFrameLocks noGrp="1"/>
          </p:cNvGraphicFramePr>
          <p:nvPr/>
        </p:nvGraphicFramePr>
        <p:xfrm>
          <a:off x="300056" y="2023412"/>
          <a:ext cx="3589419" cy="1306384"/>
        </p:xfrm>
        <a:graphic>
          <a:graphicData uri="http://schemas.openxmlformats.org/drawingml/2006/table">
            <a:tbl>
              <a:tblPr firstRow="1" bandRow="1"/>
              <a:tblGrid>
                <a:gridCol w="3589419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</a:tblGrid>
              <a:tr h="2220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9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Clients &amp; Protected Storage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530383"/>
                  </a:ext>
                </a:extLst>
              </a:tr>
              <a:tr h="10777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Work Sans" pitchFamily="2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C1F874-2723-8615-E3C9-C2D92F2580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34666" y="6459362"/>
            <a:ext cx="684344" cy="365125"/>
          </a:xfrm>
        </p:spPr>
        <p:txBody>
          <a:bodyPr/>
          <a:lstStyle/>
          <a:p>
            <a:pPr marL="0" marR="0" lvl="0" indent="0" algn="r" defTabSz="10884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4FC826-72BB-4AF1-BA01-A94F7396A7D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108842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31EFE54-60A4-2024-2C9F-B5FC6CF2398B}"/>
              </a:ext>
            </a:extLst>
          </p:cNvPr>
          <p:cNvSpPr txBox="1"/>
          <p:nvPr/>
        </p:nvSpPr>
        <p:spPr>
          <a:xfrm>
            <a:off x="76064" y="1621375"/>
            <a:ext cx="2437182" cy="253916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/>
                <a:sym typeface="Arial"/>
              </a:rPr>
              <a:t>Primary DC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7E118228-955D-ED23-6A1D-6AC95E66544E}"/>
              </a:ext>
            </a:extLst>
          </p:cNvPr>
          <p:cNvSpPr txBox="1"/>
          <p:nvPr/>
        </p:nvSpPr>
        <p:spPr>
          <a:xfrm>
            <a:off x="2728" y="-38747"/>
            <a:ext cx="800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Future State - Software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B2684A-C1F7-A4A5-9178-9F5395E70760}"/>
              </a:ext>
            </a:extLst>
          </p:cNvPr>
          <p:cNvSpPr txBox="1"/>
          <p:nvPr/>
        </p:nvSpPr>
        <p:spPr>
          <a:xfrm>
            <a:off x="429799" y="3083228"/>
            <a:ext cx="3427151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130 VMs |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Vmware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+ Nutanix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D32A4C-B819-1F74-0B2D-510F6AE25483}"/>
              </a:ext>
            </a:extLst>
          </p:cNvPr>
          <p:cNvSpPr txBox="1"/>
          <p:nvPr/>
        </p:nvSpPr>
        <p:spPr>
          <a:xfrm>
            <a:off x="595510" y="5853510"/>
            <a:ext cx="30127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44896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Compliance Lock  - Software Immutability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EEA842-27CB-5F4F-DE50-21C4BF4C726D}"/>
              </a:ext>
            </a:extLst>
          </p:cNvPr>
          <p:cNvGrpSpPr/>
          <p:nvPr/>
        </p:nvGrpSpPr>
        <p:grpSpPr>
          <a:xfrm>
            <a:off x="1098675" y="2263641"/>
            <a:ext cx="702195" cy="427590"/>
            <a:chOff x="809967" y="4292795"/>
            <a:chExt cx="702195" cy="42759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3CEA4AC-31C4-E92B-8B88-5FD082871471}"/>
                </a:ext>
              </a:extLst>
            </p:cNvPr>
            <p:cNvSpPr>
              <a:spLocks/>
            </p:cNvSpPr>
            <p:nvPr/>
          </p:nvSpPr>
          <p:spPr>
            <a:xfrm>
              <a:off x="809967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Devices</a:t>
              </a:r>
            </a:p>
          </p:txBody>
        </p:sp>
        <p:sp>
          <p:nvSpPr>
            <p:cNvPr id="10" name="Freeform: Shape 210">
              <a:extLst>
                <a:ext uri="{FF2B5EF4-FFF2-40B4-BE49-F238E27FC236}">
                  <a16:creationId xmlns:a16="http://schemas.microsoft.com/office/drawing/2014/main" id="{5BC2DA60-B021-B4BC-D049-C741F103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4881" y="4438701"/>
              <a:ext cx="312368" cy="281684"/>
            </a:xfrm>
            <a:custGeom>
              <a:avLst/>
              <a:gdLst>
                <a:gd name="connsiteX0" fmla="*/ 717948 w 756461"/>
                <a:gd name="connsiteY0" fmla="*/ 0 h 682154"/>
                <a:gd name="connsiteX1" fmla="*/ 119845 w 756461"/>
                <a:gd name="connsiteY1" fmla="*/ 0 h 682154"/>
                <a:gd name="connsiteX2" fmla="*/ 81372 w 756461"/>
                <a:gd name="connsiteY2" fmla="*/ 38472 h 682154"/>
                <a:gd name="connsiteX3" fmla="*/ 81372 w 756461"/>
                <a:gd name="connsiteY3" fmla="*/ 295943 h 682154"/>
                <a:gd name="connsiteX4" fmla="*/ 23590 w 756461"/>
                <a:gd name="connsiteY4" fmla="*/ 295943 h 682154"/>
                <a:gd name="connsiteX5" fmla="*/ 0 w 756461"/>
                <a:gd name="connsiteY5" fmla="*/ 320499 h 682154"/>
                <a:gd name="connsiteX6" fmla="*/ 0 w 756461"/>
                <a:gd name="connsiteY6" fmla="*/ 657598 h 682154"/>
                <a:gd name="connsiteX7" fmla="*/ 23590 w 756461"/>
                <a:gd name="connsiteY7" fmla="*/ 682155 h 682154"/>
                <a:gd name="connsiteX8" fmla="*/ 194821 w 756461"/>
                <a:gd name="connsiteY8" fmla="*/ 682155 h 682154"/>
                <a:gd name="connsiteX9" fmla="*/ 218410 w 756461"/>
                <a:gd name="connsiteY9" fmla="*/ 657598 h 682154"/>
                <a:gd name="connsiteX10" fmla="*/ 218410 w 756461"/>
                <a:gd name="connsiteY10" fmla="*/ 475471 h 682154"/>
                <a:gd name="connsiteX11" fmla="*/ 385355 w 756461"/>
                <a:gd name="connsiteY11" fmla="*/ 475471 h 682154"/>
                <a:gd name="connsiteX12" fmla="*/ 385355 w 756461"/>
                <a:gd name="connsiteY12" fmla="*/ 540471 h 682154"/>
                <a:gd name="connsiteX13" fmla="*/ 377541 w 756461"/>
                <a:gd name="connsiteY13" fmla="*/ 540471 h 682154"/>
                <a:gd name="connsiteX14" fmla="*/ 277643 w 756461"/>
                <a:gd name="connsiteY14" fmla="*/ 564061 h 682154"/>
                <a:gd name="connsiteX15" fmla="*/ 233776 w 756461"/>
                <a:gd name="connsiteY15" fmla="*/ 625043 h 682154"/>
                <a:gd name="connsiteX16" fmla="*/ 241329 w 756461"/>
                <a:gd name="connsiteY16" fmla="*/ 632596 h 682154"/>
                <a:gd name="connsiteX17" fmla="*/ 596468 w 756461"/>
                <a:gd name="connsiteY17" fmla="*/ 632596 h 682154"/>
                <a:gd name="connsiteX18" fmla="*/ 604022 w 756461"/>
                <a:gd name="connsiteY18" fmla="*/ 625043 h 682154"/>
                <a:gd name="connsiteX19" fmla="*/ 560154 w 756461"/>
                <a:gd name="connsiteY19" fmla="*/ 564061 h 682154"/>
                <a:gd name="connsiteX20" fmla="*/ 460256 w 756461"/>
                <a:gd name="connsiteY20" fmla="*/ 540471 h 682154"/>
                <a:gd name="connsiteX21" fmla="*/ 452442 w 756461"/>
                <a:gd name="connsiteY21" fmla="*/ 540471 h 682154"/>
                <a:gd name="connsiteX22" fmla="*/ 452442 w 756461"/>
                <a:gd name="connsiteY22" fmla="*/ 475471 h 682154"/>
                <a:gd name="connsiteX23" fmla="*/ 717952 w 756461"/>
                <a:gd name="connsiteY23" fmla="*/ 475471 h 682154"/>
                <a:gd name="connsiteX24" fmla="*/ 756424 w 756461"/>
                <a:gd name="connsiteY24" fmla="*/ 436998 h 682154"/>
                <a:gd name="connsiteX25" fmla="*/ 756461 w 756461"/>
                <a:gd name="connsiteY25" fmla="*/ 38472 h 682154"/>
                <a:gd name="connsiteX26" fmla="*/ 717989 w 756461"/>
                <a:gd name="connsiteY26" fmla="*/ 0 h 682154"/>
                <a:gd name="connsiteX27" fmla="*/ 23594 w 756461"/>
                <a:gd name="connsiteY27" fmla="*/ 311087 h 682154"/>
                <a:gd name="connsiteX28" fmla="*/ 194825 w 756461"/>
                <a:gd name="connsiteY28" fmla="*/ 311087 h 682154"/>
                <a:gd name="connsiteX29" fmla="*/ 203308 w 756461"/>
                <a:gd name="connsiteY29" fmla="*/ 320500 h 682154"/>
                <a:gd name="connsiteX30" fmla="*/ 203308 w 756461"/>
                <a:gd name="connsiteY30" fmla="*/ 346434 h 682154"/>
                <a:gd name="connsiteX31" fmla="*/ 15114 w 756461"/>
                <a:gd name="connsiteY31" fmla="*/ 346471 h 682154"/>
                <a:gd name="connsiteX32" fmla="*/ 15114 w 756461"/>
                <a:gd name="connsiteY32" fmla="*/ 320537 h 682154"/>
                <a:gd name="connsiteX33" fmla="*/ 23597 w 756461"/>
                <a:gd name="connsiteY33" fmla="*/ 311124 h 682154"/>
                <a:gd name="connsiteX34" fmla="*/ 15111 w 756461"/>
                <a:gd name="connsiteY34" fmla="*/ 361577 h 682154"/>
                <a:gd name="connsiteX35" fmla="*/ 203268 w 756461"/>
                <a:gd name="connsiteY35" fmla="*/ 361577 h 682154"/>
                <a:gd name="connsiteX36" fmla="*/ 203268 w 756461"/>
                <a:gd name="connsiteY36" fmla="*/ 606102 h 682154"/>
                <a:gd name="connsiteX37" fmla="*/ 15111 w 756461"/>
                <a:gd name="connsiteY37" fmla="*/ 606102 h 682154"/>
                <a:gd name="connsiteX38" fmla="*/ 218413 w 756461"/>
                <a:gd name="connsiteY38" fmla="*/ 354024 h 682154"/>
                <a:gd name="connsiteX39" fmla="*/ 218413 w 756461"/>
                <a:gd name="connsiteY39" fmla="*/ 320538 h 682154"/>
                <a:gd name="connsiteX40" fmla="*/ 194823 w 756461"/>
                <a:gd name="connsiteY40" fmla="*/ 295981 h 682154"/>
                <a:gd name="connsiteX41" fmla="*/ 141580 w 756461"/>
                <a:gd name="connsiteY41" fmla="*/ 295981 h 682154"/>
                <a:gd name="connsiteX42" fmla="*/ 141580 w 756461"/>
                <a:gd name="connsiteY42" fmla="*/ 65857 h 682154"/>
                <a:gd name="connsiteX43" fmla="*/ 696335 w 756461"/>
                <a:gd name="connsiteY43" fmla="*/ 65857 h 682154"/>
                <a:gd name="connsiteX44" fmla="*/ 696335 w 756461"/>
                <a:gd name="connsiteY44" fmla="*/ 387069 h 682154"/>
                <a:gd name="connsiteX45" fmla="*/ 218447 w 756461"/>
                <a:gd name="connsiteY45" fmla="*/ 387069 h 682154"/>
                <a:gd name="connsiteX46" fmla="*/ 218447 w 756461"/>
                <a:gd name="connsiteY46" fmla="*/ 354066 h 682154"/>
                <a:gd name="connsiteX47" fmla="*/ 194823 w 756461"/>
                <a:gd name="connsiteY47" fmla="*/ 667044 h 682154"/>
                <a:gd name="connsiteX48" fmla="*/ 23592 w 756461"/>
                <a:gd name="connsiteY48" fmla="*/ 667044 h 682154"/>
                <a:gd name="connsiteX49" fmla="*/ 15109 w 756461"/>
                <a:gd name="connsiteY49" fmla="*/ 657630 h 682154"/>
                <a:gd name="connsiteX50" fmla="*/ 15109 w 756461"/>
                <a:gd name="connsiteY50" fmla="*/ 621242 h 682154"/>
                <a:gd name="connsiteX51" fmla="*/ 203266 w 756461"/>
                <a:gd name="connsiteY51" fmla="*/ 621242 h 682154"/>
                <a:gd name="connsiteX52" fmla="*/ 203266 w 756461"/>
                <a:gd name="connsiteY52" fmla="*/ 657630 h 682154"/>
                <a:gd name="connsiteX53" fmla="*/ 194783 w 756461"/>
                <a:gd name="connsiteY53" fmla="*/ 667044 h 682154"/>
                <a:gd name="connsiteX54" fmla="*/ 588101 w 756461"/>
                <a:gd name="connsiteY54" fmla="*/ 617484 h 682154"/>
                <a:gd name="connsiteX55" fmla="*/ 249773 w 756461"/>
                <a:gd name="connsiteY55" fmla="*/ 617484 h 682154"/>
                <a:gd name="connsiteX56" fmla="*/ 377541 w 756461"/>
                <a:gd name="connsiteY56" fmla="*/ 555609 h 682154"/>
                <a:gd name="connsiteX57" fmla="*/ 460290 w 756461"/>
                <a:gd name="connsiteY57" fmla="*/ 555609 h 682154"/>
                <a:gd name="connsiteX58" fmla="*/ 588058 w 756461"/>
                <a:gd name="connsiteY58" fmla="*/ 617484 h 682154"/>
                <a:gd name="connsiteX59" fmla="*/ 437377 w 756461"/>
                <a:gd name="connsiteY59" fmla="*/ 540503 h 682154"/>
                <a:gd name="connsiteX60" fmla="*/ 400505 w 756461"/>
                <a:gd name="connsiteY60" fmla="*/ 540503 h 682154"/>
                <a:gd name="connsiteX61" fmla="*/ 400505 w 756461"/>
                <a:gd name="connsiteY61" fmla="*/ 475503 h 682154"/>
                <a:gd name="connsiteX62" fmla="*/ 437377 w 756461"/>
                <a:gd name="connsiteY62" fmla="*/ 475503 h 682154"/>
                <a:gd name="connsiteX63" fmla="*/ 741358 w 756461"/>
                <a:gd name="connsiteY63" fmla="*/ 437033 h 682154"/>
                <a:gd name="connsiteX64" fmla="*/ 717992 w 756461"/>
                <a:gd name="connsiteY64" fmla="*/ 460399 h 682154"/>
                <a:gd name="connsiteX65" fmla="*/ 218454 w 756461"/>
                <a:gd name="connsiteY65" fmla="*/ 460399 h 682154"/>
                <a:gd name="connsiteX66" fmla="*/ 218454 w 756461"/>
                <a:gd name="connsiteY66" fmla="*/ 402207 h 682154"/>
                <a:gd name="connsiteX67" fmla="*/ 703934 w 756461"/>
                <a:gd name="connsiteY67" fmla="*/ 402207 h 682154"/>
                <a:gd name="connsiteX68" fmla="*/ 711487 w 756461"/>
                <a:gd name="connsiteY68" fmla="*/ 394654 h 682154"/>
                <a:gd name="connsiteX69" fmla="*/ 711449 w 756461"/>
                <a:gd name="connsiteY69" fmla="*/ 58269 h 682154"/>
                <a:gd name="connsiteX70" fmla="*/ 703896 w 756461"/>
                <a:gd name="connsiteY70" fmla="*/ 50716 h 682154"/>
                <a:gd name="connsiteX71" fmla="*/ 133996 w 756461"/>
                <a:gd name="connsiteY71" fmla="*/ 50679 h 682154"/>
                <a:gd name="connsiteX72" fmla="*/ 126443 w 756461"/>
                <a:gd name="connsiteY72" fmla="*/ 58232 h 682154"/>
                <a:gd name="connsiteX73" fmla="*/ 126443 w 756461"/>
                <a:gd name="connsiteY73" fmla="*/ 295947 h 682154"/>
                <a:gd name="connsiteX74" fmla="*/ 96566 w 756461"/>
                <a:gd name="connsiteY74" fmla="*/ 295947 h 682154"/>
                <a:gd name="connsiteX75" fmla="*/ 96566 w 756461"/>
                <a:gd name="connsiteY75" fmla="*/ 38477 h 682154"/>
                <a:gd name="connsiteX76" fmla="*/ 119932 w 756461"/>
                <a:gd name="connsiteY76" fmla="*/ 15111 h 682154"/>
                <a:gd name="connsiteX77" fmla="*/ 718035 w 756461"/>
                <a:gd name="connsiteY77" fmla="*/ 15111 h 682154"/>
                <a:gd name="connsiteX78" fmla="*/ 741401 w 756461"/>
                <a:gd name="connsiteY78" fmla="*/ 38477 h 682154"/>
                <a:gd name="connsiteX79" fmla="*/ 741401 w 756461"/>
                <a:gd name="connsiteY79" fmla="*/ 437003 h 682154"/>
                <a:gd name="connsiteX80" fmla="*/ 674758 w 756461"/>
                <a:gd name="connsiteY80" fmla="*/ 413742 h 682154"/>
                <a:gd name="connsiteX81" fmla="*/ 658052 w 756461"/>
                <a:gd name="connsiteY81" fmla="*/ 430447 h 682154"/>
                <a:gd name="connsiteX82" fmla="*/ 674758 w 756461"/>
                <a:gd name="connsiteY82" fmla="*/ 447153 h 682154"/>
                <a:gd name="connsiteX83" fmla="*/ 691463 w 756461"/>
                <a:gd name="connsiteY83" fmla="*/ 430447 h 682154"/>
                <a:gd name="connsiteX84" fmla="*/ 674758 w 756461"/>
                <a:gd name="connsiteY84" fmla="*/ 413742 h 682154"/>
                <a:gd name="connsiteX85" fmla="*/ 674758 w 756461"/>
                <a:gd name="connsiteY85" fmla="*/ 435024 h 682154"/>
                <a:gd name="connsiteX86" fmla="*/ 670181 w 756461"/>
                <a:gd name="connsiteY86" fmla="*/ 430448 h 682154"/>
                <a:gd name="connsiteX87" fmla="*/ 674758 w 756461"/>
                <a:gd name="connsiteY87" fmla="*/ 425871 h 682154"/>
                <a:gd name="connsiteX88" fmla="*/ 679334 w 756461"/>
                <a:gd name="connsiteY88" fmla="*/ 430448 h 682154"/>
                <a:gd name="connsiteX89" fmla="*/ 674758 w 756461"/>
                <a:gd name="connsiteY89" fmla="*/ 435024 h 682154"/>
                <a:gd name="connsiteX90" fmla="*/ 108430 w 756461"/>
                <a:gd name="connsiteY90" fmla="*/ 622848 h 682154"/>
                <a:gd name="connsiteX91" fmla="*/ 87854 w 756461"/>
                <a:gd name="connsiteY91" fmla="*/ 644279 h 682154"/>
                <a:gd name="connsiteX92" fmla="*/ 108430 w 756461"/>
                <a:gd name="connsiteY92" fmla="*/ 665710 h 682154"/>
                <a:gd name="connsiteX93" fmla="*/ 129005 w 756461"/>
                <a:gd name="connsiteY93" fmla="*/ 644279 h 682154"/>
                <a:gd name="connsiteX94" fmla="*/ 108430 w 756461"/>
                <a:gd name="connsiteY94" fmla="*/ 622848 h 682154"/>
                <a:gd name="connsiteX95" fmla="*/ 108430 w 756461"/>
                <a:gd name="connsiteY95" fmla="*/ 653581 h 682154"/>
                <a:gd name="connsiteX96" fmla="*/ 99984 w 756461"/>
                <a:gd name="connsiteY96" fmla="*/ 644242 h 682154"/>
                <a:gd name="connsiteX97" fmla="*/ 108430 w 756461"/>
                <a:gd name="connsiteY97" fmla="*/ 634940 h 682154"/>
                <a:gd name="connsiteX98" fmla="*/ 116876 w 756461"/>
                <a:gd name="connsiteY98" fmla="*/ 644242 h 682154"/>
                <a:gd name="connsiteX99" fmla="*/ 108430 w 756461"/>
                <a:gd name="connsiteY99" fmla="*/ 653581 h 682154"/>
                <a:gd name="connsiteX100" fmla="*/ 86663 w 756461"/>
                <a:gd name="connsiteY100" fmla="*/ 328207 h 682154"/>
                <a:gd name="connsiteX101" fmla="*/ 92728 w 756461"/>
                <a:gd name="connsiteY101" fmla="*/ 322142 h 682154"/>
                <a:gd name="connsiteX102" fmla="*/ 125581 w 756461"/>
                <a:gd name="connsiteY102" fmla="*/ 322142 h 682154"/>
                <a:gd name="connsiteX103" fmla="*/ 131646 w 756461"/>
                <a:gd name="connsiteY103" fmla="*/ 328207 h 682154"/>
                <a:gd name="connsiteX104" fmla="*/ 125581 w 756461"/>
                <a:gd name="connsiteY104" fmla="*/ 334272 h 682154"/>
                <a:gd name="connsiteX105" fmla="*/ 92728 w 756461"/>
                <a:gd name="connsiteY105" fmla="*/ 334272 h 682154"/>
                <a:gd name="connsiteX106" fmla="*/ 86663 w 756461"/>
                <a:gd name="connsiteY106" fmla="*/ 328207 h 68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756461" h="682154">
                  <a:moveTo>
                    <a:pt x="717948" y="0"/>
                  </a:moveTo>
                  <a:lnTo>
                    <a:pt x="119845" y="0"/>
                  </a:lnTo>
                  <a:cubicBezTo>
                    <a:pt x="98636" y="0"/>
                    <a:pt x="81372" y="17264"/>
                    <a:pt x="81372" y="38472"/>
                  </a:cubicBezTo>
                  <a:lnTo>
                    <a:pt x="81372" y="295943"/>
                  </a:lnTo>
                  <a:lnTo>
                    <a:pt x="23590" y="295943"/>
                  </a:lnTo>
                  <a:cubicBezTo>
                    <a:pt x="10567" y="295943"/>
                    <a:pt x="0" y="306956"/>
                    <a:pt x="0" y="320499"/>
                  </a:cubicBezTo>
                  <a:lnTo>
                    <a:pt x="0" y="657598"/>
                  </a:lnTo>
                  <a:cubicBezTo>
                    <a:pt x="0" y="671142"/>
                    <a:pt x="10604" y="682155"/>
                    <a:pt x="23590" y="682155"/>
                  </a:cubicBezTo>
                  <a:lnTo>
                    <a:pt x="194821" y="682155"/>
                  </a:lnTo>
                  <a:cubicBezTo>
                    <a:pt x="207843" y="682155"/>
                    <a:pt x="218410" y="671142"/>
                    <a:pt x="218410" y="657598"/>
                  </a:cubicBezTo>
                  <a:lnTo>
                    <a:pt x="218410" y="475471"/>
                  </a:lnTo>
                  <a:lnTo>
                    <a:pt x="385355" y="475471"/>
                  </a:lnTo>
                  <a:lnTo>
                    <a:pt x="385355" y="540471"/>
                  </a:lnTo>
                  <a:lnTo>
                    <a:pt x="377541" y="540471"/>
                  </a:lnTo>
                  <a:cubicBezTo>
                    <a:pt x="340037" y="540471"/>
                    <a:pt x="304541" y="548843"/>
                    <a:pt x="277643" y="564061"/>
                  </a:cubicBezTo>
                  <a:cubicBezTo>
                    <a:pt x="249365" y="580060"/>
                    <a:pt x="233776" y="601714"/>
                    <a:pt x="233776" y="625043"/>
                  </a:cubicBezTo>
                  <a:cubicBezTo>
                    <a:pt x="233776" y="629210"/>
                    <a:pt x="237162" y="632596"/>
                    <a:pt x="241329" y="632596"/>
                  </a:cubicBezTo>
                  <a:lnTo>
                    <a:pt x="596468" y="632596"/>
                  </a:lnTo>
                  <a:cubicBezTo>
                    <a:pt x="600636" y="632596"/>
                    <a:pt x="604022" y="629210"/>
                    <a:pt x="604022" y="625043"/>
                  </a:cubicBezTo>
                  <a:cubicBezTo>
                    <a:pt x="604022" y="601714"/>
                    <a:pt x="588432" y="580059"/>
                    <a:pt x="560154" y="564061"/>
                  </a:cubicBezTo>
                  <a:cubicBezTo>
                    <a:pt x="533254" y="548843"/>
                    <a:pt x="497758" y="540471"/>
                    <a:pt x="460256" y="540471"/>
                  </a:cubicBezTo>
                  <a:lnTo>
                    <a:pt x="452442" y="540471"/>
                  </a:lnTo>
                  <a:lnTo>
                    <a:pt x="452442" y="475471"/>
                  </a:lnTo>
                  <a:lnTo>
                    <a:pt x="717952" y="475471"/>
                  </a:lnTo>
                  <a:cubicBezTo>
                    <a:pt x="739160" y="475471"/>
                    <a:pt x="756424" y="458207"/>
                    <a:pt x="756424" y="436998"/>
                  </a:cubicBezTo>
                  <a:lnTo>
                    <a:pt x="756461" y="38472"/>
                  </a:lnTo>
                  <a:cubicBezTo>
                    <a:pt x="756461" y="17264"/>
                    <a:pt x="739197" y="0"/>
                    <a:pt x="717989" y="0"/>
                  </a:cubicBezTo>
                  <a:close/>
                  <a:moveTo>
                    <a:pt x="23594" y="311087"/>
                  </a:moveTo>
                  <a:lnTo>
                    <a:pt x="194825" y="311087"/>
                  </a:lnTo>
                  <a:cubicBezTo>
                    <a:pt x="199513" y="311087"/>
                    <a:pt x="203308" y="315328"/>
                    <a:pt x="203308" y="320500"/>
                  </a:cubicBezTo>
                  <a:lnTo>
                    <a:pt x="203308" y="346434"/>
                  </a:lnTo>
                  <a:lnTo>
                    <a:pt x="15114" y="346471"/>
                  </a:lnTo>
                  <a:lnTo>
                    <a:pt x="15114" y="320537"/>
                  </a:lnTo>
                  <a:cubicBezTo>
                    <a:pt x="15114" y="315328"/>
                    <a:pt x="18909" y="311124"/>
                    <a:pt x="23597" y="311124"/>
                  </a:cubicBezTo>
                  <a:close/>
                  <a:moveTo>
                    <a:pt x="15111" y="361577"/>
                  </a:moveTo>
                  <a:lnTo>
                    <a:pt x="203268" y="361577"/>
                  </a:lnTo>
                  <a:lnTo>
                    <a:pt x="203268" y="606102"/>
                  </a:lnTo>
                  <a:lnTo>
                    <a:pt x="15111" y="606102"/>
                  </a:lnTo>
                  <a:close/>
                  <a:moveTo>
                    <a:pt x="218413" y="354024"/>
                  </a:moveTo>
                  <a:lnTo>
                    <a:pt x="218413" y="320538"/>
                  </a:lnTo>
                  <a:cubicBezTo>
                    <a:pt x="218413" y="306994"/>
                    <a:pt x="207809" y="295981"/>
                    <a:pt x="194823" y="295981"/>
                  </a:cubicBezTo>
                  <a:lnTo>
                    <a:pt x="141580" y="295981"/>
                  </a:lnTo>
                  <a:lnTo>
                    <a:pt x="141580" y="65857"/>
                  </a:lnTo>
                  <a:lnTo>
                    <a:pt x="696335" y="65857"/>
                  </a:lnTo>
                  <a:lnTo>
                    <a:pt x="696335" y="387069"/>
                  </a:lnTo>
                  <a:lnTo>
                    <a:pt x="218447" y="387069"/>
                  </a:lnTo>
                  <a:lnTo>
                    <a:pt x="218447" y="354066"/>
                  </a:lnTo>
                  <a:close/>
                  <a:moveTo>
                    <a:pt x="194823" y="667044"/>
                  </a:moveTo>
                  <a:lnTo>
                    <a:pt x="23592" y="667044"/>
                  </a:lnTo>
                  <a:cubicBezTo>
                    <a:pt x="18904" y="667044"/>
                    <a:pt x="15109" y="662802"/>
                    <a:pt x="15109" y="657630"/>
                  </a:cubicBezTo>
                  <a:lnTo>
                    <a:pt x="15109" y="621242"/>
                  </a:lnTo>
                  <a:lnTo>
                    <a:pt x="203266" y="621242"/>
                  </a:lnTo>
                  <a:lnTo>
                    <a:pt x="203266" y="657630"/>
                  </a:lnTo>
                  <a:cubicBezTo>
                    <a:pt x="203266" y="662839"/>
                    <a:pt x="199471" y="667044"/>
                    <a:pt x="194783" y="667044"/>
                  </a:cubicBezTo>
                  <a:close/>
                  <a:moveTo>
                    <a:pt x="588101" y="617484"/>
                  </a:moveTo>
                  <a:lnTo>
                    <a:pt x="249773" y="617484"/>
                  </a:lnTo>
                  <a:cubicBezTo>
                    <a:pt x="257028" y="583253"/>
                    <a:pt x="312579" y="555609"/>
                    <a:pt x="377541" y="555609"/>
                  </a:cubicBezTo>
                  <a:lnTo>
                    <a:pt x="460290" y="555609"/>
                  </a:lnTo>
                  <a:cubicBezTo>
                    <a:pt x="525290" y="555609"/>
                    <a:pt x="580838" y="583253"/>
                    <a:pt x="588058" y="617484"/>
                  </a:cubicBezTo>
                  <a:close/>
                  <a:moveTo>
                    <a:pt x="437377" y="540503"/>
                  </a:moveTo>
                  <a:lnTo>
                    <a:pt x="400505" y="540503"/>
                  </a:lnTo>
                  <a:lnTo>
                    <a:pt x="400505" y="475503"/>
                  </a:lnTo>
                  <a:lnTo>
                    <a:pt x="437377" y="475503"/>
                  </a:lnTo>
                  <a:close/>
                  <a:moveTo>
                    <a:pt x="741358" y="437033"/>
                  </a:moveTo>
                  <a:cubicBezTo>
                    <a:pt x="741358" y="449907"/>
                    <a:pt x="730865" y="460399"/>
                    <a:pt x="717992" y="460399"/>
                  </a:cubicBezTo>
                  <a:lnTo>
                    <a:pt x="218454" y="460399"/>
                  </a:lnTo>
                  <a:lnTo>
                    <a:pt x="218454" y="402207"/>
                  </a:lnTo>
                  <a:lnTo>
                    <a:pt x="703934" y="402207"/>
                  </a:lnTo>
                  <a:cubicBezTo>
                    <a:pt x="708101" y="402207"/>
                    <a:pt x="711487" y="398821"/>
                    <a:pt x="711487" y="394654"/>
                  </a:cubicBezTo>
                  <a:lnTo>
                    <a:pt x="711449" y="58269"/>
                  </a:lnTo>
                  <a:cubicBezTo>
                    <a:pt x="711449" y="54102"/>
                    <a:pt x="708063" y="50716"/>
                    <a:pt x="703896" y="50716"/>
                  </a:cubicBezTo>
                  <a:lnTo>
                    <a:pt x="133996" y="50679"/>
                  </a:lnTo>
                  <a:cubicBezTo>
                    <a:pt x="129829" y="50679"/>
                    <a:pt x="126443" y="54064"/>
                    <a:pt x="126443" y="58232"/>
                  </a:cubicBezTo>
                  <a:lnTo>
                    <a:pt x="126443" y="295947"/>
                  </a:lnTo>
                  <a:lnTo>
                    <a:pt x="96566" y="295947"/>
                  </a:lnTo>
                  <a:lnTo>
                    <a:pt x="96566" y="38477"/>
                  </a:lnTo>
                  <a:cubicBezTo>
                    <a:pt x="96566" y="25603"/>
                    <a:pt x="107059" y="15111"/>
                    <a:pt x="119932" y="15111"/>
                  </a:cubicBezTo>
                  <a:lnTo>
                    <a:pt x="718035" y="15111"/>
                  </a:lnTo>
                  <a:cubicBezTo>
                    <a:pt x="730909" y="15111"/>
                    <a:pt x="741401" y="25604"/>
                    <a:pt x="741401" y="38477"/>
                  </a:cubicBezTo>
                  <a:lnTo>
                    <a:pt x="741401" y="437003"/>
                  </a:lnTo>
                  <a:close/>
                  <a:moveTo>
                    <a:pt x="674758" y="413742"/>
                  </a:moveTo>
                  <a:cubicBezTo>
                    <a:pt x="665567" y="413742"/>
                    <a:pt x="658052" y="421220"/>
                    <a:pt x="658052" y="430447"/>
                  </a:cubicBezTo>
                  <a:cubicBezTo>
                    <a:pt x="658052" y="439638"/>
                    <a:pt x="665530" y="447153"/>
                    <a:pt x="674758" y="447153"/>
                  </a:cubicBezTo>
                  <a:cubicBezTo>
                    <a:pt x="683948" y="447153"/>
                    <a:pt x="691463" y="439675"/>
                    <a:pt x="691463" y="430447"/>
                  </a:cubicBezTo>
                  <a:cubicBezTo>
                    <a:pt x="691463" y="421257"/>
                    <a:pt x="683985" y="413742"/>
                    <a:pt x="674758" y="413742"/>
                  </a:cubicBezTo>
                  <a:close/>
                  <a:moveTo>
                    <a:pt x="674758" y="435024"/>
                  </a:moveTo>
                  <a:cubicBezTo>
                    <a:pt x="672227" y="435024"/>
                    <a:pt x="670181" y="432978"/>
                    <a:pt x="670181" y="430448"/>
                  </a:cubicBezTo>
                  <a:cubicBezTo>
                    <a:pt x="670181" y="427918"/>
                    <a:pt x="672227" y="425871"/>
                    <a:pt x="674758" y="425871"/>
                  </a:cubicBezTo>
                  <a:cubicBezTo>
                    <a:pt x="677288" y="425871"/>
                    <a:pt x="679334" y="427918"/>
                    <a:pt x="679334" y="430448"/>
                  </a:cubicBezTo>
                  <a:cubicBezTo>
                    <a:pt x="679334" y="432978"/>
                    <a:pt x="677288" y="435024"/>
                    <a:pt x="674758" y="435024"/>
                  </a:cubicBezTo>
                  <a:close/>
                  <a:moveTo>
                    <a:pt x="108430" y="622848"/>
                  </a:moveTo>
                  <a:cubicBezTo>
                    <a:pt x="97081" y="622848"/>
                    <a:pt x="87854" y="632447"/>
                    <a:pt x="87854" y="644279"/>
                  </a:cubicBezTo>
                  <a:cubicBezTo>
                    <a:pt x="87854" y="656111"/>
                    <a:pt x="97081" y="665710"/>
                    <a:pt x="108430" y="665710"/>
                  </a:cubicBezTo>
                  <a:cubicBezTo>
                    <a:pt x="119778" y="665710"/>
                    <a:pt x="129005" y="656111"/>
                    <a:pt x="129005" y="644279"/>
                  </a:cubicBezTo>
                  <a:cubicBezTo>
                    <a:pt x="129005" y="632484"/>
                    <a:pt x="119778" y="622848"/>
                    <a:pt x="108430" y="622848"/>
                  </a:cubicBezTo>
                  <a:close/>
                  <a:moveTo>
                    <a:pt x="108430" y="653581"/>
                  </a:moveTo>
                  <a:cubicBezTo>
                    <a:pt x="103779" y="653581"/>
                    <a:pt x="99984" y="649414"/>
                    <a:pt x="99984" y="644242"/>
                  </a:cubicBezTo>
                  <a:cubicBezTo>
                    <a:pt x="99984" y="639108"/>
                    <a:pt x="103779" y="634940"/>
                    <a:pt x="108430" y="634940"/>
                  </a:cubicBezTo>
                  <a:cubicBezTo>
                    <a:pt x="113080" y="634940"/>
                    <a:pt x="116876" y="639108"/>
                    <a:pt x="116876" y="644242"/>
                  </a:cubicBezTo>
                  <a:cubicBezTo>
                    <a:pt x="116876" y="649377"/>
                    <a:pt x="113080" y="653581"/>
                    <a:pt x="108430" y="653581"/>
                  </a:cubicBezTo>
                  <a:close/>
                  <a:moveTo>
                    <a:pt x="86663" y="328207"/>
                  </a:moveTo>
                  <a:cubicBezTo>
                    <a:pt x="86663" y="324858"/>
                    <a:pt x="89379" y="322142"/>
                    <a:pt x="92728" y="322142"/>
                  </a:cubicBezTo>
                  <a:lnTo>
                    <a:pt x="125581" y="322142"/>
                  </a:lnTo>
                  <a:cubicBezTo>
                    <a:pt x="128930" y="322142"/>
                    <a:pt x="131646" y="324858"/>
                    <a:pt x="131646" y="328207"/>
                  </a:cubicBezTo>
                  <a:cubicBezTo>
                    <a:pt x="131646" y="331556"/>
                    <a:pt x="128930" y="334272"/>
                    <a:pt x="125581" y="334272"/>
                  </a:cubicBezTo>
                  <a:lnTo>
                    <a:pt x="92728" y="334272"/>
                  </a:lnTo>
                  <a:cubicBezTo>
                    <a:pt x="89379" y="334272"/>
                    <a:pt x="86663" y="331556"/>
                    <a:pt x="86663" y="3282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5BA45E-3CBF-BE22-43DA-0124892CCC81}"/>
              </a:ext>
            </a:extLst>
          </p:cNvPr>
          <p:cNvGrpSpPr/>
          <p:nvPr/>
        </p:nvGrpSpPr>
        <p:grpSpPr>
          <a:xfrm>
            <a:off x="2083245" y="2275890"/>
            <a:ext cx="702195" cy="426448"/>
            <a:chOff x="2339424" y="4292795"/>
            <a:chExt cx="702195" cy="42644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96F9784-7B63-AFAC-29D5-8DB3EA8063DC}"/>
                </a:ext>
              </a:extLst>
            </p:cNvPr>
            <p:cNvSpPr>
              <a:spLocks/>
            </p:cNvSpPr>
            <p:nvPr/>
          </p:nvSpPr>
          <p:spPr>
            <a:xfrm>
              <a:off x="2339424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VMs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3B59CA6-81CE-7F57-282A-ED0FAF1CB9D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09103" y="4439843"/>
              <a:ext cx="162838" cy="279400"/>
              <a:chOff x="-1609996" y="2667666"/>
              <a:chExt cx="555136" cy="952509"/>
            </a:xfrm>
            <a:solidFill>
              <a:schemeClr val="bg1"/>
            </a:solidFill>
          </p:grpSpPr>
          <p:sp>
            <p:nvSpPr>
              <p:cNvPr id="20" name="Freeform: Shape 214">
                <a:extLst>
                  <a:ext uri="{FF2B5EF4-FFF2-40B4-BE49-F238E27FC236}">
                    <a16:creationId xmlns:a16="http://schemas.microsoft.com/office/drawing/2014/main" id="{682F025D-AD72-1EB4-4342-CA18B8E75E0A}"/>
                  </a:ext>
                </a:extLst>
              </p:cNvPr>
              <p:cNvSpPr/>
              <p:nvPr/>
            </p:nvSpPr>
            <p:spPr>
              <a:xfrm>
                <a:off x="-1609996" y="2667666"/>
                <a:ext cx="555136" cy="952509"/>
              </a:xfrm>
              <a:custGeom>
                <a:avLst/>
                <a:gdLst>
                  <a:gd name="connsiteX0" fmla="*/ 551259 w 555136"/>
                  <a:gd name="connsiteY0" fmla="*/ 330308 h 952509"/>
                  <a:gd name="connsiteX1" fmla="*/ 494024 w 555136"/>
                  <a:gd name="connsiteY1" fmla="*/ 300685 h 952509"/>
                  <a:gd name="connsiteX2" fmla="*/ 518617 w 555136"/>
                  <a:gd name="connsiteY2" fmla="*/ 245745 h 952509"/>
                  <a:gd name="connsiteX3" fmla="*/ 482260 w 555136"/>
                  <a:gd name="connsiteY3" fmla="*/ 182299 h 952509"/>
                  <a:gd name="connsiteX4" fmla="*/ 488852 w 555136"/>
                  <a:gd name="connsiteY4" fmla="*/ 141818 h 952509"/>
                  <a:gd name="connsiteX5" fmla="*/ 359740 w 555136"/>
                  <a:gd name="connsiteY5" fmla="*/ 12725 h 952509"/>
                  <a:gd name="connsiteX6" fmla="*/ 309601 w 555136"/>
                  <a:gd name="connsiteY6" fmla="*/ 22965 h 952509"/>
                  <a:gd name="connsiteX7" fmla="*/ 259794 w 555136"/>
                  <a:gd name="connsiteY7" fmla="*/ 0 h 952509"/>
                  <a:gd name="connsiteX8" fmla="*/ 194053 w 555136"/>
                  <a:gd name="connsiteY8" fmla="*/ 61741 h 952509"/>
                  <a:gd name="connsiteX9" fmla="*/ 96374 w 555136"/>
                  <a:gd name="connsiteY9" fmla="*/ 166211 h 952509"/>
                  <a:gd name="connsiteX10" fmla="*/ 96669 w 555136"/>
                  <a:gd name="connsiteY10" fmla="*/ 173412 h 952509"/>
                  <a:gd name="connsiteX11" fmla="*/ 36500 w 555136"/>
                  <a:gd name="connsiteY11" fmla="*/ 245745 h 952509"/>
                  <a:gd name="connsiteX12" fmla="*/ 61055 w 555136"/>
                  <a:gd name="connsiteY12" fmla="*/ 300704 h 952509"/>
                  <a:gd name="connsiteX13" fmla="*/ 3858 w 555136"/>
                  <a:gd name="connsiteY13" fmla="*/ 330317 h 952509"/>
                  <a:gd name="connsiteX14" fmla="*/ 0 w 555136"/>
                  <a:gd name="connsiteY14" fmla="*/ 336661 h 952509"/>
                  <a:gd name="connsiteX15" fmla="*/ 0 w 555136"/>
                  <a:gd name="connsiteY15" fmla="*/ 762962 h 952509"/>
                  <a:gd name="connsiteX16" fmla="*/ 7144 w 555136"/>
                  <a:gd name="connsiteY16" fmla="*/ 770106 h 952509"/>
                  <a:gd name="connsiteX17" fmla="*/ 76267 w 555136"/>
                  <a:gd name="connsiteY17" fmla="*/ 770106 h 952509"/>
                  <a:gd name="connsiteX18" fmla="*/ 76267 w 555136"/>
                  <a:gd name="connsiteY18" fmla="*/ 916229 h 952509"/>
                  <a:gd name="connsiteX19" fmla="*/ 112538 w 555136"/>
                  <a:gd name="connsiteY19" fmla="*/ 952510 h 952509"/>
                  <a:gd name="connsiteX20" fmla="*/ 248441 w 555136"/>
                  <a:gd name="connsiteY20" fmla="*/ 952510 h 952509"/>
                  <a:gd name="connsiteX21" fmla="*/ 277568 w 555136"/>
                  <a:gd name="connsiteY21" fmla="*/ 937622 h 952509"/>
                  <a:gd name="connsiteX22" fmla="*/ 306676 w 555136"/>
                  <a:gd name="connsiteY22" fmla="*/ 952500 h 952509"/>
                  <a:gd name="connsiteX23" fmla="*/ 442589 w 555136"/>
                  <a:gd name="connsiteY23" fmla="*/ 952500 h 952509"/>
                  <a:gd name="connsiteX24" fmla="*/ 478860 w 555136"/>
                  <a:gd name="connsiteY24" fmla="*/ 916219 h 952509"/>
                  <a:gd name="connsiteX25" fmla="*/ 478860 w 555136"/>
                  <a:gd name="connsiteY25" fmla="*/ 770106 h 952509"/>
                  <a:gd name="connsiteX26" fmla="*/ 547992 w 555136"/>
                  <a:gd name="connsiteY26" fmla="*/ 770106 h 952509"/>
                  <a:gd name="connsiteX27" fmla="*/ 555136 w 555136"/>
                  <a:gd name="connsiteY27" fmla="*/ 762962 h 952509"/>
                  <a:gd name="connsiteX28" fmla="*/ 555136 w 555136"/>
                  <a:gd name="connsiteY28" fmla="*/ 336652 h 952509"/>
                  <a:gd name="connsiteX29" fmla="*/ 551259 w 555136"/>
                  <a:gd name="connsiteY29" fmla="*/ 330308 h 952509"/>
                  <a:gd name="connsiteX30" fmla="*/ 50787 w 555136"/>
                  <a:gd name="connsiteY30" fmla="*/ 245745 h 952509"/>
                  <a:gd name="connsiteX31" fmla="*/ 105156 w 555136"/>
                  <a:gd name="connsiteY31" fmla="*/ 186652 h 952509"/>
                  <a:gd name="connsiteX32" fmla="*/ 110109 w 555136"/>
                  <a:gd name="connsiteY32" fmla="*/ 183985 h 952509"/>
                  <a:gd name="connsiteX33" fmla="*/ 111604 w 555136"/>
                  <a:gd name="connsiteY33" fmla="*/ 178575 h 952509"/>
                  <a:gd name="connsiteX34" fmla="*/ 110652 w 555136"/>
                  <a:gd name="connsiteY34" fmla="*/ 166211 h 952509"/>
                  <a:gd name="connsiteX35" fmla="*/ 201330 w 555136"/>
                  <a:gd name="connsiteY35" fmla="*/ 75809 h 952509"/>
                  <a:gd name="connsiteX36" fmla="*/ 201349 w 555136"/>
                  <a:gd name="connsiteY36" fmla="*/ 75809 h 952509"/>
                  <a:gd name="connsiteX37" fmla="*/ 206502 w 555136"/>
                  <a:gd name="connsiteY37" fmla="*/ 73619 h 952509"/>
                  <a:gd name="connsiteX38" fmla="*/ 208493 w 555136"/>
                  <a:gd name="connsiteY38" fmla="*/ 68390 h 952509"/>
                  <a:gd name="connsiteX39" fmla="*/ 208217 w 555136"/>
                  <a:gd name="connsiteY39" fmla="*/ 65875 h 952509"/>
                  <a:gd name="connsiteX40" fmla="*/ 259804 w 555136"/>
                  <a:gd name="connsiteY40" fmla="*/ 14288 h 952509"/>
                  <a:gd name="connsiteX41" fmla="*/ 301657 w 555136"/>
                  <a:gd name="connsiteY41" fmla="*/ 35928 h 952509"/>
                  <a:gd name="connsiteX42" fmla="*/ 310534 w 555136"/>
                  <a:gd name="connsiteY42" fmla="*/ 38214 h 952509"/>
                  <a:gd name="connsiteX43" fmla="*/ 359759 w 555136"/>
                  <a:gd name="connsiteY43" fmla="*/ 27003 h 952509"/>
                  <a:gd name="connsiteX44" fmla="*/ 474583 w 555136"/>
                  <a:gd name="connsiteY44" fmla="*/ 141808 h 952509"/>
                  <a:gd name="connsiteX45" fmla="*/ 466801 w 555136"/>
                  <a:gd name="connsiteY45" fmla="*/ 183109 h 952509"/>
                  <a:gd name="connsiteX46" fmla="*/ 470373 w 555136"/>
                  <a:gd name="connsiteY46" fmla="*/ 192119 h 952509"/>
                  <a:gd name="connsiteX47" fmla="*/ 504349 w 555136"/>
                  <a:gd name="connsiteY47" fmla="*/ 245735 h 952509"/>
                  <a:gd name="connsiteX48" fmla="*/ 480231 w 555136"/>
                  <a:gd name="connsiteY48" fmla="*/ 293522 h 952509"/>
                  <a:gd name="connsiteX49" fmla="*/ 461715 w 555136"/>
                  <a:gd name="connsiteY49" fmla="*/ 283940 h 952509"/>
                  <a:gd name="connsiteX50" fmla="*/ 462429 w 555136"/>
                  <a:gd name="connsiteY50" fmla="*/ 275301 h 952509"/>
                  <a:gd name="connsiteX51" fmla="*/ 435150 w 555136"/>
                  <a:gd name="connsiteY51" fmla="*/ 226333 h 952509"/>
                  <a:gd name="connsiteX52" fmla="*/ 439807 w 555136"/>
                  <a:gd name="connsiteY52" fmla="*/ 196339 h 952509"/>
                  <a:gd name="connsiteX53" fmla="*/ 340004 w 555136"/>
                  <a:gd name="connsiteY53" fmla="*/ 96545 h 952509"/>
                  <a:gd name="connsiteX54" fmla="*/ 302400 w 555136"/>
                  <a:gd name="connsiteY54" fmla="*/ 103984 h 952509"/>
                  <a:gd name="connsiteX55" fmla="*/ 264090 w 555136"/>
                  <a:gd name="connsiteY55" fmla="*/ 86878 h 952509"/>
                  <a:gd name="connsiteX56" fmla="*/ 212541 w 555136"/>
                  <a:gd name="connsiteY56" fmla="*/ 133902 h 952509"/>
                  <a:gd name="connsiteX57" fmla="*/ 138208 w 555136"/>
                  <a:gd name="connsiteY57" fmla="*/ 214874 h 952509"/>
                  <a:gd name="connsiteX58" fmla="*/ 138332 w 555136"/>
                  <a:gd name="connsiteY58" fmla="*/ 218961 h 952509"/>
                  <a:gd name="connsiteX59" fmla="*/ 92716 w 555136"/>
                  <a:gd name="connsiteY59" fmla="*/ 275311 h 952509"/>
                  <a:gd name="connsiteX60" fmla="*/ 93440 w 555136"/>
                  <a:gd name="connsiteY60" fmla="*/ 283950 h 952509"/>
                  <a:gd name="connsiteX61" fmla="*/ 74924 w 555136"/>
                  <a:gd name="connsiteY61" fmla="*/ 293532 h 952509"/>
                  <a:gd name="connsiteX62" fmla="*/ 50787 w 555136"/>
                  <a:gd name="connsiteY62" fmla="*/ 245745 h 952509"/>
                  <a:gd name="connsiteX63" fmla="*/ 107090 w 555136"/>
                  <a:gd name="connsiteY63" fmla="*/ 276873 h 952509"/>
                  <a:gd name="connsiteX64" fmla="*/ 106994 w 555136"/>
                  <a:gd name="connsiteY64" fmla="*/ 275311 h 952509"/>
                  <a:gd name="connsiteX65" fmla="*/ 146733 w 555136"/>
                  <a:gd name="connsiteY65" fmla="*/ 232124 h 952509"/>
                  <a:gd name="connsiteX66" fmla="*/ 151676 w 555136"/>
                  <a:gd name="connsiteY66" fmla="*/ 229467 h 952509"/>
                  <a:gd name="connsiteX67" fmla="*/ 153172 w 555136"/>
                  <a:gd name="connsiteY67" fmla="*/ 224057 h 952509"/>
                  <a:gd name="connsiteX68" fmla="*/ 152476 w 555136"/>
                  <a:gd name="connsiteY68" fmla="*/ 214884 h 952509"/>
                  <a:gd name="connsiteX69" fmla="*/ 219637 w 555136"/>
                  <a:gd name="connsiteY69" fmla="*/ 147923 h 952509"/>
                  <a:gd name="connsiteX70" fmla="*/ 219666 w 555136"/>
                  <a:gd name="connsiteY70" fmla="*/ 147923 h 952509"/>
                  <a:gd name="connsiteX71" fmla="*/ 224847 w 555136"/>
                  <a:gd name="connsiteY71" fmla="*/ 145704 h 952509"/>
                  <a:gd name="connsiteX72" fmla="*/ 226800 w 555136"/>
                  <a:gd name="connsiteY72" fmla="*/ 140418 h 952509"/>
                  <a:gd name="connsiteX73" fmla="*/ 226600 w 555136"/>
                  <a:gd name="connsiteY73" fmla="*/ 138665 h 952509"/>
                  <a:gd name="connsiteX74" fmla="*/ 264081 w 555136"/>
                  <a:gd name="connsiteY74" fmla="*/ 101184 h 952509"/>
                  <a:gd name="connsiteX75" fmla="*/ 294475 w 555136"/>
                  <a:gd name="connsiteY75" fmla="*/ 116910 h 952509"/>
                  <a:gd name="connsiteX76" fmla="*/ 303352 w 555136"/>
                  <a:gd name="connsiteY76" fmla="*/ 119196 h 952509"/>
                  <a:gd name="connsiteX77" fmla="*/ 340004 w 555136"/>
                  <a:gd name="connsiteY77" fmla="*/ 110852 h 952509"/>
                  <a:gd name="connsiteX78" fmla="*/ 425520 w 555136"/>
                  <a:gd name="connsiteY78" fmla="*/ 196358 h 952509"/>
                  <a:gd name="connsiteX79" fmla="*/ 419748 w 555136"/>
                  <a:gd name="connsiteY79" fmla="*/ 227114 h 952509"/>
                  <a:gd name="connsiteX80" fmla="*/ 423291 w 555136"/>
                  <a:gd name="connsiteY80" fmla="*/ 236125 h 952509"/>
                  <a:gd name="connsiteX81" fmla="*/ 448123 w 555136"/>
                  <a:gd name="connsiteY81" fmla="*/ 275311 h 952509"/>
                  <a:gd name="connsiteX82" fmla="*/ 448018 w 555136"/>
                  <a:gd name="connsiteY82" fmla="*/ 276873 h 952509"/>
                  <a:gd name="connsiteX83" fmla="*/ 280845 w 555136"/>
                  <a:gd name="connsiteY83" fmla="*/ 190329 h 952509"/>
                  <a:gd name="connsiteX84" fmla="*/ 274282 w 555136"/>
                  <a:gd name="connsiteY84" fmla="*/ 190329 h 952509"/>
                  <a:gd name="connsiteX85" fmla="*/ 107090 w 555136"/>
                  <a:gd name="connsiteY85" fmla="*/ 276873 h 952509"/>
                  <a:gd name="connsiteX86" fmla="*/ 277559 w 555136"/>
                  <a:gd name="connsiteY86" fmla="*/ 204721 h 952509"/>
                  <a:gd name="connsiteX87" fmla="*/ 477383 w 555136"/>
                  <a:gd name="connsiteY87" fmla="*/ 308153 h 952509"/>
                  <a:gd name="connsiteX88" fmla="*/ 477603 w 555136"/>
                  <a:gd name="connsiteY88" fmla="*/ 308267 h 952509"/>
                  <a:gd name="connsiteX89" fmla="*/ 540839 w 555136"/>
                  <a:gd name="connsiteY89" fmla="*/ 341005 h 952509"/>
                  <a:gd name="connsiteX90" fmla="*/ 540839 w 555136"/>
                  <a:gd name="connsiteY90" fmla="*/ 384315 h 952509"/>
                  <a:gd name="connsiteX91" fmla="*/ 280845 w 555136"/>
                  <a:gd name="connsiteY91" fmla="*/ 249726 h 952509"/>
                  <a:gd name="connsiteX92" fmla="*/ 274282 w 555136"/>
                  <a:gd name="connsiteY92" fmla="*/ 249726 h 952509"/>
                  <a:gd name="connsiteX93" fmla="*/ 14278 w 555136"/>
                  <a:gd name="connsiteY93" fmla="*/ 384315 h 952509"/>
                  <a:gd name="connsiteX94" fmla="*/ 14278 w 555136"/>
                  <a:gd name="connsiteY94" fmla="*/ 340995 h 952509"/>
                  <a:gd name="connsiteX95" fmla="*/ 277559 w 555136"/>
                  <a:gd name="connsiteY95" fmla="*/ 204721 h 952509"/>
                  <a:gd name="connsiteX96" fmla="*/ 464563 w 555136"/>
                  <a:gd name="connsiteY96" fmla="*/ 616220 h 952509"/>
                  <a:gd name="connsiteX97" fmla="*/ 284702 w 555136"/>
                  <a:gd name="connsiteY97" fmla="*/ 616220 h 952509"/>
                  <a:gd name="connsiteX98" fmla="*/ 284702 w 555136"/>
                  <a:gd name="connsiteY98" fmla="*/ 583597 h 952509"/>
                  <a:gd name="connsiteX99" fmla="*/ 464563 w 555136"/>
                  <a:gd name="connsiteY99" fmla="*/ 583597 h 952509"/>
                  <a:gd name="connsiteX100" fmla="*/ 464563 w 555136"/>
                  <a:gd name="connsiteY100" fmla="*/ 616220 h 952509"/>
                  <a:gd name="connsiteX101" fmla="*/ 270396 w 555136"/>
                  <a:gd name="connsiteY101" fmla="*/ 616220 h 952509"/>
                  <a:gd name="connsiteX102" fmla="*/ 90545 w 555136"/>
                  <a:gd name="connsiteY102" fmla="*/ 616220 h 952509"/>
                  <a:gd name="connsiteX103" fmla="*/ 90545 w 555136"/>
                  <a:gd name="connsiteY103" fmla="*/ 583597 h 952509"/>
                  <a:gd name="connsiteX104" fmla="*/ 270396 w 555136"/>
                  <a:gd name="connsiteY104" fmla="*/ 583597 h 952509"/>
                  <a:gd name="connsiteX105" fmla="*/ 270396 w 555136"/>
                  <a:gd name="connsiteY105" fmla="*/ 616220 h 952509"/>
                  <a:gd name="connsiteX106" fmla="*/ 90545 w 555136"/>
                  <a:gd name="connsiteY106" fmla="*/ 630507 h 952509"/>
                  <a:gd name="connsiteX107" fmla="*/ 270396 w 555136"/>
                  <a:gd name="connsiteY107" fmla="*/ 630507 h 952509"/>
                  <a:gd name="connsiteX108" fmla="*/ 270396 w 555136"/>
                  <a:gd name="connsiteY108" fmla="*/ 663159 h 952509"/>
                  <a:gd name="connsiteX109" fmla="*/ 90545 w 555136"/>
                  <a:gd name="connsiteY109" fmla="*/ 663159 h 952509"/>
                  <a:gd name="connsiteX110" fmla="*/ 90545 w 555136"/>
                  <a:gd name="connsiteY110" fmla="*/ 630507 h 952509"/>
                  <a:gd name="connsiteX111" fmla="*/ 284702 w 555136"/>
                  <a:gd name="connsiteY111" fmla="*/ 630507 h 952509"/>
                  <a:gd name="connsiteX112" fmla="*/ 464563 w 555136"/>
                  <a:gd name="connsiteY112" fmla="*/ 630507 h 952509"/>
                  <a:gd name="connsiteX113" fmla="*/ 464563 w 555136"/>
                  <a:gd name="connsiteY113" fmla="*/ 663159 h 952509"/>
                  <a:gd name="connsiteX114" fmla="*/ 284702 w 555136"/>
                  <a:gd name="connsiteY114" fmla="*/ 663159 h 952509"/>
                  <a:gd name="connsiteX115" fmla="*/ 284702 w 555136"/>
                  <a:gd name="connsiteY115" fmla="*/ 630507 h 952509"/>
                  <a:gd name="connsiteX116" fmla="*/ 464563 w 555136"/>
                  <a:gd name="connsiteY116" fmla="*/ 569309 h 952509"/>
                  <a:gd name="connsiteX117" fmla="*/ 284702 w 555136"/>
                  <a:gd name="connsiteY117" fmla="*/ 569309 h 952509"/>
                  <a:gd name="connsiteX118" fmla="*/ 284702 w 555136"/>
                  <a:gd name="connsiteY118" fmla="*/ 534391 h 952509"/>
                  <a:gd name="connsiteX119" fmla="*/ 306676 w 555136"/>
                  <a:gd name="connsiteY119" fmla="*/ 512416 h 952509"/>
                  <a:gd name="connsiteX120" fmla="*/ 442589 w 555136"/>
                  <a:gd name="connsiteY120" fmla="*/ 512416 h 952509"/>
                  <a:gd name="connsiteX121" fmla="*/ 464572 w 555136"/>
                  <a:gd name="connsiteY121" fmla="*/ 534391 h 952509"/>
                  <a:gd name="connsiteX122" fmla="*/ 464572 w 555136"/>
                  <a:gd name="connsiteY122" fmla="*/ 569309 h 952509"/>
                  <a:gd name="connsiteX123" fmla="*/ 270396 w 555136"/>
                  <a:gd name="connsiteY123" fmla="*/ 569309 h 952509"/>
                  <a:gd name="connsiteX124" fmla="*/ 90545 w 555136"/>
                  <a:gd name="connsiteY124" fmla="*/ 569309 h 952509"/>
                  <a:gd name="connsiteX125" fmla="*/ 90545 w 555136"/>
                  <a:gd name="connsiteY125" fmla="*/ 534391 h 952509"/>
                  <a:gd name="connsiteX126" fmla="*/ 112528 w 555136"/>
                  <a:gd name="connsiteY126" fmla="*/ 512416 h 952509"/>
                  <a:gd name="connsiteX127" fmla="*/ 248431 w 555136"/>
                  <a:gd name="connsiteY127" fmla="*/ 512416 h 952509"/>
                  <a:gd name="connsiteX128" fmla="*/ 270405 w 555136"/>
                  <a:gd name="connsiteY128" fmla="*/ 534391 h 952509"/>
                  <a:gd name="connsiteX129" fmla="*/ 270405 w 555136"/>
                  <a:gd name="connsiteY129" fmla="*/ 569309 h 952509"/>
                  <a:gd name="connsiteX130" fmla="*/ 248422 w 555136"/>
                  <a:gd name="connsiteY130" fmla="*/ 938213 h 952509"/>
                  <a:gd name="connsiteX131" fmla="*/ 112528 w 555136"/>
                  <a:gd name="connsiteY131" fmla="*/ 938213 h 952509"/>
                  <a:gd name="connsiteX132" fmla="*/ 90545 w 555136"/>
                  <a:gd name="connsiteY132" fmla="*/ 916219 h 952509"/>
                  <a:gd name="connsiteX133" fmla="*/ 90545 w 555136"/>
                  <a:gd name="connsiteY133" fmla="*/ 677447 h 952509"/>
                  <a:gd name="connsiteX134" fmla="*/ 270396 w 555136"/>
                  <a:gd name="connsiteY134" fmla="*/ 677447 h 952509"/>
                  <a:gd name="connsiteX135" fmla="*/ 270396 w 555136"/>
                  <a:gd name="connsiteY135" fmla="*/ 916219 h 952509"/>
                  <a:gd name="connsiteX136" fmla="*/ 248422 w 555136"/>
                  <a:gd name="connsiteY136" fmla="*/ 938213 h 952509"/>
                  <a:gd name="connsiteX137" fmla="*/ 464563 w 555136"/>
                  <a:gd name="connsiteY137" fmla="*/ 916219 h 952509"/>
                  <a:gd name="connsiteX138" fmla="*/ 442579 w 555136"/>
                  <a:gd name="connsiteY138" fmla="*/ 938213 h 952509"/>
                  <a:gd name="connsiteX139" fmla="*/ 306676 w 555136"/>
                  <a:gd name="connsiteY139" fmla="*/ 938213 h 952509"/>
                  <a:gd name="connsiteX140" fmla="*/ 284702 w 555136"/>
                  <a:gd name="connsiteY140" fmla="*/ 916219 h 952509"/>
                  <a:gd name="connsiteX141" fmla="*/ 284702 w 555136"/>
                  <a:gd name="connsiteY141" fmla="*/ 677447 h 952509"/>
                  <a:gd name="connsiteX142" fmla="*/ 464563 w 555136"/>
                  <a:gd name="connsiteY142" fmla="*/ 677447 h 952509"/>
                  <a:gd name="connsiteX143" fmla="*/ 464563 w 555136"/>
                  <a:gd name="connsiteY143" fmla="*/ 916219 h 952509"/>
                  <a:gd name="connsiteX144" fmla="*/ 478850 w 555136"/>
                  <a:gd name="connsiteY144" fmla="*/ 755818 h 952509"/>
                  <a:gd name="connsiteX145" fmla="*/ 478850 w 555136"/>
                  <a:gd name="connsiteY145" fmla="*/ 670303 h 952509"/>
                  <a:gd name="connsiteX146" fmla="*/ 478850 w 555136"/>
                  <a:gd name="connsiteY146" fmla="*/ 623364 h 952509"/>
                  <a:gd name="connsiteX147" fmla="*/ 478850 w 555136"/>
                  <a:gd name="connsiteY147" fmla="*/ 576453 h 952509"/>
                  <a:gd name="connsiteX148" fmla="*/ 478850 w 555136"/>
                  <a:gd name="connsiteY148" fmla="*/ 534391 h 952509"/>
                  <a:gd name="connsiteX149" fmla="*/ 442579 w 555136"/>
                  <a:gd name="connsiteY149" fmla="*/ 498129 h 952509"/>
                  <a:gd name="connsiteX150" fmla="*/ 306676 w 555136"/>
                  <a:gd name="connsiteY150" fmla="*/ 498129 h 952509"/>
                  <a:gd name="connsiteX151" fmla="*/ 277549 w 555136"/>
                  <a:gd name="connsiteY151" fmla="*/ 513007 h 952509"/>
                  <a:gd name="connsiteX152" fmla="*/ 248422 w 555136"/>
                  <a:gd name="connsiteY152" fmla="*/ 498129 h 952509"/>
                  <a:gd name="connsiteX153" fmla="*/ 112528 w 555136"/>
                  <a:gd name="connsiteY153" fmla="*/ 498129 h 952509"/>
                  <a:gd name="connsiteX154" fmla="*/ 76257 w 555136"/>
                  <a:gd name="connsiteY154" fmla="*/ 534391 h 952509"/>
                  <a:gd name="connsiteX155" fmla="*/ 76257 w 555136"/>
                  <a:gd name="connsiteY155" fmla="*/ 576453 h 952509"/>
                  <a:gd name="connsiteX156" fmla="*/ 76257 w 555136"/>
                  <a:gd name="connsiteY156" fmla="*/ 623373 h 952509"/>
                  <a:gd name="connsiteX157" fmla="*/ 76257 w 555136"/>
                  <a:gd name="connsiteY157" fmla="*/ 670312 h 952509"/>
                  <a:gd name="connsiteX158" fmla="*/ 76257 w 555136"/>
                  <a:gd name="connsiteY158" fmla="*/ 755828 h 952509"/>
                  <a:gd name="connsiteX159" fmla="*/ 14278 w 555136"/>
                  <a:gd name="connsiteY159" fmla="*/ 755828 h 952509"/>
                  <a:gd name="connsiteX160" fmla="*/ 14278 w 555136"/>
                  <a:gd name="connsiteY160" fmla="*/ 400393 h 952509"/>
                  <a:gd name="connsiteX161" fmla="*/ 277559 w 555136"/>
                  <a:gd name="connsiteY161" fmla="*/ 264119 h 952509"/>
                  <a:gd name="connsiteX162" fmla="*/ 540839 w 555136"/>
                  <a:gd name="connsiteY162" fmla="*/ 400393 h 952509"/>
                  <a:gd name="connsiteX163" fmla="*/ 540839 w 555136"/>
                  <a:gd name="connsiteY163" fmla="*/ 755809 h 952509"/>
                  <a:gd name="connsiteX164" fmla="*/ 478850 w 555136"/>
                  <a:gd name="connsiteY164" fmla="*/ 755809 h 952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</a:cxnLst>
                <a:rect l="l" t="t" r="r" b="b"/>
                <a:pathLst>
                  <a:path w="555136" h="952509">
                    <a:moveTo>
                      <a:pt x="551259" y="330308"/>
                    </a:moveTo>
                    <a:lnTo>
                      <a:pt x="494024" y="300685"/>
                    </a:lnTo>
                    <a:cubicBezTo>
                      <a:pt x="509549" y="286769"/>
                      <a:pt x="518617" y="266995"/>
                      <a:pt x="518617" y="245745"/>
                    </a:cubicBezTo>
                    <a:cubicBezTo>
                      <a:pt x="518617" y="219361"/>
                      <a:pt x="504844" y="195596"/>
                      <a:pt x="482260" y="182299"/>
                    </a:cubicBezTo>
                    <a:cubicBezTo>
                      <a:pt x="486642" y="169116"/>
                      <a:pt x="488852" y="155524"/>
                      <a:pt x="488852" y="141818"/>
                    </a:cubicBezTo>
                    <a:cubicBezTo>
                      <a:pt x="488852" y="70637"/>
                      <a:pt x="430930" y="12725"/>
                      <a:pt x="359740" y="12725"/>
                    </a:cubicBezTo>
                    <a:cubicBezTo>
                      <a:pt x="342462" y="12725"/>
                      <a:pt x="325622" y="16164"/>
                      <a:pt x="309601" y="22965"/>
                    </a:cubicBezTo>
                    <a:cubicBezTo>
                      <a:pt x="297123" y="8487"/>
                      <a:pt x="278911" y="0"/>
                      <a:pt x="259794" y="0"/>
                    </a:cubicBezTo>
                    <a:cubicBezTo>
                      <a:pt x="224857" y="0"/>
                      <a:pt x="196186" y="27337"/>
                      <a:pt x="194053" y="61741"/>
                    </a:cubicBezTo>
                    <a:cubicBezTo>
                      <a:pt x="139579" y="65370"/>
                      <a:pt x="96374" y="110833"/>
                      <a:pt x="96374" y="166211"/>
                    </a:cubicBezTo>
                    <a:cubicBezTo>
                      <a:pt x="96374" y="168526"/>
                      <a:pt x="96469" y="170888"/>
                      <a:pt x="96669" y="173412"/>
                    </a:cubicBezTo>
                    <a:cubicBezTo>
                      <a:pt x="61903" y="179899"/>
                      <a:pt x="36500" y="209826"/>
                      <a:pt x="36500" y="245745"/>
                    </a:cubicBezTo>
                    <a:cubicBezTo>
                      <a:pt x="36500" y="266900"/>
                      <a:pt x="45558" y="286779"/>
                      <a:pt x="61055" y="300704"/>
                    </a:cubicBezTo>
                    <a:lnTo>
                      <a:pt x="3858" y="330317"/>
                    </a:lnTo>
                    <a:cubicBezTo>
                      <a:pt x="1486" y="331546"/>
                      <a:pt x="0" y="333994"/>
                      <a:pt x="0" y="336661"/>
                    </a:cubicBezTo>
                    <a:lnTo>
                      <a:pt x="0" y="762962"/>
                    </a:lnTo>
                    <a:cubicBezTo>
                      <a:pt x="0" y="766905"/>
                      <a:pt x="3200" y="770106"/>
                      <a:pt x="7144" y="770106"/>
                    </a:cubicBezTo>
                    <a:lnTo>
                      <a:pt x="76267" y="770106"/>
                    </a:lnTo>
                    <a:lnTo>
                      <a:pt x="76267" y="916229"/>
                    </a:lnTo>
                    <a:cubicBezTo>
                      <a:pt x="76267" y="936231"/>
                      <a:pt x="92535" y="952510"/>
                      <a:pt x="112538" y="952510"/>
                    </a:cubicBezTo>
                    <a:lnTo>
                      <a:pt x="248441" y="952510"/>
                    </a:lnTo>
                    <a:cubicBezTo>
                      <a:pt x="260414" y="952510"/>
                      <a:pt x="270958" y="946604"/>
                      <a:pt x="277568" y="937622"/>
                    </a:cubicBezTo>
                    <a:cubicBezTo>
                      <a:pt x="284159" y="946595"/>
                      <a:pt x="294704" y="952500"/>
                      <a:pt x="306676" y="952500"/>
                    </a:cubicBezTo>
                    <a:lnTo>
                      <a:pt x="442589" y="952500"/>
                    </a:lnTo>
                    <a:cubicBezTo>
                      <a:pt x="462591" y="952500"/>
                      <a:pt x="478860" y="936222"/>
                      <a:pt x="478860" y="916219"/>
                    </a:cubicBezTo>
                    <a:lnTo>
                      <a:pt x="478860" y="770106"/>
                    </a:lnTo>
                    <a:lnTo>
                      <a:pt x="547992" y="770106"/>
                    </a:lnTo>
                    <a:cubicBezTo>
                      <a:pt x="551936" y="770106"/>
                      <a:pt x="555136" y="766905"/>
                      <a:pt x="555136" y="762962"/>
                    </a:cubicBezTo>
                    <a:lnTo>
                      <a:pt x="555136" y="336652"/>
                    </a:lnTo>
                    <a:cubicBezTo>
                      <a:pt x="555127" y="333985"/>
                      <a:pt x="553631" y="331537"/>
                      <a:pt x="551259" y="330308"/>
                    </a:cubicBezTo>
                    <a:close/>
                    <a:moveTo>
                      <a:pt x="50787" y="245745"/>
                    </a:moveTo>
                    <a:cubicBezTo>
                      <a:pt x="50787" y="214827"/>
                      <a:pt x="74162" y="189424"/>
                      <a:pt x="105156" y="186652"/>
                    </a:cubicBezTo>
                    <a:cubicBezTo>
                      <a:pt x="107099" y="186471"/>
                      <a:pt x="108890" y="185518"/>
                      <a:pt x="110109" y="183985"/>
                    </a:cubicBezTo>
                    <a:cubicBezTo>
                      <a:pt x="111328" y="182461"/>
                      <a:pt x="111871" y="180499"/>
                      <a:pt x="111604" y="178575"/>
                    </a:cubicBezTo>
                    <a:cubicBezTo>
                      <a:pt x="110957" y="173822"/>
                      <a:pt x="110652" y="169897"/>
                      <a:pt x="110652" y="166211"/>
                    </a:cubicBezTo>
                    <a:cubicBezTo>
                      <a:pt x="110652" y="116357"/>
                      <a:pt x="151200" y="75809"/>
                      <a:pt x="201330" y="75809"/>
                    </a:cubicBezTo>
                    <a:cubicBezTo>
                      <a:pt x="201330" y="75809"/>
                      <a:pt x="201339" y="75809"/>
                      <a:pt x="201349" y="75809"/>
                    </a:cubicBezTo>
                    <a:cubicBezTo>
                      <a:pt x="203292" y="75809"/>
                      <a:pt x="205149" y="75019"/>
                      <a:pt x="206502" y="73619"/>
                    </a:cubicBezTo>
                    <a:cubicBezTo>
                      <a:pt x="207855" y="72219"/>
                      <a:pt x="208569" y="70323"/>
                      <a:pt x="208493" y="68390"/>
                    </a:cubicBezTo>
                    <a:cubicBezTo>
                      <a:pt x="208464" y="67713"/>
                      <a:pt x="208378" y="67046"/>
                      <a:pt x="208217" y="65875"/>
                    </a:cubicBezTo>
                    <a:cubicBezTo>
                      <a:pt x="208217" y="37433"/>
                      <a:pt x="231362" y="14288"/>
                      <a:pt x="259804" y="14288"/>
                    </a:cubicBezTo>
                    <a:cubicBezTo>
                      <a:pt x="276292" y="14288"/>
                      <a:pt x="291932" y="22384"/>
                      <a:pt x="301657" y="35928"/>
                    </a:cubicBezTo>
                    <a:cubicBezTo>
                      <a:pt x="303676" y="38748"/>
                      <a:pt x="307419" y="39700"/>
                      <a:pt x="310534" y="38214"/>
                    </a:cubicBezTo>
                    <a:cubicBezTo>
                      <a:pt x="326174" y="30775"/>
                      <a:pt x="342729" y="27003"/>
                      <a:pt x="359759" y="27003"/>
                    </a:cubicBezTo>
                    <a:cubicBezTo>
                      <a:pt x="423072" y="27003"/>
                      <a:pt x="474583" y="78505"/>
                      <a:pt x="474583" y="141808"/>
                    </a:cubicBezTo>
                    <a:cubicBezTo>
                      <a:pt x="474583" y="155829"/>
                      <a:pt x="471973" y="169726"/>
                      <a:pt x="466801" y="183109"/>
                    </a:cubicBezTo>
                    <a:cubicBezTo>
                      <a:pt x="465458" y="186585"/>
                      <a:pt x="467011" y="190500"/>
                      <a:pt x="470373" y="192119"/>
                    </a:cubicBezTo>
                    <a:cubicBezTo>
                      <a:pt x="491328" y="202197"/>
                      <a:pt x="504349" y="222742"/>
                      <a:pt x="504349" y="245735"/>
                    </a:cubicBezTo>
                    <a:cubicBezTo>
                      <a:pt x="504349" y="264747"/>
                      <a:pt x="495357" y="282264"/>
                      <a:pt x="480231" y="293522"/>
                    </a:cubicBezTo>
                    <a:lnTo>
                      <a:pt x="461715" y="283940"/>
                    </a:lnTo>
                    <a:cubicBezTo>
                      <a:pt x="462144" y="281083"/>
                      <a:pt x="462429" y="278197"/>
                      <a:pt x="462429" y="275301"/>
                    </a:cubicBezTo>
                    <a:cubicBezTo>
                      <a:pt x="462429" y="255108"/>
                      <a:pt x="452123" y="236868"/>
                      <a:pt x="435150" y="226333"/>
                    </a:cubicBezTo>
                    <a:cubicBezTo>
                      <a:pt x="438245" y="216579"/>
                      <a:pt x="439807" y="206512"/>
                      <a:pt x="439807" y="196339"/>
                    </a:cubicBezTo>
                    <a:cubicBezTo>
                      <a:pt x="439807" y="141313"/>
                      <a:pt x="395040" y="96545"/>
                      <a:pt x="340004" y="96545"/>
                    </a:cubicBezTo>
                    <a:cubicBezTo>
                      <a:pt x="327060" y="96545"/>
                      <a:pt x="314430" y="99050"/>
                      <a:pt x="302400" y="103984"/>
                    </a:cubicBezTo>
                    <a:cubicBezTo>
                      <a:pt x="292627" y="93183"/>
                      <a:pt x="278692" y="86878"/>
                      <a:pt x="264090" y="86878"/>
                    </a:cubicBezTo>
                    <a:cubicBezTo>
                      <a:pt x="237144" y="86878"/>
                      <a:pt x="214941" y="107566"/>
                      <a:pt x="212541" y="133902"/>
                    </a:cubicBezTo>
                    <a:cubicBezTo>
                      <a:pt x="170964" y="137427"/>
                      <a:pt x="138208" y="172403"/>
                      <a:pt x="138208" y="214874"/>
                    </a:cubicBezTo>
                    <a:cubicBezTo>
                      <a:pt x="138208" y="216198"/>
                      <a:pt x="138246" y="217551"/>
                      <a:pt x="138332" y="218961"/>
                    </a:cubicBezTo>
                    <a:cubicBezTo>
                      <a:pt x="111881" y="224609"/>
                      <a:pt x="92716" y="247698"/>
                      <a:pt x="92716" y="275311"/>
                    </a:cubicBezTo>
                    <a:cubicBezTo>
                      <a:pt x="92716" y="278206"/>
                      <a:pt x="93002" y="281083"/>
                      <a:pt x="93440" y="283950"/>
                    </a:cubicBezTo>
                    <a:lnTo>
                      <a:pt x="74924" y="293532"/>
                    </a:lnTo>
                    <a:cubicBezTo>
                      <a:pt x="59807" y="282283"/>
                      <a:pt x="50787" y="264671"/>
                      <a:pt x="50787" y="245745"/>
                    </a:cubicBezTo>
                    <a:close/>
                    <a:moveTo>
                      <a:pt x="107090" y="276873"/>
                    </a:moveTo>
                    <a:cubicBezTo>
                      <a:pt x="107071" y="276349"/>
                      <a:pt x="106994" y="275834"/>
                      <a:pt x="106994" y="275311"/>
                    </a:cubicBezTo>
                    <a:cubicBezTo>
                      <a:pt x="106994" y="252717"/>
                      <a:pt x="124082" y="234153"/>
                      <a:pt x="146733" y="232124"/>
                    </a:cubicBezTo>
                    <a:cubicBezTo>
                      <a:pt x="148676" y="231953"/>
                      <a:pt x="150466" y="230991"/>
                      <a:pt x="151676" y="229467"/>
                    </a:cubicBezTo>
                    <a:cubicBezTo>
                      <a:pt x="152895" y="227943"/>
                      <a:pt x="153438" y="225990"/>
                      <a:pt x="153172" y="224057"/>
                    </a:cubicBezTo>
                    <a:cubicBezTo>
                      <a:pt x="152695" y="220513"/>
                      <a:pt x="152476" y="217599"/>
                      <a:pt x="152476" y="214884"/>
                    </a:cubicBezTo>
                    <a:cubicBezTo>
                      <a:pt x="152476" y="177965"/>
                      <a:pt x="182499" y="147923"/>
                      <a:pt x="219637" y="147923"/>
                    </a:cubicBezTo>
                    <a:cubicBezTo>
                      <a:pt x="219647" y="147923"/>
                      <a:pt x="219656" y="147923"/>
                      <a:pt x="219666" y="147923"/>
                    </a:cubicBezTo>
                    <a:cubicBezTo>
                      <a:pt x="221628" y="147923"/>
                      <a:pt x="223495" y="147123"/>
                      <a:pt x="224847" y="145704"/>
                    </a:cubicBezTo>
                    <a:cubicBezTo>
                      <a:pt x="226200" y="144285"/>
                      <a:pt x="226905" y="142370"/>
                      <a:pt x="226800" y="140418"/>
                    </a:cubicBezTo>
                    <a:cubicBezTo>
                      <a:pt x="226790" y="140208"/>
                      <a:pt x="226619" y="138875"/>
                      <a:pt x="226600" y="138665"/>
                    </a:cubicBezTo>
                    <a:cubicBezTo>
                      <a:pt x="226600" y="118005"/>
                      <a:pt x="243411" y="101184"/>
                      <a:pt x="264081" y="101184"/>
                    </a:cubicBezTo>
                    <a:cubicBezTo>
                      <a:pt x="276044" y="101184"/>
                      <a:pt x="287407" y="107061"/>
                      <a:pt x="294475" y="116910"/>
                    </a:cubicBezTo>
                    <a:cubicBezTo>
                      <a:pt x="296494" y="119729"/>
                      <a:pt x="300238" y="120682"/>
                      <a:pt x="303352" y="119196"/>
                    </a:cubicBezTo>
                    <a:cubicBezTo>
                      <a:pt x="315001" y="113652"/>
                      <a:pt x="327336" y="110852"/>
                      <a:pt x="340004" y="110852"/>
                    </a:cubicBezTo>
                    <a:cubicBezTo>
                      <a:pt x="387153" y="110852"/>
                      <a:pt x="425520" y="149209"/>
                      <a:pt x="425520" y="196358"/>
                    </a:cubicBezTo>
                    <a:cubicBezTo>
                      <a:pt x="425520" y="206845"/>
                      <a:pt x="423577" y="217189"/>
                      <a:pt x="419748" y="227114"/>
                    </a:cubicBezTo>
                    <a:cubicBezTo>
                      <a:pt x="418376" y="230581"/>
                      <a:pt x="419929" y="234506"/>
                      <a:pt x="423291" y="236125"/>
                    </a:cubicBezTo>
                    <a:cubicBezTo>
                      <a:pt x="438607" y="243497"/>
                      <a:pt x="448123" y="258518"/>
                      <a:pt x="448123" y="275311"/>
                    </a:cubicBezTo>
                    <a:cubicBezTo>
                      <a:pt x="448123" y="275834"/>
                      <a:pt x="448037" y="276349"/>
                      <a:pt x="448018" y="276873"/>
                    </a:cubicBezTo>
                    <a:lnTo>
                      <a:pt x="280845" y="190329"/>
                    </a:lnTo>
                    <a:cubicBezTo>
                      <a:pt x="278787" y="189262"/>
                      <a:pt x="276330" y="189262"/>
                      <a:pt x="274282" y="190329"/>
                    </a:cubicBezTo>
                    <a:lnTo>
                      <a:pt x="107090" y="276873"/>
                    </a:lnTo>
                    <a:close/>
                    <a:moveTo>
                      <a:pt x="277559" y="204721"/>
                    </a:moveTo>
                    <a:lnTo>
                      <a:pt x="477383" y="308153"/>
                    </a:lnTo>
                    <a:cubicBezTo>
                      <a:pt x="477460" y="308191"/>
                      <a:pt x="477536" y="308229"/>
                      <a:pt x="477603" y="308267"/>
                    </a:cubicBezTo>
                    <a:lnTo>
                      <a:pt x="540839" y="341005"/>
                    </a:lnTo>
                    <a:lnTo>
                      <a:pt x="540839" y="384315"/>
                    </a:lnTo>
                    <a:lnTo>
                      <a:pt x="280845" y="249726"/>
                    </a:lnTo>
                    <a:cubicBezTo>
                      <a:pt x="278787" y="248660"/>
                      <a:pt x="276330" y="248660"/>
                      <a:pt x="274282" y="249726"/>
                    </a:cubicBezTo>
                    <a:lnTo>
                      <a:pt x="14278" y="384315"/>
                    </a:lnTo>
                    <a:lnTo>
                      <a:pt x="14278" y="340995"/>
                    </a:lnTo>
                    <a:lnTo>
                      <a:pt x="277559" y="204721"/>
                    </a:lnTo>
                    <a:close/>
                    <a:moveTo>
                      <a:pt x="464563" y="616220"/>
                    </a:moveTo>
                    <a:lnTo>
                      <a:pt x="284702" y="616220"/>
                    </a:lnTo>
                    <a:lnTo>
                      <a:pt x="284702" y="583597"/>
                    </a:lnTo>
                    <a:lnTo>
                      <a:pt x="464563" y="583597"/>
                    </a:lnTo>
                    <a:lnTo>
                      <a:pt x="464563" y="616220"/>
                    </a:lnTo>
                    <a:close/>
                    <a:moveTo>
                      <a:pt x="270396" y="616220"/>
                    </a:moveTo>
                    <a:lnTo>
                      <a:pt x="90545" y="616220"/>
                    </a:lnTo>
                    <a:lnTo>
                      <a:pt x="90545" y="583597"/>
                    </a:lnTo>
                    <a:lnTo>
                      <a:pt x="270396" y="583597"/>
                    </a:lnTo>
                    <a:lnTo>
                      <a:pt x="270396" y="616220"/>
                    </a:lnTo>
                    <a:close/>
                    <a:moveTo>
                      <a:pt x="90545" y="630507"/>
                    </a:moveTo>
                    <a:lnTo>
                      <a:pt x="270396" y="630507"/>
                    </a:lnTo>
                    <a:lnTo>
                      <a:pt x="270396" y="663159"/>
                    </a:lnTo>
                    <a:lnTo>
                      <a:pt x="90545" y="663159"/>
                    </a:lnTo>
                    <a:lnTo>
                      <a:pt x="90545" y="630507"/>
                    </a:lnTo>
                    <a:close/>
                    <a:moveTo>
                      <a:pt x="284702" y="630507"/>
                    </a:moveTo>
                    <a:lnTo>
                      <a:pt x="464563" y="630507"/>
                    </a:lnTo>
                    <a:lnTo>
                      <a:pt x="464563" y="663159"/>
                    </a:lnTo>
                    <a:lnTo>
                      <a:pt x="284702" y="663159"/>
                    </a:lnTo>
                    <a:lnTo>
                      <a:pt x="284702" y="630507"/>
                    </a:lnTo>
                    <a:close/>
                    <a:moveTo>
                      <a:pt x="464563" y="569309"/>
                    </a:moveTo>
                    <a:lnTo>
                      <a:pt x="284702" y="569309"/>
                    </a:lnTo>
                    <a:lnTo>
                      <a:pt x="284702" y="534391"/>
                    </a:lnTo>
                    <a:cubicBezTo>
                      <a:pt x="284702" y="522284"/>
                      <a:pt x="294561" y="512416"/>
                      <a:pt x="306676" y="512416"/>
                    </a:cubicBezTo>
                    <a:lnTo>
                      <a:pt x="442589" y="512416"/>
                    </a:lnTo>
                    <a:cubicBezTo>
                      <a:pt x="454704" y="512416"/>
                      <a:pt x="464572" y="522275"/>
                      <a:pt x="464572" y="534391"/>
                    </a:cubicBezTo>
                    <a:lnTo>
                      <a:pt x="464572" y="569309"/>
                    </a:lnTo>
                    <a:close/>
                    <a:moveTo>
                      <a:pt x="270396" y="569309"/>
                    </a:moveTo>
                    <a:lnTo>
                      <a:pt x="90545" y="569309"/>
                    </a:lnTo>
                    <a:lnTo>
                      <a:pt x="90545" y="534391"/>
                    </a:lnTo>
                    <a:cubicBezTo>
                      <a:pt x="90545" y="522284"/>
                      <a:pt x="100403" y="512416"/>
                      <a:pt x="112528" y="512416"/>
                    </a:cubicBezTo>
                    <a:lnTo>
                      <a:pt x="248431" y="512416"/>
                    </a:lnTo>
                    <a:cubicBezTo>
                      <a:pt x="260547" y="512416"/>
                      <a:pt x="270405" y="522275"/>
                      <a:pt x="270405" y="534391"/>
                    </a:cubicBezTo>
                    <a:lnTo>
                      <a:pt x="270405" y="569309"/>
                    </a:lnTo>
                    <a:close/>
                    <a:moveTo>
                      <a:pt x="248422" y="938213"/>
                    </a:moveTo>
                    <a:lnTo>
                      <a:pt x="112528" y="938213"/>
                    </a:lnTo>
                    <a:cubicBezTo>
                      <a:pt x="100413" y="938213"/>
                      <a:pt x="90545" y="928354"/>
                      <a:pt x="90545" y="916219"/>
                    </a:cubicBezTo>
                    <a:lnTo>
                      <a:pt x="90545" y="677447"/>
                    </a:lnTo>
                    <a:lnTo>
                      <a:pt x="270396" y="677447"/>
                    </a:lnTo>
                    <a:lnTo>
                      <a:pt x="270396" y="916219"/>
                    </a:lnTo>
                    <a:cubicBezTo>
                      <a:pt x="270396" y="928354"/>
                      <a:pt x="260537" y="938213"/>
                      <a:pt x="248422" y="938213"/>
                    </a:cubicBezTo>
                    <a:close/>
                    <a:moveTo>
                      <a:pt x="464563" y="916219"/>
                    </a:moveTo>
                    <a:cubicBezTo>
                      <a:pt x="464563" y="928345"/>
                      <a:pt x="454704" y="938213"/>
                      <a:pt x="442579" y="938213"/>
                    </a:cubicBezTo>
                    <a:lnTo>
                      <a:pt x="306676" y="938213"/>
                    </a:lnTo>
                    <a:cubicBezTo>
                      <a:pt x="294570" y="938213"/>
                      <a:pt x="284702" y="928354"/>
                      <a:pt x="284702" y="916219"/>
                    </a:cubicBezTo>
                    <a:lnTo>
                      <a:pt x="284702" y="677447"/>
                    </a:lnTo>
                    <a:lnTo>
                      <a:pt x="464563" y="677447"/>
                    </a:lnTo>
                    <a:lnTo>
                      <a:pt x="464563" y="916219"/>
                    </a:lnTo>
                    <a:close/>
                    <a:moveTo>
                      <a:pt x="478850" y="755818"/>
                    </a:moveTo>
                    <a:lnTo>
                      <a:pt x="478850" y="670303"/>
                    </a:lnTo>
                    <a:lnTo>
                      <a:pt x="478850" y="623364"/>
                    </a:lnTo>
                    <a:lnTo>
                      <a:pt x="478850" y="576453"/>
                    </a:lnTo>
                    <a:lnTo>
                      <a:pt x="478850" y="534391"/>
                    </a:lnTo>
                    <a:cubicBezTo>
                      <a:pt x="478850" y="514398"/>
                      <a:pt x="462582" y="498129"/>
                      <a:pt x="442579" y="498129"/>
                    </a:cubicBezTo>
                    <a:lnTo>
                      <a:pt x="306676" y="498129"/>
                    </a:lnTo>
                    <a:cubicBezTo>
                      <a:pt x="294704" y="498129"/>
                      <a:pt x="284169" y="504025"/>
                      <a:pt x="277549" y="513007"/>
                    </a:cubicBezTo>
                    <a:cubicBezTo>
                      <a:pt x="270948" y="504034"/>
                      <a:pt x="260394" y="498129"/>
                      <a:pt x="248422" y="498129"/>
                    </a:cubicBezTo>
                    <a:lnTo>
                      <a:pt x="112528" y="498129"/>
                    </a:lnTo>
                    <a:cubicBezTo>
                      <a:pt x="92526" y="498129"/>
                      <a:pt x="76257" y="514398"/>
                      <a:pt x="76257" y="534391"/>
                    </a:cubicBezTo>
                    <a:lnTo>
                      <a:pt x="76257" y="576453"/>
                    </a:lnTo>
                    <a:lnTo>
                      <a:pt x="76257" y="623373"/>
                    </a:lnTo>
                    <a:lnTo>
                      <a:pt x="76257" y="670312"/>
                    </a:lnTo>
                    <a:lnTo>
                      <a:pt x="76257" y="755828"/>
                    </a:lnTo>
                    <a:lnTo>
                      <a:pt x="14278" y="755828"/>
                    </a:lnTo>
                    <a:lnTo>
                      <a:pt x="14278" y="400393"/>
                    </a:lnTo>
                    <a:lnTo>
                      <a:pt x="277559" y="264119"/>
                    </a:lnTo>
                    <a:lnTo>
                      <a:pt x="540839" y="400393"/>
                    </a:lnTo>
                    <a:lnTo>
                      <a:pt x="540839" y="755809"/>
                    </a:lnTo>
                    <a:lnTo>
                      <a:pt x="478850" y="75580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15">
                <a:extLst>
                  <a:ext uri="{FF2B5EF4-FFF2-40B4-BE49-F238E27FC236}">
                    <a16:creationId xmlns:a16="http://schemas.microsoft.com/office/drawing/2014/main" id="{ECBC2EF6-773E-4BEA-B827-5BA6FF544A9F}"/>
                  </a:ext>
                </a:extLst>
              </p:cNvPr>
              <p:cNvSpPr/>
              <p:nvPr/>
            </p:nvSpPr>
            <p:spPr>
              <a:xfrm>
                <a:off x="-1506230" y="3515267"/>
                <a:ext cx="74152" cy="74171"/>
              </a:xfrm>
              <a:custGeom>
                <a:avLst/>
                <a:gdLst>
                  <a:gd name="connsiteX0" fmla="*/ 37071 w 74152"/>
                  <a:gd name="connsiteY0" fmla="*/ 0 h 74171"/>
                  <a:gd name="connsiteX1" fmla="*/ 0 w 74152"/>
                  <a:gd name="connsiteY1" fmla="*/ 37081 h 74171"/>
                  <a:gd name="connsiteX2" fmla="*/ 37071 w 74152"/>
                  <a:gd name="connsiteY2" fmla="*/ 74171 h 74171"/>
                  <a:gd name="connsiteX3" fmla="*/ 74152 w 74152"/>
                  <a:gd name="connsiteY3" fmla="*/ 37081 h 74171"/>
                  <a:gd name="connsiteX4" fmla="*/ 37071 w 74152"/>
                  <a:gd name="connsiteY4" fmla="*/ 0 h 74171"/>
                  <a:gd name="connsiteX5" fmla="*/ 37071 w 74152"/>
                  <a:gd name="connsiteY5" fmla="*/ 59874 h 74171"/>
                  <a:gd name="connsiteX6" fmla="*/ 14288 w 74152"/>
                  <a:gd name="connsiteY6" fmla="*/ 37071 h 74171"/>
                  <a:gd name="connsiteX7" fmla="*/ 37071 w 74152"/>
                  <a:gd name="connsiteY7" fmla="*/ 14278 h 74171"/>
                  <a:gd name="connsiteX8" fmla="*/ 59865 w 74152"/>
                  <a:gd name="connsiteY8" fmla="*/ 37071 h 74171"/>
                  <a:gd name="connsiteX9" fmla="*/ 37071 w 74152"/>
                  <a:gd name="connsiteY9" fmla="*/ 59874 h 74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4152" h="74171">
                    <a:moveTo>
                      <a:pt x="37071" y="0"/>
                    </a:moveTo>
                    <a:cubicBezTo>
                      <a:pt x="16631" y="0"/>
                      <a:pt x="0" y="16631"/>
                      <a:pt x="0" y="37081"/>
                    </a:cubicBezTo>
                    <a:cubicBezTo>
                      <a:pt x="0" y="57531"/>
                      <a:pt x="16631" y="74171"/>
                      <a:pt x="37071" y="74171"/>
                    </a:cubicBezTo>
                    <a:cubicBezTo>
                      <a:pt x="57512" y="74171"/>
                      <a:pt x="74152" y="57531"/>
                      <a:pt x="74152" y="37081"/>
                    </a:cubicBezTo>
                    <a:cubicBezTo>
                      <a:pt x="74152" y="16631"/>
                      <a:pt x="57512" y="0"/>
                      <a:pt x="37071" y="0"/>
                    </a:cubicBezTo>
                    <a:close/>
                    <a:moveTo>
                      <a:pt x="37071" y="59874"/>
                    </a:moveTo>
                    <a:cubicBezTo>
                      <a:pt x="24508" y="59874"/>
                      <a:pt x="14288" y="49644"/>
                      <a:pt x="14288" y="37071"/>
                    </a:cubicBezTo>
                    <a:cubicBezTo>
                      <a:pt x="14288" y="24498"/>
                      <a:pt x="24508" y="14278"/>
                      <a:pt x="37071" y="14278"/>
                    </a:cubicBezTo>
                    <a:cubicBezTo>
                      <a:pt x="49635" y="14278"/>
                      <a:pt x="59865" y="24498"/>
                      <a:pt x="59865" y="37071"/>
                    </a:cubicBezTo>
                    <a:cubicBezTo>
                      <a:pt x="59865" y="49644"/>
                      <a:pt x="49635" y="59874"/>
                      <a:pt x="37071" y="59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Freeform: Shape 216">
                <a:extLst>
                  <a:ext uri="{FF2B5EF4-FFF2-40B4-BE49-F238E27FC236}">
                    <a16:creationId xmlns:a16="http://schemas.microsoft.com/office/drawing/2014/main" id="{04D3E168-A497-CBC2-B92D-FB338E311CDD}"/>
                  </a:ext>
                </a:extLst>
              </p:cNvPr>
              <p:cNvSpPr/>
              <p:nvPr/>
            </p:nvSpPr>
            <p:spPr>
              <a:xfrm>
                <a:off x="-1415638" y="3515267"/>
                <a:ext cx="57997" cy="14287"/>
              </a:xfrm>
              <a:custGeom>
                <a:avLst/>
                <a:gdLst>
                  <a:gd name="connsiteX0" fmla="*/ 50854 w 57997"/>
                  <a:gd name="connsiteY0" fmla="*/ 0 h 14287"/>
                  <a:gd name="connsiteX1" fmla="*/ 7144 w 57997"/>
                  <a:gd name="connsiteY1" fmla="*/ 0 h 14287"/>
                  <a:gd name="connsiteX2" fmla="*/ 0 w 57997"/>
                  <a:gd name="connsiteY2" fmla="*/ 7144 h 14287"/>
                  <a:gd name="connsiteX3" fmla="*/ 7144 w 57997"/>
                  <a:gd name="connsiteY3" fmla="*/ 14288 h 14287"/>
                  <a:gd name="connsiteX4" fmla="*/ 50854 w 57997"/>
                  <a:gd name="connsiteY4" fmla="*/ 14288 h 14287"/>
                  <a:gd name="connsiteX5" fmla="*/ 57998 w 57997"/>
                  <a:gd name="connsiteY5" fmla="*/ 7144 h 14287"/>
                  <a:gd name="connsiteX6" fmla="*/ 50854 w 57997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97" h="14287">
                    <a:moveTo>
                      <a:pt x="50854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50854" y="14288"/>
                    </a:lnTo>
                    <a:cubicBezTo>
                      <a:pt x="54797" y="14288"/>
                      <a:pt x="57998" y="11087"/>
                      <a:pt x="57998" y="7144"/>
                    </a:cubicBezTo>
                    <a:cubicBezTo>
                      <a:pt x="57998" y="3200"/>
                      <a:pt x="54797" y="0"/>
                      <a:pt x="5085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17">
                <a:extLst>
                  <a:ext uri="{FF2B5EF4-FFF2-40B4-BE49-F238E27FC236}">
                    <a16:creationId xmlns:a16="http://schemas.microsoft.com/office/drawing/2014/main" id="{4E065F13-3BAA-F721-2033-88011748236A}"/>
                  </a:ext>
                </a:extLst>
              </p:cNvPr>
              <p:cNvSpPr/>
              <p:nvPr/>
            </p:nvSpPr>
            <p:spPr>
              <a:xfrm>
                <a:off x="-1393778" y="3545204"/>
                <a:ext cx="36137" cy="14287"/>
              </a:xfrm>
              <a:custGeom>
                <a:avLst/>
                <a:gdLst>
                  <a:gd name="connsiteX0" fmla="*/ 28994 w 36137"/>
                  <a:gd name="connsiteY0" fmla="*/ 0 h 14287"/>
                  <a:gd name="connsiteX1" fmla="*/ 7144 w 36137"/>
                  <a:gd name="connsiteY1" fmla="*/ 0 h 14287"/>
                  <a:gd name="connsiteX2" fmla="*/ 0 w 36137"/>
                  <a:gd name="connsiteY2" fmla="*/ 7144 h 14287"/>
                  <a:gd name="connsiteX3" fmla="*/ 7144 w 36137"/>
                  <a:gd name="connsiteY3" fmla="*/ 14288 h 14287"/>
                  <a:gd name="connsiteX4" fmla="*/ 28994 w 36137"/>
                  <a:gd name="connsiteY4" fmla="*/ 14288 h 14287"/>
                  <a:gd name="connsiteX5" fmla="*/ 36138 w 36137"/>
                  <a:gd name="connsiteY5" fmla="*/ 7144 h 14287"/>
                  <a:gd name="connsiteX6" fmla="*/ 28994 w 36137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137" h="14287">
                    <a:moveTo>
                      <a:pt x="28994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28994" y="14288"/>
                    </a:lnTo>
                    <a:cubicBezTo>
                      <a:pt x="32937" y="14288"/>
                      <a:pt x="36138" y="11087"/>
                      <a:pt x="36138" y="7144"/>
                    </a:cubicBezTo>
                    <a:cubicBezTo>
                      <a:pt x="36138" y="3200"/>
                      <a:pt x="32937" y="0"/>
                      <a:pt x="289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" name="Freeform: Shape 218">
                <a:extLst>
                  <a:ext uri="{FF2B5EF4-FFF2-40B4-BE49-F238E27FC236}">
                    <a16:creationId xmlns:a16="http://schemas.microsoft.com/office/drawing/2014/main" id="{419A9694-B8E4-9725-1976-24A95EAAA1EB}"/>
                  </a:ext>
                </a:extLst>
              </p:cNvPr>
              <p:cNvSpPr/>
              <p:nvPr/>
            </p:nvSpPr>
            <p:spPr>
              <a:xfrm>
                <a:off x="-1312082" y="3515267"/>
                <a:ext cx="74161" cy="74171"/>
              </a:xfrm>
              <a:custGeom>
                <a:avLst/>
                <a:gdLst>
                  <a:gd name="connsiteX0" fmla="*/ 37071 w 74161"/>
                  <a:gd name="connsiteY0" fmla="*/ 0 h 74171"/>
                  <a:gd name="connsiteX1" fmla="*/ 0 w 74161"/>
                  <a:gd name="connsiteY1" fmla="*/ 37081 h 74171"/>
                  <a:gd name="connsiteX2" fmla="*/ 37071 w 74161"/>
                  <a:gd name="connsiteY2" fmla="*/ 74171 h 74171"/>
                  <a:gd name="connsiteX3" fmla="*/ 74162 w 74161"/>
                  <a:gd name="connsiteY3" fmla="*/ 37081 h 74171"/>
                  <a:gd name="connsiteX4" fmla="*/ 37071 w 74161"/>
                  <a:gd name="connsiteY4" fmla="*/ 0 h 74171"/>
                  <a:gd name="connsiteX5" fmla="*/ 37071 w 74161"/>
                  <a:gd name="connsiteY5" fmla="*/ 59874 h 74171"/>
                  <a:gd name="connsiteX6" fmla="*/ 14288 w 74161"/>
                  <a:gd name="connsiteY6" fmla="*/ 37071 h 74171"/>
                  <a:gd name="connsiteX7" fmla="*/ 37071 w 74161"/>
                  <a:gd name="connsiteY7" fmla="*/ 14278 h 74171"/>
                  <a:gd name="connsiteX8" fmla="*/ 59874 w 74161"/>
                  <a:gd name="connsiteY8" fmla="*/ 37071 h 74171"/>
                  <a:gd name="connsiteX9" fmla="*/ 37071 w 74161"/>
                  <a:gd name="connsiteY9" fmla="*/ 59874 h 74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4161" h="74171">
                    <a:moveTo>
                      <a:pt x="37071" y="0"/>
                    </a:moveTo>
                    <a:cubicBezTo>
                      <a:pt x="16631" y="0"/>
                      <a:pt x="0" y="16631"/>
                      <a:pt x="0" y="37081"/>
                    </a:cubicBezTo>
                    <a:cubicBezTo>
                      <a:pt x="0" y="57531"/>
                      <a:pt x="16631" y="74171"/>
                      <a:pt x="37071" y="74171"/>
                    </a:cubicBezTo>
                    <a:cubicBezTo>
                      <a:pt x="57512" y="74171"/>
                      <a:pt x="74162" y="57531"/>
                      <a:pt x="74162" y="37081"/>
                    </a:cubicBezTo>
                    <a:cubicBezTo>
                      <a:pt x="74162" y="16631"/>
                      <a:pt x="57521" y="0"/>
                      <a:pt x="37071" y="0"/>
                    </a:cubicBezTo>
                    <a:close/>
                    <a:moveTo>
                      <a:pt x="37071" y="59874"/>
                    </a:moveTo>
                    <a:cubicBezTo>
                      <a:pt x="24517" y="59874"/>
                      <a:pt x="14288" y="49644"/>
                      <a:pt x="14288" y="37071"/>
                    </a:cubicBezTo>
                    <a:cubicBezTo>
                      <a:pt x="14288" y="24498"/>
                      <a:pt x="24508" y="14278"/>
                      <a:pt x="37071" y="14278"/>
                    </a:cubicBezTo>
                    <a:cubicBezTo>
                      <a:pt x="49635" y="14278"/>
                      <a:pt x="59874" y="24498"/>
                      <a:pt x="59874" y="37071"/>
                    </a:cubicBezTo>
                    <a:cubicBezTo>
                      <a:pt x="59874" y="49644"/>
                      <a:pt x="49644" y="59874"/>
                      <a:pt x="37071" y="59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19">
                <a:extLst>
                  <a:ext uri="{FF2B5EF4-FFF2-40B4-BE49-F238E27FC236}">
                    <a16:creationId xmlns:a16="http://schemas.microsoft.com/office/drawing/2014/main" id="{20E950AB-D4D4-F7BD-365D-25D13CC42D12}"/>
                  </a:ext>
                </a:extLst>
              </p:cNvPr>
              <p:cNvSpPr/>
              <p:nvPr/>
            </p:nvSpPr>
            <p:spPr>
              <a:xfrm>
                <a:off x="-1221480" y="3515267"/>
                <a:ext cx="57978" cy="14287"/>
              </a:xfrm>
              <a:custGeom>
                <a:avLst/>
                <a:gdLst>
                  <a:gd name="connsiteX0" fmla="*/ 50835 w 57978"/>
                  <a:gd name="connsiteY0" fmla="*/ 0 h 14287"/>
                  <a:gd name="connsiteX1" fmla="*/ 7144 w 57978"/>
                  <a:gd name="connsiteY1" fmla="*/ 0 h 14287"/>
                  <a:gd name="connsiteX2" fmla="*/ 0 w 57978"/>
                  <a:gd name="connsiteY2" fmla="*/ 7144 h 14287"/>
                  <a:gd name="connsiteX3" fmla="*/ 7144 w 57978"/>
                  <a:gd name="connsiteY3" fmla="*/ 14288 h 14287"/>
                  <a:gd name="connsiteX4" fmla="*/ 50835 w 57978"/>
                  <a:gd name="connsiteY4" fmla="*/ 14288 h 14287"/>
                  <a:gd name="connsiteX5" fmla="*/ 57979 w 57978"/>
                  <a:gd name="connsiteY5" fmla="*/ 7144 h 14287"/>
                  <a:gd name="connsiteX6" fmla="*/ 50835 w 57978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78" h="14287">
                    <a:moveTo>
                      <a:pt x="50835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50835" y="14288"/>
                    </a:lnTo>
                    <a:cubicBezTo>
                      <a:pt x="54778" y="14288"/>
                      <a:pt x="57979" y="11087"/>
                      <a:pt x="57979" y="7144"/>
                    </a:cubicBezTo>
                    <a:cubicBezTo>
                      <a:pt x="57979" y="3200"/>
                      <a:pt x="54778" y="0"/>
                      <a:pt x="508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20">
                <a:extLst>
                  <a:ext uri="{FF2B5EF4-FFF2-40B4-BE49-F238E27FC236}">
                    <a16:creationId xmlns:a16="http://schemas.microsoft.com/office/drawing/2014/main" id="{F4A94911-F2A9-B7E7-70FC-ACE3C5DC5C51}"/>
                  </a:ext>
                </a:extLst>
              </p:cNvPr>
              <p:cNvSpPr/>
              <p:nvPr/>
            </p:nvSpPr>
            <p:spPr>
              <a:xfrm>
                <a:off x="-1199620" y="3545204"/>
                <a:ext cx="36118" cy="14287"/>
              </a:xfrm>
              <a:custGeom>
                <a:avLst/>
                <a:gdLst>
                  <a:gd name="connsiteX0" fmla="*/ 28975 w 36118"/>
                  <a:gd name="connsiteY0" fmla="*/ 0 h 14287"/>
                  <a:gd name="connsiteX1" fmla="*/ 7144 w 36118"/>
                  <a:gd name="connsiteY1" fmla="*/ 0 h 14287"/>
                  <a:gd name="connsiteX2" fmla="*/ 0 w 36118"/>
                  <a:gd name="connsiteY2" fmla="*/ 7144 h 14287"/>
                  <a:gd name="connsiteX3" fmla="*/ 7144 w 36118"/>
                  <a:gd name="connsiteY3" fmla="*/ 14288 h 14287"/>
                  <a:gd name="connsiteX4" fmla="*/ 28975 w 36118"/>
                  <a:gd name="connsiteY4" fmla="*/ 14288 h 14287"/>
                  <a:gd name="connsiteX5" fmla="*/ 36119 w 36118"/>
                  <a:gd name="connsiteY5" fmla="*/ 7144 h 14287"/>
                  <a:gd name="connsiteX6" fmla="*/ 28975 w 36118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118" h="14287">
                    <a:moveTo>
                      <a:pt x="28975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28975" y="14288"/>
                    </a:lnTo>
                    <a:cubicBezTo>
                      <a:pt x="32918" y="14288"/>
                      <a:pt x="36119" y="11087"/>
                      <a:pt x="36119" y="7144"/>
                    </a:cubicBezTo>
                    <a:cubicBezTo>
                      <a:pt x="36119" y="3200"/>
                      <a:pt x="32918" y="0"/>
                      <a:pt x="2897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21">
                <a:extLst>
                  <a:ext uri="{FF2B5EF4-FFF2-40B4-BE49-F238E27FC236}">
                    <a16:creationId xmlns:a16="http://schemas.microsoft.com/office/drawing/2014/main" id="{9D97BA7B-5137-47DF-DD54-43761D73C155}"/>
                  </a:ext>
                </a:extLst>
              </p:cNvPr>
              <p:cNvSpPr/>
              <p:nvPr/>
            </p:nvSpPr>
            <p:spPr>
              <a:xfrm>
                <a:off x="-1430211" y="3027235"/>
                <a:ext cx="195557" cy="59531"/>
              </a:xfrm>
              <a:custGeom>
                <a:avLst/>
                <a:gdLst>
                  <a:gd name="connsiteX0" fmla="*/ 165792 w 195557"/>
                  <a:gd name="connsiteY0" fmla="*/ 0 h 59531"/>
                  <a:gd name="connsiteX1" fmla="*/ 29766 w 195557"/>
                  <a:gd name="connsiteY1" fmla="*/ 0 h 59531"/>
                  <a:gd name="connsiteX2" fmla="*/ 0 w 195557"/>
                  <a:gd name="connsiteY2" fmla="*/ 29766 h 59531"/>
                  <a:gd name="connsiteX3" fmla="*/ 29766 w 195557"/>
                  <a:gd name="connsiteY3" fmla="*/ 59531 h 59531"/>
                  <a:gd name="connsiteX4" fmla="*/ 165792 w 195557"/>
                  <a:gd name="connsiteY4" fmla="*/ 59531 h 59531"/>
                  <a:gd name="connsiteX5" fmla="*/ 195558 w 195557"/>
                  <a:gd name="connsiteY5" fmla="*/ 29766 h 59531"/>
                  <a:gd name="connsiteX6" fmla="*/ 165792 w 195557"/>
                  <a:gd name="connsiteY6" fmla="*/ 0 h 59531"/>
                  <a:gd name="connsiteX7" fmla="*/ 14288 w 195557"/>
                  <a:gd name="connsiteY7" fmla="*/ 29766 h 59531"/>
                  <a:gd name="connsiteX8" fmla="*/ 29766 w 195557"/>
                  <a:gd name="connsiteY8" fmla="*/ 14288 h 59531"/>
                  <a:gd name="connsiteX9" fmla="*/ 90630 w 195557"/>
                  <a:gd name="connsiteY9" fmla="*/ 14288 h 59531"/>
                  <a:gd name="connsiteX10" fmla="*/ 90630 w 195557"/>
                  <a:gd name="connsiteY10" fmla="*/ 45244 h 59531"/>
                  <a:gd name="connsiteX11" fmla="*/ 29766 w 195557"/>
                  <a:gd name="connsiteY11" fmla="*/ 45244 h 59531"/>
                  <a:gd name="connsiteX12" fmla="*/ 14288 w 195557"/>
                  <a:gd name="connsiteY12" fmla="*/ 29766 h 59531"/>
                  <a:gd name="connsiteX13" fmla="*/ 165792 w 195557"/>
                  <a:gd name="connsiteY13" fmla="*/ 45244 h 59531"/>
                  <a:gd name="connsiteX14" fmla="*/ 104918 w 195557"/>
                  <a:gd name="connsiteY14" fmla="*/ 45244 h 59531"/>
                  <a:gd name="connsiteX15" fmla="*/ 104918 w 195557"/>
                  <a:gd name="connsiteY15" fmla="*/ 14288 h 59531"/>
                  <a:gd name="connsiteX16" fmla="*/ 165792 w 195557"/>
                  <a:gd name="connsiteY16" fmla="*/ 14288 h 59531"/>
                  <a:gd name="connsiteX17" fmla="*/ 181270 w 195557"/>
                  <a:gd name="connsiteY17" fmla="*/ 29766 h 59531"/>
                  <a:gd name="connsiteX18" fmla="*/ 165792 w 195557"/>
                  <a:gd name="connsiteY18" fmla="*/ 45244 h 59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5557" h="59531">
                    <a:moveTo>
                      <a:pt x="165792" y="0"/>
                    </a:moveTo>
                    <a:lnTo>
                      <a:pt x="29766" y="0"/>
                    </a:lnTo>
                    <a:cubicBezTo>
                      <a:pt x="13354" y="0"/>
                      <a:pt x="0" y="13354"/>
                      <a:pt x="0" y="29766"/>
                    </a:cubicBezTo>
                    <a:cubicBezTo>
                      <a:pt x="0" y="46177"/>
                      <a:pt x="13354" y="59531"/>
                      <a:pt x="29766" y="59531"/>
                    </a:cubicBezTo>
                    <a:lnTo>
                      <a:pt x="165792" y="59531"/>
                    </a:lnTo>
                    <a:cubicBezTo>
                      <a:pt x="182204" y="59531"/>
                      <a:pt x="195558" y="46177"/>
                      <a:pt x="195558" y="29766"/>
                    </a:cubicBezTo>
                    <a:cubicBezTo>
                      <a:pt x="195558" y="13354"/>
                      <a:pt x="182194" y="0"/>
                      <a:pt x="165792" y="0"/>
                    </a:cubicBezTo>
                    <a:close/>
                    <a:moveTo>
                      <a:pt x="14288" y="29766"/>
                    </a:moveTo>
                    <a:cubicBezTo>
                      <a:pt x="14288" y="21231"/>
                      <a:pt x="21231" y="14288"/>
                      <a:pt x="29766" y="14288"/>
                    </a:cubicBezTo>
                    <a:lnTo>
                      <a:pt x="90630" y="14288"/>
                    </a:lnTo>
                    <a:lnTo>
                      <a:pt x="90630" y="45244"/>
                    </a:lnTo>
                    <a:lnTo>
                      <a:pt x="29766" y="45244"/>
                    </a:lnTo>
                    <a:cubicBezTo>
                      <a:pt x="21231" y="45244"/>
                      <a:pt x="14288" y="38300"/>
                      <a:pt x="14288" y="29766"/>
                    </a:cubicBezTo>
                    <a:close/>
                    <a:moveTo>
                      <a:pt x="165792" y="45244"/>
                    </a:moveTo>
                    <a:lnTo>
                      <a:pt x="104918" y="45244"/>
                    </a:lnTo>
                    <a:lnTo>
                      <a:pt x="104918" y="14288"/>
                    </a:lnTo>
                    <a:lnTo>
                      <a:pt x="165792" y="14288"/>
                    </a:lnTo>
                    <a:cubicBezTo>
                      <a:pt x="174327" y="14288"/>
                      <a:pt x="181270" y="21231"/>
                      <a:pt x="181270" y="29766"/>
                    </a:cubicBezTo>
                    <a:cubicBezTo>
                      <a:pt x="181270" y="38300"/>
                      <a:pt x="174327" y="45244"/>
                      <a:pt x="165792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6B063EB-48FA-116C-55AF-EE7B267F8B2B}"/>
              </a:ext>
            </a:extLst>
          </p:cNvPr>
          <p:cNvGrpSpPr/>
          <p:nvPr/>
        </p:nvGrpSpPr>
        <p:grpSpPr>
          <a:xfrm>
            <a:off x="2568773" y="2269788"/>
            <a:ext cx="702195" cy="477231"/>
            <a:chOff x="1192331" y="4918169"/>
            <a:chExt cx="702195" cy="47723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219D964-A833-D5DB-33FA-F334682FEA98}"/>
                </a:ext>
              </a:extLst>
            </p:cNvPr>
            <p:cNvSpPr>
              <a:spLocks/>
            </p:cNvSpPr>
            <p:nvPr/>
          </p:nvSpPr>
          <p:spPr>
            <a:xfrm>
              <a:off x="1192331" y="4918169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Applications</a:t>
              </a:r>
            </a:p>
          </p:txBody>
        </p:sp>
        <p:grpSp>
          <p:nvGrpSpPr>
            <p:cNvPr id="31" name="Graphic 243">
              <a:extLst>
                <a:ext uri="{FF2B5EF4-FFF2-40B4-BE49-F238E27FC236}">
                  <a16:creationId xmlns:a16="http://schemas.microsoft.com/office/drawing/2014/main" id="{49FA26FC-BA3C-D440-DCE1-44AF551C95E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36226" y="5116000"/>
              <a:ext cx="214406" cy="279400"/>
              <a:chOff x="-1950604" y="2362747"/>
              <a:chExt cx="1118893" cy="1458067"/>
            </a:xfrm>
            <a:solidFill>
              <a:schemeClr val="bg1"/>
            </a:solidFill>
          </p:grpSpPr>
          <p:sp>
            <p:nvSpPr>
              <p:cNvPr id="33" name="Freeform: Shape 228">
                <a:extLst>
                  <a:ext uri="{FF2B5EF4-FFF2-40B4-BE49-F238E27FC236}">
                    <a16:creationId xmlns:a16="http://schemas.microsoft.com/office/drawing/2014/main" id="{C5E0D523-9AB9-DC36-CFDE-F003F63D99E0}"/>
                  </a:ext>
                </a:extLst>
              </p:cNvPr>
              <p:cNvSpPr/>
              <p:nvPr/>
            </p:nvSpPr>
            <p:spPr>
              <a:xfrm>
                <a:off x="-1625772" y="3571548"/>
                <a:ext cx="95194" cy="201598"/>
              </a:xfrm>
              <a:custGeom>
                <a:avLst/>
                <a:gdLst>
                  <a:gd name="connsiteX0" fmla="*/ 12797 w 95194"/>
                  <a:gd name="connsiteY0" fmla="*/ 201599 h 201598"/>
                  <a:gd name="connsiteX1" fmla="*/ 8062 w 95194"/>
                  <a:gd name="connsiteY1" fmla="*/ 200666 h 201598"/>
                  <a:gd name="connsiteX2" fmla="*/ 901 w 95194"/>
                  <a:gd name="connsiteY2" fmla="*/ 184081 h 201598"/>
                  <a:gd name="connsiteX3" fmla="*/ 70516 w 95194"/>
                  <a:gd name="connsiteY3" fmla="*/ 8093 h 201598"/>
                  <a:gd name="connsiteX4" fmla="*/ 87096 w 95194"/>
                  <a:gd name="connsiteY4" fmla="*/ 899 h 201598"/>
                  <a:gd name="connsiteX5" fmla="*/ 94290 w 95194"/>
                  <a:gd name="connsiteY5" fmla="*/ 17484 h 201598"/>
                  <a:gd name="connsiteX6" fmla="*/ 24681 w 95194"/>
                  <a:gd name="connsiteY6" fmla="*/ 193506 h 201598"/>
                  <a:gd name="connsiteX7" fmla="*/ 12797 w 95194"/>
                  <a:gd name="connsiteY7" fmla="*/ 201599 h 20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5194" h="201598">
                    <a:moveTo>
                      <a:pt x="12797" y="201599"/>
                    </a:moveTo>
                    <a:cubicBezTo>
                      <a:pt x="11238" y="201599"/>
                      <a:pt x="9627" y="201299"/>
                      <a:pt x="8062" y="200666"/>
                    </a:cubicBezTo>
                    <a:cubicBezTo>
                      <a:pt x="1512" y="198101"/>
                      <a:pt x="-1696" y="190642"/>
                      <a:pt x="901" y="184081"/>
                    </a:cubicBezTo>
                    <a:lnTo>
                      <a:pt x="70516" y="8093"/>
                    </a:lnTo>
                    <a:cubicBezTo>
                      <a:pt x="73107" y="1531"/>
                      <a:pt x="80535" y="-1700"/>
                      <a:pt x="87096" y="899"/>
                    </a:cubicBezTo>
                    <a:cubicBezTo>
                      <a:pt x="93700" y="3496"/>
                      <a:pt x="96891" y="10924"/>
                      <a:pt x="94290" y="17484"/>
                    </a:cubicBezTo>
                    <a:lnTo>
                      <a:pt x="24681" y="193506"/>
                    </a:lnTo>
                    <a:cubicBezTo>
                      <a:pt x="22690" y="198534"/>
                      <a:pt x="17854" y="201599"/>
                      <a:pt x="12797" y="2015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229">
                <a:extLst>
                  <a:ext uri="{FF2B5EF4-FFF2-40B4-BE49-F238E27FC236}">
                    <a16:creationId xmlns:a16="http://schemas.microsoft.com/office/drawing/2014/main" id="{94605807-FB32-3247-390B-239B39AB2854}"/>
                  </a:ext>
                </a:extLst>
              </p:cNvPr>
              <p:cNvSpPr/>
              <p:nvPr/>
            </p:nvSpPr>
            <p:spPr>
              <a:xfrm>
                <a:off x="-1556153" y="3571548"/>
                <a:ext cx="95216" cy="201599"/>
              </a:xfrm>
              <a:custGeom>
                <a:avLst/>
                <a:gdLst>
                  <a:gd name="connsiteX0" fmla="*/ 82431 w 95216"/>
                  <a:gd name="connsiteY0" fmla="*/ 201599 h 201599"/>
                  <a:gd name="connsiteX1" fmla="*/ 70535 w 95216"/>
                  <a:gd name="connsiteY1" fmla="*/ 193506 h 201599"/>
                  <a:gd name="connsiteX2" fmla="*/ 897 w 95216"/>
                  <a:gd name="connsiteY2" fmla="*/ 17484 h 201599"/>
                  <a:gd name="connsiteX3" fmla="*/ 8084 w 95216"/>
                  <a:gd name="connsiteY3" fmla="*/ 899 h 201599"/>
                  <a:gd name="connsiteX4" fmla="*/ 24672 w 95216"/>
                  <a:gd name="connsiteY4" fmla="*/ 8093 h 201599"/>
                  <a:gd name="connsiteX5" fmla="*/ 94315 w 95216"/>
                  <a:gd name="connsiteY5" fmla="*/ 184081 h 201599"/>
                  <a:gd name="connsiteX6" fmla="*/ 87121 w 95216"/>
                  <a:gd name="connsiteY6" fmla="*/ 200667 h 201599"/>
                  <a:gd name="connsiteX7" fmla="*/ 82431 w 95216"/>
                  <a:gd name="connsiteY7" fmla="*/ 201599 h 201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5216" h="201599">
                    <a:moveTo>
                      <a:pt x="82431" y="201599"/>
                    </a:moveTo>
                    <a:cubicBezTo>
                      <a:pt x="77332" y="201599"/>
                      <a:pt x="72499" y="198535"/>
                      <a:pt x="70535" y="193506"/>
                    </a:cubicBezTo>
                    <a:lnTo>
                      <a:pt x="897" y="17484"/>
                    </a:lnTo>
                    <a:cubicBezTo>
                      <a:pt x="-1696" y="10923"/>
                      <a:pt x="1524" y="3496"/>
                      <a:pt x="8084" y="899"/>
                    </a:cubicBezTo>
                    <a:cubicBezTo>
                      <a:pt x="14655" y="-1700"/>
                      <a:pt x="22074" y="1531"/>
                      <a:pt x="24672" y="8093"/>
                    </a:cubicBezTo>
                    <a:lnTo>
                      <a:pt x="94315" y="184081"/>
                    </a:lnTo>
                    <a:cubicBezTo>
                      <a:pt x="96922" y="190642"/>
                      <a:pt x="93680" y="198103"/>
                      <a:pt x="87121" y="200667"/>
                    </a:cubicBezTo>
                    <a:cubicBezTo>
                      <a:pt x="85591" y="201299"/>
                      <a:pt x="83990" y="201599"/>
                      <a:pt x="82431" y="2015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230">
                <a:extLst>
                  <a:ext uri="{FF2B5EF4-FFF2-40B4-BE49-F238E27FC236}">
                    <a16:creationId xmlns:a16="http://schemas.microsoft.com/office/drawing/2014/main" id="{58AAB2F6-79BB-071C-9C7A-637205EE67CB}"/>
                  </a:ext>
                </a:extLst>
              </p:cNvPr>
              <p:cNvSpPr/>
              <p:nvPr/>
            </p:nvSpPr>
            <p:spPr>
              <a:xfrm>
                <a:off x="-1599124" y="3680531"/>
                <a:ext cx="111508" cy="25578"/>
              </a:xfrm>
              <a:custGeom>
                <a:avLst/>
                <a:gdLst>
                  <a:gd name="connsiteX0" fmla="*/ 98721 w 111508"/>
                  <a:gd name="connsiteY0" fmla="*/ 25579 h 25578"/>
                  <a:gd name="connsiteX1" fmla="*/ 12798 w 111508"/>
                  <a:gd name="connsiteY1" fmla="*/ 25579 h 25578"/>
                  <a:gd name="connsiteX2" fmla="*/ 0 w 111508"/>
                  <a:gd name="connsiteY2" fmla="*/ 12790 h 25578"/>
                  <a:gd name="connsiteX3" fmla="*/ 12789 w 111508"/>
                  <a:gd name="connsiteY3" fmla="*/ 1 h 25578"/>
                  <a:gd name="connsiteX4" fmla="*/ 98721 w 111508"/>
                  <a:gd name="connsiteY4" fmla="*/ 0 h 25578"/>
                  <a:gd name="connsiteX5" fmla="*/ 111508 w 111508"/>
                  <a:gd name="connsiteY5" fmla="*/ 12790 h 25578"/>
                  <a:gd name="connsiteX6" fmla="*/ 98721 w 111508"/>
                  <a:gd name="connsiteY6" fmla="*/ 25579 h 25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508" h="25578">
                    <a:moveTo>
                      <a:pt x="98721" y="25579"/>
                    </a:moveTo>
                    <a:lnTo>
                      <a:pt x="12798" y="25579"/>
                    </a:lnTo>
                    <a:cubicBezTo>
                      <a:pt x="5738" y="25579"/>
                      <a:pt x="0" y="19851"/>
                      <a:pt x="0" y="12790"/>
                    </a:cubicBezTo>
                    <a:cubicBezTo>
                      <a:pt x="13" y="5727"/>
                      <a:pt x="5727" y="1"/>
                      <a:pt x="12789" y="1"/>
                    </a:cubicBezTo>
                    <a:lnTo>
                      <a:pt x="98721" y="0"/>
                    </a:lnTo>
                    <a:cubicBezTo>
                      <a:pt x="105781" y="0"/>
                      <a:pt x="111508" y="5729"/>
                      <a:pt x="111508" y="12790"/>
                    </a:cubicBezTo>
                    <a:cubicBezTo>
                      <a:pt x="111521" y="19850"/>
                      <a:pt x="105777" y="25579"/>
                      <a:pt x="98721" y="25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231">
                <a:extLst>
                  <a:ext uri="{FF2B5EF4-FFF2-40B4-BE49-F238E27FC236}">
                    <a16:creationId xmlns:a16="http://schemas.microsoft.com/office/drawing/2014/main" id="{F52DEDD8-D910-5794-903F-61F4B0741228}"/>
                  </a:ext>
                </a:extLst>
              </p:cNvPr>
              <p:cNvSpPr/>
              <p:nvPr/>
            </p:nvSpPr>
            <p:spPr>
              <a:xfrm>
                <a:off x="-1428367" y="3571682"/>
                <a:ext cx="119600" cy="113438"/>
              </a:xfrm>
              <a:custGeom>
                <a:avLst/>
                <a:gdLst>
                  <a:gd name="connsiteX0" fmla="*/ 25579 w 119600"/>
                  <a:gd name="connsiteY0" fmla="*/ 87860 h 113438"/>
                  <a:gd name="connsiteX1" fmla="*/ 62883 w 119600"/>
                  <a:gd name="connsiteY1" fmla="*/ 87860 h 113438"/>
                  <a:gd name="connsiteX2" fmla="*/ 94023 w 119600"/>
                  <a:gd name="connsiteY2" fmla="*/ 56720 h 113438"/>
                  <a:gd name="connsiteX3" fmla="*/ 62883 w 119600"/>
                  <a:gd name="connsiteY3" fmla="*/ 25579 h 113438"/>
                  <a:gd name="connsiteX4" fmla="*/ 25579 w 119600"/>
                  <a:gd name="connsiteY4" fmla="*/ 25578 h 113438"/>
                  <a:gd name="connsiteX5" fmla="*/ 25579 w 119600"/>
                  <a:gd name="connsiteY5" fmla="*/ 87860 h 113438"/>
                  <a:gd name="connsiteX6" fmla="*/ 62883 w 119600"/>
                  <a:gd name="connsiteY6" fmla="*/ 113439 h 113438"/>
                  <a:gd name="connsiteX7" fmla="*/ 12795 w 119600"/>
                  <a:gd name="connsiteY7" fmla="*/ 113439 h 113438"/>
                  <a:gd name="connsiteX8" fmla="*/ 0 w 119600"/>
                  <a:gd name="connsiteY8" fmla="*/ 100651 h 113438"/>
                  <a:gd name="connsiteX9" fmla="*/ 10 w 119600"/>
                  <a:gd name="connsiteY9" fmla="*/ 12787 h 113438"/>
                  <a:gd name="connsiteX10" fmla="*/ 12791 w 119600"/>
                  <a:gd name="connsiteY10" fmla="*/ 1 h 113438"/>
                  <a:gd name="connsiteX11" fmla="*/ 62883 w 119600"/>
                  <a:gd name="connsiteY11" fmla="*/ 0 h 113438"/>
                  <a:gd name="connsiteX12" fmla="*/ 119601 w 119600"/>
                  <a:gd name="connsiteY12" fmla="*/ 56720 h 113438"/>
                  <a:gd name="connsiteX13" fmla="*/ 62883 w 119600"/>
                  <a:gd name="connsiteY13" fmla="*/ 113439 h 11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9600" h="113438">
                    <a:moveTo>
                      <a:pt x="25579" y="87860"/>
                    </a:moveTo>
                    <a:lnTo>
                      <a:pt x="62883" y="87860"/>
                    </a:lnTo>
                    <a:cubicBezTo>
                      <a:pt x="80073" y="87860"/>
                      <a:pt x="94023" y="73906"/>
                      <a:pt x="94023" y="56720"/>
                    </a:cubicBezTo>
                    <a:cubicBezTo>
                      <a:pt x="94027" y="39567"/>
                      <a:pt x="80069" y="25579"/>
                      <a:pt x="62883" y="25579"/>
                    </a:cubicBezTo>
                    <a:lnTo>
                      <a:pt x="25579" y="25578"/>
                    </a:lnTo>
                    <a:lnTo>
                      <a:pt x="25579" y="87860"/>
                    </a:lnTo>
                    <a:close/>
                    <a:moveTo>
                      <a:pt x="62883" y="113439"/>
                    </a:moveTo>
                    <a:lnTo>
                      <a:pt x="12795" y="113439"/>
                    </a:lnTo>
                    <a:cubicBezTo>
                      <a:pt x="5735" y="113439"/>
                      <a:pt x="0" y="107712"/>
                      <a:pt x="0" y="100651"/>
                    </a:cubicBezTo>
                    <a:lnTo>
                      <a:pt x="10" y="12787"/>
                    </a:lnTo>
                    <a:cubicBezTo>
                      <a:pt x="10" y="5728"/>
                      <a:pt x="5731" y="1"/>
                      <a:pt x="12791" y="1"/>
                    </a:cubicBezTo>
                    <a:lnTo>
                      <a:pt x="62883" y="0"/>
                    </a:lnTo>
                    <a:cubicBezTo>
                      <a:pt x="94163" y="0"/>
                      <a:pt x="119601" y="25446"/>
                      <a:pt x="119601" y="56720"/>
                    </a:cubicBezTo>
                    <a:cubicBezTo>
                      <a:pt x="119612" y="87994"/>
                      <a:pt x="94156" y="113440"/>
                      <a:pt x="62883" y="1134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232">
                <a:extLst>
                  <a:ext uri="{FF2B5EF4-FFF2-40B4-BE49-F238E27FC236}">
                    <a16:creationId xmlns:a16="http://schemas.microsoft.com/office/drawing/2014/main" id="{B248F696-A3E9-CE24-212E-52B8FEAF35EE}"/>
                  </a:ext>
                </a:extLst>
              </p:cNvPr>
              <p:cNvSpPr/>
              <p:nvPr/>
            </p:nvSpPr>
            <p:spPr>
              <a:xfrm>
                <a:off x="-1428367" y="3659545"/>
                <a:ext cx="25579" cy="113439"/>
              </a:xfrm>
              <a:custGeom>
                <a:avLst/>
                <a:gdLst>
                  <a:gd name="connsiteX0" fmla="*/ 12795 w 25579"/>
                  <a:gd name="connsiteY0" fmla="*/ 113440 h 113439"/>
                  <a:gd name="connsiteX1" fmla="*/ 0 w 25579"/>
                  <a:gd name="connsiteY1" fmla="*/ 100651 h 113439"/>
                  <a:gd name="connsiteX2" fmla="*/ 10 w 25579"/>
                  <a:gd name="connsiteY2" fmla="*/ 12789 h 113439"/>
                  <a:gd name="connsiteX3" fmla="*/ 12791 w 25579"/>
                  <a:gd name="connsiteY3" fmla="*/ 0 h 113439"/>
                  <a:gd name="connsiteX4" fmla="*/ 25579 w 25579"/>
                  <a:gd name="connsiteY4" fmla="*/ 12790 h 113439"/>
                  <a:gd name="connsiteX5" fmla="*/ 25579 w 25579"/>
                  <a:gd name="connsiteY5" fmla="*/ 100650 h 113439"/>
                  <a:gd name="connsiteX6" fmla="*/ 12795 w 25579"/>
                  <a:gd name="connsiteY6" fmla="*/ 113440 h 113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579" h="113439">
                    <a:moveTo>
                      <a:pt x="12795" y="113440"/>
                    </a:moveTo>
                    <a:cubicBezTo>
                      <a:pt x="5735" y="113440"/>
                      <a:pt x="0" y="107711"/>
                      <a:pt x="0" y="100651"/>
                    </a:cubicBezTo>
                    <a:lnTo>
                      <a:pt x="10" y="12789"/>
                    </a:lnTo>
                    <a:cubicBezTo>
                      <a:pt x="10" y="5727"/>
                      <a:pt x="5731" y="0"/>
                      <a:pt x="12791" y="0"/>
                    </a:cubicBezTo>
                    <a:cubicBezTo>
                      <a:pt x="19855" y="0"/>
                      <a:pt x="25579" y="5729"/>
                      <a:pt x="25579" y="12790"/>
                    </a:cubicBezTo>
                    <a:lnTo>
                      <a:pt x="25579" y="100650"/>
                    </a:lnTo>
                    <a:cubicBezTo>
                      <a:pt x="25579" y="107711"/>
                      <a:pt x="19851" y="113441"/>
                      <a:pt x="12795" y="1134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233">
                <a:extLst>
                  <a:ext uri="{FF2B5EF4-FFF2-40B4-BE49-F238E27FC236}">
                    <a16:creationId xmlns:a16="http://schemas.microsoft.com/office/drawing/2014/main" id="{A4AB5965-229A-7AD8-11D9-C861976CADFD}"/>
                  </a:ext>
                </a:extLst>
              </p:cNvPr>
              <p:cNvSpPr/>
              <p:nvPr/>
            </p:nvSpPr>
            <p:spPr>
              <a:xfrm>
                <a:off x="-1276191" y="3571682"/>
                <a:ext cx="119633" cy="113438"/>
              </a:xfrm>
              <a:custGeom>
                <a:avLst/>
                <a:gdLst>
                  <a:gd name="connsiteX0" fmla="*/ 25587 w 119633"/>
                  <a:gd name="connsiteY0" fmla="*/ 87860 h 113438"/>
                  <a:gd name="connsiteX1" fmla="*/ 62920 w 119633"/>
                  <a:gd name="connsiteY1" fmla="*/ 87860 h 113438"/>
                  <a:gd name="connsiteX2" fmla="*/ 94055 w 119633"/>
                  <a:gd name="connsiteY2" fmla="*/ 56720 h 113438"/>
                  <a:gd name="connsiteX3" fmla="*/ 62911 w 119633"/>
                  <a:gd name="connsiteY3" fmla="*/ 25579 h 113438"/>
                  <a:gd name="connsiteX4" fmla="*/ 25587 w 119633"/>
                  <a:gd name="connsiteY4" fmla="*/ 25578 h 113438"/>
                  <a:gd name="connsiteX5" fmla="*/ 25587 w 119633"/>
                  <a:gd name="connsiteY5" fmla="*/ 87860 h 113438"/>
                  <a:gd name="connsiteX6" fmla="*/ 62920 w 119633"/>
                  <a:gd name="connsiteY6" fmla="*/ 113439 h 113438"/>
                  <a:gd name="connsiteX7" fmla="*/ 12786 w 119633"/>
                  <a:gd name="connsiteY7" fmla="*/ 113439 h 113438"/>
                  <a:gd name="connsiteX8" fmla="*/ 0 w 119633"/>
                  <a:gd name="connsiteY8" fmla="*/ 100651 h 113438"/>
                  <a:gd name="connsiteX9" fmla="*/ 4 w 119633"/>
                  <a:gd name="connsiteY9" fmla="*/ 12787 h 113438"/>
                  <a:gd name="connsiteX10" fmla="*/ 12786 w 119633"/>
                  <a:gd name="connsiteY10" fmla="*/ 1 h 113438"/>
                  <a:gd name="connsiteX11" fmla="*/ 62920 w 119633"/>
                  <a:gd name="connsiteY11" fmla="*/ 0 h 113438"/>
                  <a:gd name="connsiteX12" fmla="*/ 119633 w 119633"/>
                  <a:gd name="connsiteY12" fmla="*/ 56720 h 113438"/>
                  <a:gd name="connsiteX13" fmla="*/ 62920 w 119633"/>
                  <a:gd name="connsiteY13" fmla="*/ 113439 h 11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9633" h="113438">
                    <a:moveTo>
                      <a:pt x="25587" y="87860"/>
                    </a:moveTo>
                    <a:lnTo>
                      <a:pt x="62920" y="87860"/>
                    </a:lnTo>
                    <a:cubicBezTo>
                      <a:pt x="80113" y="87860"/>
                      <a:pt x="94055" y="73906"/>
                      <a:pt x="94055" y="56720"/>
                    </a:cubicBezTo>
                    <a:cubicBezTo>
                      <a:pt x="94066" y="39567"/>
                      <a:pt x="80098" y="25579"/>
                      <a:pt x="62911" y="25579"/>
                    </a:cubicBezTo>
                    <a:lnTo>
                      <a:pt x="25587" y="25578"/>
                    </a:lnTo>
                    <a:lnTo>
                      <a:pt x="25587" y="87860"/>
                    </a:lnTo>
                    <a:close/>
                    <a:moveTo>
                      <a:pt x="62920" y="113439"/>
                    </a:moveTo>
                    <a:lnTo>
                      <a:pt x="12786" y="113439"/>
                    </a:lnTo>
                    <a:cubicBezTo>
                      <a:pt x="5728" y="113439"/>
                      <a:pt x="0" y="107712"/>
                      <a:pt x="0" y="100651"/>
                    </a:cubicBezTo>
                    <a:lnTo>
                      <a:pt x="4" y="12787"/>
                    </a:lnTo>
                    <a:cubicBezTo>
                      <a:pt x="4" y="5728"/>
                      <a:pt x="5725" y="1"/>
                      <a:pt x="12786" y="1"/>
                    </a:cubicBezTo>
                    <a:lnTo>
                      <a:pt x="62920" y="0"/>
                    </a:lnTo>
                    <a:cubicBezTo>
                      <a:pt x="94200" y="0"/>
                      <a:pt x="119633" y="25446"/>
                      <a:pt x="119633" y="56720"/>
                    </a:cubicBezTo>
                    <a:cubicBezTo>
                      <a:pt x="119633" y="87994"/>
                      <a:pt x="94187" y="113440"/>
                      <a:pt x="62920" y="1134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234">
                <a:extLst>
                  <a:ext uri="{FF2B5EF4-FFF2-40B4-BE49-F238E27FC236}">
                    <a16:creationId xmlns:a16="http://schemas.microsoft.com/office/drawing/2014/main" id="{CCD0E69E-A066-1E8D-8576-60BA88FC5F78}"/>
                  </a:ext>
                </a:extLst>
              </p:cNvPr>
              <p:cNvSpPr/>
              <p:nvPr/>
            </p:nvSpPr>
            <p:spPr>
              <a:xfrm>
                <a:off x="-1276192" y="3659545"/>
                <a:ext cx="25587" cy="113439"/>
              </a:xfrm>
              <a:custGeom>
                <a:avLst/>
                <a:gdLst>
                  <a:gd name="connsiteX0" fmla="*/ 12786 w 25587"/>
                  <a:gd name="connsiteY0" fmla="*/ 113440 h 113439"/>
                  <a:gd name="connsiteX1" fmla="*/ 0 w 25587"/>
                  <a:gd name="connsiteY1" fmla="*/ 100651 h 113439"/>
                  <a:gd name="connsiteX2" fmla="*/ 4 w 25587"/>
                  <a:gd name="connsiteY2" fmla="*/ 12789 h 113439"/>
                  <a:gd name="connsiteX3" fmla="*/ 12786 w 25587"/>
                  <a:gd name="connsiteY3" fmla="*/ 0 h 113439"/>
                  <a:gd name="connsiteX4" fmla="*/ 25578 w 25587"/>
                  <a:gd name="connsiteY4" fmla="*/ 12790 h 113439"/>
                  <a:gd name="connsiteX5" fmla="*/ 25587 w 25587"/>
                  <a:gd name="connsiteY5" fmla="*/ 100650 h 113439"/>
                  <a:gd name="connsiteX6" fmla="*/ 12786 w 25587"/>
                  <a:gd name="connsiteY6" fmla="*/ 113440 h 113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587" h="113439">
                    <a:moveTo>
                      <a:pt x="12786" y="113440"/>
                    </a:moveTo>
                    <a:cubicBezTo>
                      <a:pt x="5728" y="113440"/>
                      <a:pt x="0" y="107711"/>
                      <a:pt x="0" y="100651"/>
                    </a:cubicBezTo>
                    <a:lnTo>
                      <a:pt x="4" y="12789"/>
                    </a:lnTo>
                    <a:cubicBezTo>
                      <a:pt x="4" y="5727"/>
                      <a:pt x="5725" y="0"/>
                      <a:pt x="12786" y="0"/>
                    </a:cubicBezTo>
                    <a:cubicBezTo>
                      <a:pt x="19890" y="0"/>
                      <a:pt x="25578" y="5729"/>
                      <a:pt x="25578" y="12790"/>
                    </a:cubicBezTo>
                    <a:lnTo>
                      <a:pt x="25587" y="100650"/>
                    </a:lnTo>
                    <a:cubicBezTo>
                      <a:pt x="25587" y="107711"/>
                      <a:pt x="19883" y="113441"/>
                      <a:pt x="12786" y="1134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235">
                <a:extLst>
                  <a:ext uri="{FF2B5EF4-FFF2-40B4-BE49-F238E27FC236}">
                    <a16:creationId xmlns:a16="http://schemas.microsoft.com/office/drawing/2014/main" id="{4B0B6A8C-A3D3-A989-ABD0-D1E70F7740E2}"/>
                  </a:ext>
                </a:extLst>
              </p:cNvPr>
              <p:cNvSpPr/>
              <p:nvPr/>
            </p:nvSpPr>
            <p:spPr>
              <a:xfrm>
                <a:off x="-1950604" y="2362747"/>
                <a:ext cx="1118884" cy="1458063"/>
              </a:xfrm>
              <a:custGeom>
                <a:avLst/>
                <a:gdLst>
                  <a:gd name="connsiteX0" fmla="*/ 1106089 w 1118884"/>
                  <a:gd name="connsiteY0" fmla="*/ 1458063 h 1458063"/>
                  <a:gd name="connsiteX1" fmla="*/ 12800 w 1118884"/>
                  <a:gd name="connsiteY1" fmla="*/ 1458063 h 1458063"/>
                  <a:gd name="connsiteX2" fmla="*/ 0 w 1118884"/>
                  <a:gd name="connsiteY2" fmla="*/ 1445274 h 1458063"/>
                  <a:gd name="connsiteX3" fmla="*/ 2 w 1118884"/>
                  <a:gd name="connsiteY3" fmla="*/ 12790 h 1458063"/>
                  <a:gd name="connsiteX4" fmla="*/ 12788 w 1118884"/>
                  <a:gd name="connsiteY4" fmla="*/ 1 h 1458063"/>
                  <a:gd name="connsiteX5" fmla="*/ 775369 w 1118884"/>
                  <a:gd name="connsiteY5" fmla="*/ 0 h 1458063"/>
                  <a:gd name="connsiteX6" fmla="*/ 788149 w 1118884"/>
                  <a:gd name="connsiteY6" fmla="*/ 12790 h 1458063"/>
                  <a:gd name="connsiteX7" fmla="*/ 775358 w 1118884"/>
                  <a:gd name="connsiteY7" fmla="*/ 25579 h 1458063"/>
                  <a:gd name="connsiteX8" fmla="*/ 25587 w 1118884"/>
                  <a:gd name="connsiteY8" fmla="*/ 25579 h 1458063"/>
                  <a:gd name="connsiteX9" fmla="*/ 25587 w 1118884"/>
                  <a:gd name="connsiteY9" fmla="*/ 1432479 h 1458063"/>
                  <a:gd name="connsiteX10" fmla="*/ 1093302 w 1118884"/>
                  <a:gd name="connsiteY10" fmla="*/ 1432479 h 1458063"/>
                  <a:gd name="connsiteX11" fmla="*/ 1093302 w 1118884"/>
                  <a:gd name="connsiteY11" fmla="*/ 343543 h 1458063"/>
                  <a:gd name="connsiteX12" fmla="*/ 1106082 w 1118884"/>
                  <a:gd name="connsiteY12" fmla="*/ 330754 h 1458063"/>
                  <a:gd name="connsiteX13" fmla="*/ 1118873 w 1118884"/>
                  <a:gd name="connsiteY13" fmla="*/ 343544 h 1458063"/>
                  <a:gd name="connsiteX14" fmla="*/ 1118885 w 1118884"/>
                  <a:gd name="connsiteY14" fmla="*/ 1445263 h 1458063"/>
                  <a:gd name="connsiteX15" fmla="*/ 1106086 w 1118884"/>
                  <a:gd name="connsiteY15" fmla="*/ 1458052 h 1458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18884" h="1458063">
                    <a:moveTo>
                      <a:pt x="1106089" y="1458063"/>
                    </a:moveTo>
                    <a:lnTo>
                      <a:pt x="12800" y="1458063"/>
                    </a:lnTo>
                    <a:cubicBezTo>
                      <a:pt x="5697" y="1458063"/>
                      <a:pt x="0" y="1452368"/>
                      <a:pt x="0" y="1445274"/>
                    </a:cubicBezTo>
                    <a:lnTo>
                      <a:pt x="2" y="12790"/>
                    </a:lnTo>
                    <a:cubicBezTo>
                      <a:pt x="2" y="5729"/>
                      <a:pt x="5695" y="1"/>
                      <a:pt x="12788" y="1"/>
                    </a:cubicBezTo>
                    <a:lnTo>
                      <a:pt x="775369" y="0"/>
                    </a:lnTo>
                    <a:cubicBezTo>
                      <a:pt x="782429" y="0"/>
                      <a:pt x="788149" y="5729"/>
                      <a:pt x="788149" y="12790"/>
                    </a:cubicBezTo>
                    <a:cubicBezTo>
                      <a:pt x="788157" y="19851"/>
                      <a:pt x="782420" y="25579"/>
                      <a:pt x="775358" y="25579"/>
                    </a:cubicBezTo>
                    <a:lnTo>
                      <a:pt x="25587" y="25579"/>
                    </a:lnTo>
                    <a:lnTo>
                      <a:pt x="25587" y="1432479"/>
                    </a:lnTo>
                    <a:lnTo>
                      <a:pt x="1093302" y="1432479"/>
                    </a:lnTo>
                    <a:lnTo>
                      <a:pt x="1093302" y="343543"/>
                    </a:lnTo>
                    <a:cubicBezTo>
                      <a:pt x="1093302" y="336449"/>
                      <a:pt x="1099022" y="330754"/>
                      <a:pt x="1106082" y="330754"/>
                    </a:cubicBezTo>
                    <a:cubicBezTo>
                      <a:pt x="1113190" y="330753"/>
                      <a:pt x="1118873" y="336450"/>
                      <a:pt x="1118873" y="343544"/>
                    </a:cubicBezTo>
                    <a:lnTo>
                      <a:pt x="1118885" y="1445263"/>
                    </a:lnTo>
                    <a:cubicBezTo>
                      <a:pt x="1118885" y="1452357"/>
                      <a:pt x="1113178" y="1458052"/>
                      <a:pt x="1106086" y="14580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" name="Freeform: Shape 236">
                <a:extLst>
                  <a:ext uri="{FF2B5EF4-FFF2-40B4-BE49-F238E27FC236}">
                    <a16:creationId xmlns:a16="http://schemas.microsoft.com/office/drawing/2014/main" id="{601EE14A-63A6-0446-78BD-844F9E3B0663}"/>
                  </a:ext>
                </a:extLst>
              </p:cNvPr>
              <p:cNvSpPr/>
              <p:nvPr/>
            </p:nvSpPr>
            <p:spPr>
              <a:xfrm>
                <a:off x="-1188027" y="2362755"/>
                <a:ext cx="356316" cy="356300"/>
              </a:xfrm>
              <a:custGeom>
                <a:avLst/>
                <a:gdLst>
                  <a:gd name="connsiteX0" fmla="*/ 25587 w 356316"/>
                  <a:gd name="connsiteY0" fmla="*/ 43660 h 356300"/>
                  <a:gd name="connsiteX1" fmla="*/ 25587 w 356316"/>
                  <a:gd name="connsiteY1" fmla="*/ 303579 h 356300"/>
                  <a:gd name="connsiteX2" fmla="*/ 52758 w 356316"/>
                  <a:gd name="connsiteY2" fmla="*/ 330756 h 356300"/>
                  <a:gd name="connsiteX3" fmla="*/ 312643 w 356316"/>
                  <a:gd name="connsiteY3" fmla="*/ 330755 h 356300"/>
                  <a:gd name="connsiteX4" fmla="*/ 25587 w 356316"/>
                  <a:gd name="connsiteY4" fmla="*/ 43660 h 356300"/>
                  <a:gd name="connsiteX5" fmla="*/ 356317 w 356316"/>
                  <a:gd name="connsiteY5" fmla="*/ 343980 h 356300"/>
                  <a:gd name="connsiteX6" fmla="*/ 356317 w 356316"/>
                  <a:gd name="connsiteY6" fmla="*/ 343038 h 356300"/>
                  <a:gd name="connsiteX7" fmla="*/ 352585 w 356316"/>
                  <a:gd name="connsiteY7" fmla="*/ 334485 h 356300"/>
                  <a:gd name="connsiteX8" fmla="*/ 21848 w 356316"/>
                  <a:gd name="connsiteY8" fmla="*/ 3760 h 356300"/>
                  <a:gd name="connsiteX9" fmla="*/ 7894 w 356316"/>
                  <a:gd name="connsiteY9" fmla="*/ 962 h 356300"/>
                  <a:gd name="connsiteX10" fmla="*/ 1 w 356316"/>
                  <a:gd name="connsiteY10" fmla="*/ 12786 h 356300"/>
                  <a:gd name="connsiteX11" fmla="*/ 0 w 356316"/>
                  <a:gd name="connsiteY11" fmla="*/ 303579 h 356300"/>
                  <a:gd name="connsiteX12" fmla="*/ 52758 w 356316"/>
                  <a:gd name="connsiteY12" fmla="*/ 356301 h 356300"/>
                  <a:gd name="connsiteX13" fmla="*/ 343518 w 356316"/>
                  <a:gd name="connsiteY13" fmla="*/ 356301 h 356300"/>
                  <a:gd name="connsiteX14" fmla="*/ 355339 w 356316"/>
                  <a:gd name="connsiteY14" fmla="*/ 348409 h 356300"/>
                  <a:gd name="connsiteX15" fmla="*/ 356317 w 356316"/>
                  <a:gd name="connsiteY15" fmla="*/ 343980 h 35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6316" h="356300">
                    <a:moveTo>
                      <a:pt x="25587" y="43660"/>
                    </a:moveTo>
                    <a:lnTo>
                      <a:pt x="25587" y="303579"/>
                    </a:lnTo>
                    <a:cubicBezTo>
                      <a:pt x="25587" y="318532"/>
                      <a:pt x="37769" y="330756"/>
                      <a:pt x="52758" y="330756"/>
                    </a:cubicBezTo>
                    <a:lnTo>
                      <a:pt x="312643" y="330755"/>
                    </a:lnTo>
                    <a:lnTo>
                      <a:pt x="25587" y="43660"/>
                    </a:lnTo>
                    <a:close/>
                    <a:moveTo>
                      <a:pt x="356317" y="343980"/>
                    </a:moveTo>
                    <a:lnTo>
                      <a:pt x="356317" y="343038"/>
                    </a:lnTo>
                    <a:cubicBezTo>
                      <a:pt x="356200" y="339887"/>
                      <a:pt x="354910" y="336815"/>
                      <a:pt x="352585" y="334485"/>
                    </a:cubicBezTo>
                    <a:lnTo>
                      <a:pt x="21848" y="3760"/>
                    </a:lnTo>
                    <a:cubicBezTo>
                      <a:pt x="18185" y="96"/>
                      <a:pt x="12696" y="-1003"/>
                      <a:pt x="7894" y="962"/>
                    </a:cubicBezTo>
                    <a:cubicBezTo>
                      <a:pt x="3130" y="2962"/>
                      <a:pt x="1" y="7622"/>
                      <a:pt x="1" y="12786"/>
                    </a:cubicBezTo>
                    <a:lnTo>
                      <a:pt x="0" y="303579"/>
                    </a:lnTo>
                    <a:cubicBezTo>
                      <a:pt x="0" y="332654"/>
                      <a:pt x="23681" y="356301"/>
                      <a:pt x="52758" y="356301"/>
                    </a:cubicBezTo>
                    <a:lnTo>
                      <a:pt x="343518" y="356301"/>
                    </a:lnTo>
                    <a:cubicBezTo>
                      <a:pt x="348713" y="356302"/>
                      <a:pt x="353379" y="353204"/>
                      <a:pt x="355339" y="348409"/>
                    </a:cubicBezTo>
                    <a:cubicBezTo>
                      <a:pt x="355940" y="346975"/>
                      <a:pt x="356260" y="345476"/>
                      <a:pt x="356317" y="3439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237">
                <a:extLst>
                  <a:ext uri="{FF2B5EF4-FFF2-40B4-BE49-F238E27FC236}">
                    <a16:creationId xmlns:a16="http://schemas.microsoft.com/office/drawing/2014/main" id="{82EFC7E0-9E88-35FD-89C3-74EBB3326D24}"/>
                  </a:ext>
                </a:extLst>
              </p:cNvPr>
              <p:cNvSpPr/>
              <p:nvPr/>
            </p:nvSpPr>
            <p:spPr>
              <a:xfrm>
                <a:off x="-1819076" y="3523860"/>
                <a:ext cx="855827" cy="296954"/>
              </a:xfrm>
              <a:custGeom>
                <a:avLst/>
                <a:gdLst>
                  <a:gd name="connsiteX0" fmla="*/ 25591 w 855827"/>
                  <a:gd name="connsiteY0" fmla="*/ 271375 h 296954"/>
                  <a:gd name="connsiteX1" fmla="*/ 830247 w 855827"/>
                  <a:gd name="connsiteY1" fmla="*/ 271375 h 296954"/>
                  <a:gd name="connsiteX2" fmla="*/ 830247 w 855827"/>
                  <a:gd name="connsiteY2" fmla="*/ 66878 h 296954"/>
                  <a:gd name="connsiteX3" fmla="*/ 788948 w 855827"/>
                  <a:gd name="connsiteY3" fmla="*/ 25579 h 296954"/>
                  <a:gd name="connsiteX4" fmla="*/ 66881 w 855827"/>
                  <a:gd name="connsiteY4" fmla="*/ 25578 h 296954"/>
                  <a:gd name="connsiteX5" fmla="*/ 25577 w 855827"/>
                  <a:gd name="connsiteY5" fmla="*/ 66879 h 296954"/>
                  <a:gd name="connsiteX6" fmla="*/ 25591 w 855827"/>
                  <a:gd name="connsiteY6" fmla="*/ 271375 h 296954"/>
                  <a:gd name="connsiteX7" fmla="*/ 843044 w 855827"/>
                  <a:gd name="connsiteY7" fmla="*/ 296954 h 296954"/>
                  <a:gd name="connsiteX8" fmla="*/ 12791 w 855827"/>
                  <a:gd name="connsiteY8" fmla="*/ 296954 h 296954"/>
                  <a:gd name="connsiteX9" fmla="*/ 0 w 855827"/>
                  <a:gd name="connsiteY9" fmla="*/ 284165 h 296954"/>
                  <a:gd name="connsiteX10" fmla="*/ 8 w 855827"/>
                  <a:gd name="connsiteY10" fmla="*/ 66878 h 296954"/>
                  <a:gd name="connsiteX11" fmla="*/ 66877 w 855827"/>
                  <a:gd name="connsiteY11" fmla="*/ 1 h 296954"/>
                  <a:gd name="connsiteX12" fmla="*/ 788956 w 855827"/>
                  <a:gd name="connsiteY12" fmla="*/ 0 h 296954"/>
                  <a:gd name="connsiteX13" fmla="*/ 855824 w 855827"/>
                  <a:gd name="connsiteY13" fmla="*/ 66879 h 296954"/>
                  <a:gd name="connsiteX14" fmla="*/ 855828 w 855827"/>
                  <a:gd name="connsiteY14" fmla="*/ 284165 h 296954"/>
                  <a:gd name="connsiteX15" fmla="*/ 843044 w 855827"/>
                  <a:gd name="connsiteY15" fmla="*/ 296954 h 296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55827" h="296954">
                    <a:moveTo>
                      <a:pt x="25591" y="271375"/>
                    </a:moveTo>
                    <a:lnTo>
                      <a:pt x="830247" y="271375"/>
                    </a:lnTo>
                    <a:lnTo>
                      <a:pt x="830247" y="66878"/>
                    </a:lnTo>
                    <a:cubicBezTo>
                      <a:pt x="830247" y="44097"/>
                      <a:pt x="811727" y="25579"/>
                      <a:pt x="788948" y="25579"/>
                    </a:cubicBezTo>
                    <a:lnTo>
                      <a:pt x="66881" y="25578"/>
                    </a:lnTo>
                    <a:cubicBezTo>
                      <a:pt x="44101" y="25578"/>
                      <a:pt x="25577" y="44098"/>
                      <a:pt x="25577" y="66879"/>
                    </a:cubicBezTo>
                    <a:lnTo>
                      <a:pt x="25591" y="271375"/>
                    </a:lnTo>
                    <a:close/>
                    <a:moveTo>
                      <a:pt x="843044" y="296954"/>
                    </a:moveTo>
                    <a:lnTo>
                      <a:pt x="12791" y="296954"/>
                    </a:lnTo>
                    <a:cubicBezTo>
                      <a:pt x="5733" y="296954"/>
                      <a:pt x="0" y="291259"/>
                      <a:pt x="0" y="284165"/>
                    </a:cubicBezTo>
                    <a:lnTo>
                      <a:pt x="8" y="66878"/>
                    </a:lnTo>
                    <a:cubicBezTo>
                      <a:pt x="8" y="30008"/>
                      <a:pt x="30008" y="1"/>
                      <a:pt x="66877" y="1"/>
                    </a:cubicBezTo>
                    <a:lnTo>
                      <a:pt x="788956" y="0"/>
                    </a:lnTo>
                    <a:cubicBezTo>
                      <a:pt x="825824" y="0"/>
                      <a:pt x="855824" y="30008"/>
                      <a:pt x="855824" y="66879"/>
                    </a:cubicBezTo>
                    <a:lnTo>
                      <a:pt x="855828" y="284165"/>
                    </a:lnTo>
                    <a:cubicBezTo>
                      <a:pt x="855828" y="291259"/>
                      <a:pt x="850096" y="296954"/>
                      <a:pt x="843044" y="296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238">
                <a:extLst>
                  <a:ext uri="{FF2B5EF4-FFF2-40B4-BE49-F238E27FC236}">
                    <a16:creationId xmlns:a16="http://schemas.microsoft.com/office/drawing/2014/main" id="{B9816B63-B6CC-A0DA-C472-36B8005AE061}"/>
                  </a:ext>
                </a:extLst>
              </p:cNvPr>
              <p:cNvSpPr/>
              <p:nvPr/>
            </p:nvSpPr>
            <p:spPr>
              <a:xfrm>
                <a:off x="-1686188" y="2975444"/>
                <a:ext cx="422319" cy="422316"/>
              </a:xfrm>
              <a:custGeom>
                <a:avLst/>
                <a:gdLst>
                  <a:gd name="connsiteX0" fmla="*/ 70575 w 422319"/>
                  <a:gd name="connsiteY0" fmla="*/ 25577 h 422316"/>
                  <a:gd name="connsiteX1" fmla="*/ 25581 w 422319"/>
                  <a:gd name="connsiteY1" fmla="*/ 70576 h 422316"/>
                  <a:gd name="connsiteX2" fmla="*/ 25581 w 422319"/>
                  <a:gd name="connsiteY2" fmla="*/ 351741 h 422316"/>
                  <a:gd name="connsiteX3" fmla="*/ 70575 w 422319"/>
                  <a:gd name="connsiteY3" fmla="*/ 396739 h 422316"/>
                  <a:gd name="connsiteX4" fmla="*/ 351742 w 422319"/>
                  <a:gd name="connsiteY4" fmla="*/ 396738 h 422316"/>
                  <a:gd name="connsiteX5" fmla="*/ 396740 w 422319"/>
                  <a:gd name="connsiteY5" fmla="*/ 351742 h 422316"/>
                  <a:gd name="connsiteX6" fmla="*/ 396751 w 422319"/>
                  <a:gd name="connsiteY6" fmla="*/ 232706 h 422316"/>
                  <a:gd name="connsiteX7" fmla="*/ 238317 w 422319"/>
                  <a:gd name="connsiteY7" fmla="*/ 232706 h 422316"/>
                  <a:gd name="connsiteX8" fmla="*/ 167730 w 422319"/>
                  <a:gd name="connsiteY8" fmla="*/ 162133 h 422316"/>
                  <a:gd name="connsiteX9" fmla="*/ 167741 w 422319"/>
                  <a:gd name="connsiteY9" fmla="*/ 25577 h 422316"/>
                  <a:gd name="connsiteX10" fmla="*/ 70575 w 422319"/>
                  <a:gd name="connsiteY10" fmla="*/ 25577 h 422316"/>
                  <a:gd name="connsiteX11" fmla="*/ 351742 w 422319"/>
                  <a:gd name="connsiteY11" fmla="*/ 422317 h 422316"/>
                  <a:gd name="connsiteX12" fmla="*/ 70575 w 422319"/>
                  <a:gd name="connsiteY12" fmla="*/ 422317 h 422316"/>
                  <a:gd name="connsiteX13" fmla="*/ 0 w 422319"/>
                  <a:gd name="connsiteY13" fmla="*/ 351742 h 422316"/>
                  <a:gd name="connsiteX14" fmla="*/ 15 w 422319"/>
                  <a:gd name="connsiteY14" fmla="*/ 70574 h 422316"/>
                  <a:gd name="connsiteX15" fmla="*/ 70575 w 422319"/>
                  <a:gd name="connsiteY15" fmla="*/ 1 h 422316"/>
                  <a:gd name="connsiteX16" fmla="*/ 180524 w 422319"/>
                  <a:gd name="connsiteY16" fmla="*/ 0 h 422316"/>
                  <a:gd name="connsiteX17" fmla="*/ 193309 w 422319"/>
                  <a:gd name="connsiteY17" fmla="*/ 12790 h 422316"/>
                  <a:gd name="connsiteX18" fmla="*/ 193309 w 422319"/>
                  <a:gd name="connsiteY18" fmla="*/ 162132 h 422316"/>
                  <a:gd name="connsiteX19" fmla="*/ 238302 w 422319"/>
                  <a:gd name="connsiteY19" fmla="*/ 207129 h 422316"/>
                  <a:gd name="connsiteX20" fmla="*/ 409536 w 422319"/>
                  <a:gd name="connsiteY20" fmla="*/ 207128 h 422316"/>
                  <a:gd name="connsiteX21" fmla="*/ 422318 w 422319"/>
                  <a:gd name="connsiteY21" fmla="*/ 219919 h 422316"/>
                  <a:gd name="connsiteX22" fmla="*/ 422319 w 422319"/>
                  <a:gd name="connsiteY22" fmla="*/ 351741 h 422316"/>
                  <a:gd name="connsiteX23" fmla="*/ 351742 w 422319"/>
                  <a:gd name="connsiteY23" fmla="*/ 422317 h 422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22319" h="422316">
                    <a:moveTo>
                      <a:pt x="70575" y="25577"/>
                    </a:moveTo>
                    <a:cubicBezTo>
                      <a:pt x="45771" y="25577"/>
                      <a:pt x="25581" y="45762"/>
                      <a:pt x="25581" y="70576"/>
                    </a:cubicBezTo>
                    <a:lnTo>
                      <a:pt x="25581" y="351741"/>
                    </a:lnTo>
                    <a:cubicBezTo>
                      <a:pt x="25581" y="376556"/>
                      <a:pt x="45763" y="396739"/>
                      <a:pt x="70575" y="396739"/>
                    </a:cubicBezTo>
                    <a:lnTo>
                      <a:pt x="351742" y="396738"/>
                    </a:lnTo>
                    <a:cubicBezTo>
                      <a:pt x="376562" y="396738"/>
                      <a:pt x="396740" y="376556"/>
                      <a:pt x="396740" y="351742"/>
                    </a:cubicBezTo>
                    <a:lnTo>
                      <a:pt x="396751" y="232706"/>
                    </a:lnTo>
                    <a:lnTo>
                      <a:pt x="238317" y="232706"/>
                    </a:lnTo>
                    <a:cubicBezTo>
                      <a:pt x="199410" y="232706"/>
                      <a:pt x="167730" y="201034"/>
                      <a:pt x="167730" y="162133"/>
                    </a:cubicBezTo>
                    <a:lnTo>
                      <a:pt x="167741" y="25577"/>
                    </a:lnTo>
                    <a:lnTo>
                      <a:pt x="70575" y="25577"/>
                    </a:lnTo>
                    <a:close/>
                    <a:moveTo>
                      <a:pt x="351742" y="422317"/>
                    </a:moveTo>
                    <a:lnTo>
                      <a:pt x="70575" y="422317"/>
                    </a:lnTo>
                    <a:cubicBezTo>
                      <a:pt x="31654" y="422317"/>
                      <a:pt x="0" y="390643"/>
                      <a:pt x="0" y="351742"/>
                    </a:cubicBezTo>
                    <a:lnTo>
                      <a:pt x="15" y="70574"/>
                    </a:lnTo>
                    <a:cubicBezTo>
                      <a:pt x="15" y="31640"/>
                      <a:pt x="31643" y="1"/>
                      <a:pt x="70575" y="1"/>
                    </a:cubicBezTo>
                    <a:lnTo>
                      <a:pt x="180524" y="0"/>
                    </a:lnTo>
                    <a:cubicBezTo>
                      <a:pt x="187583" y="0"/>
                      <a:pt x="193309" y="5729"/>
                      <a:pt x="193309" y="12790"/>
                    </a:cubicBezTo>
                    <a:lnTo>
                      <a:pt x="193309" y="162132"/>
                    </a:lnTo>
                    <a:cubicBezTo>
                      <a:pt x="193309" y="186946"/>
                      <a:pt x="213491" y="207129"/>
                      <a:pt x="238302" y="207129"/>
                    </a:cubicBezTo>
                    <a:lnTo>
                      <a:pt x="409536" y="207128"/>
                    </a:lnTo>
                    <a:cubicBezTo>
                      <a:pt x="416594" y="207128"/>
                      <a:pt x="422318" y="212858"/>
                      <a:pt x="422318" y="219919"/>
                    </a:cubicBezTo>
                    <a:lnTo>
                      <a:pt x="422319" y="351741"/>
                    </a:lnTo>
                    <a:cubicBezTo>
                      <a:pt x="422319" y="390642"/>
                      <a:pt x="390647" y="422318"/>
                      <a:pt x="351742" y="42231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239">
                <a:extLst>
                  <a:ext uri="{FF2B5EF4-FFF2-40B4-BE49-F238E27FC236}">
                    <a16:creationId xmlns:a16="http://schemas.microsoft.com/office/drawing/2014/main" id="{18BC8952-7CFD-57D2-CFC9-AEA4F4184375}"/>
                  </a:ext>
                </a:extLst>
              </p:cNvPr>
              <p:cNvSpPr/>
              <p:nvPr/>
            </p:nvSpPr>
            <p:spPr>
              <a:xfrm>
                <a:off x="-1518458" y="2785834"/>
                <a:ext cx="422329" cy="422316"/>
              </a:xfrm>
              <a:custGeom>
                <a:avLst/>
                <a:gdLst>
                  <a:gd name="connsiteX0" fmla="*/ 70588 w 422329"/>
                  <a:gd name="connsiteY0" fmla="*/ 25578 h 422316"/>
                  <a:gd name="connsiteX1" fmla="*/ 25579 w 422329"/>
                  <a:gd name="connsiteY1" fmla="*/ 70576 h 422316"/>
                  <a:gd name="connsiteX2" fmla="*/ 25579 w 422329"/>
                  <a:gd name="connsiteY2" fmla="*/ 351742 h 422316"/>
                  <a:gd name="connsiteX3" fmla="*/ 70573 w 422329"/>
                  <a:gd name="connsiteY3" fmla="*/ 396739 h 422316"/>
                  <a:gd name="connsiteX4" fmla="*/ 351754 w 422329"/>
                  <a:gd name="connsiteY4" fmla="*/ 396738 h 422316"/>
                  <a:gd name="connsiteX5" fmla="*/ 396737 w 422329"/>
                  <a:gd name="connsiteY5" fmla="*/ 351743 h 422316"/>
                  <a:gd name="connsiteX6" fmla="*/ 396749 w 422329"/>
                  <a:gd name="connsiteY6" fmla="*/ 70575 h 422316"/>
                  <a:gd name="connsiteX7" fmla="*/ 351741 w 422329"/>
                  <a:gd name="connsiteY7" fmla="*/ 25580 h 422316"/>
                  <a:gd name="connsiteX8" fmla="*/ 70588 w 422329"/>
                  <a:gd name="connsiteY8" fmla="*/ 25578 h 422316"/>
                  <a:gd name="connsiteX9" fmla="*/ 351754 w 422329"/>
                  <a:gd name="connsiteY9" fmla="*/ 422317 h 422316"/>
                  <a:gd name="connsiteX10" fmla="*/ 70588 w 422329"/>
                  <a:gd name="connsiteY10" fmla="*/ 422317 h 422316"/>
                  <a:gd name="connsiteX11" fmla="*/ 0 w 422329"/>
                  <a:gd name="connsiteY11" fmla="*/ 351743 h 422316"/>
                  <a:gd name="connsiteX12" fmla="*/ 11 w 422329"/>
                  <a:gd name="connsiteY12" fmla="*/ 70575 h 422316"/>
                  <a:gd name="connsiteX13" fmla="*/ 70573 w 422329"/>
                  <a:gd name="connsiteY13" fmla="*/ 2 h 422316"/>
                  <a:gd name="connsiteX14" fmla="*/ 351754 w 422329"/>
                  <a:gd name="connsiteY14" fmla="*/ 0 h 422316"/>
                  <a:gd name="connsiteX15" fmla="*/ 422318 w 422329"/>
                  <a:gd name="connsiteY15" fmla="*/ 70576 h 422316"/>
                  <a:gd name="connsiteX16" fmla="*/ 422330 w 422329"/>
                  <a:gd name="connsiteY16" fmla="*/ 351742 h 422316"/>
                  <a:gd name="connsiteX17" fmla="*/ 351754 w 422329"/>
                  <a:gd name="connsiteY17" fmla="*/ 422317 h 422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22329" h="422316">
                    <a:moveTo>
                      <a:pt x="70588" y="25578"/>
                    </a:moveTo>
                    <a:cubicBezTo>
                      <a:pt x="45768" y="25578"/>
                      <a:pt x="25579" y="45763"/>
                      <a:pt x="25579" y="70576"/>
                    </a:cubicBezTo>
                    <a:lnTo>
                      <a:pt x="25579" y="351742"/>
                    </a:lnTo>
                    <a:cubicBezTo>
                      <a:pt x="25579" y="376557"/>
                      <a:pt x="45762" y="396739"/>
                      <a:pt x="70573" y="396739"/>
                    </a:cubicBezTo>
                    <a:lnTo>
                      <a:pt x="351754" y="396738"/>
                    </a:lnTo>
                    <a:cubicBezTo>
                      <a:pt x="376560" y="396738"/>
                      <a:pt x="396737" y="376557"/>
                      <a:pt x="396737" y="351743"/>
                    </a:cubicBezTo>
                    <a:lnTo>
                      <a:pt x="396749" y="70575"/>
                    </a:lnTo>
                    <a:cubicBezTo>
                      <a:pt x="396749" y="45762"/>
                      <a:pt x="376557" y="25580"/>
                      <a:pt x="351741" y="25580"/>
                    </a:cubicBezTo>
                    <a:lnTo>
                      <a:pt x="70588" y="25578"/>
                    </a:lnTo>
                    <a:close/>
                    <a:moveTo>
                      <a:pt x="351754" y="422317"/>
                    </a:moveTo>
                    <a:lnTo>
                      <a:pt x="70588" y="422317"/>
                    </a:lnTo>
                    <a:cubicBezTo>
                      <a:pt x="31680" y="422317"/>
                      <a:pt x="0" y="390644"/>
                      <a:pt x="0" y="351743"/>
                    </a:cubicBezTo>
                    <a:lnTo>
                      <a:pt x="11" y="70575"/>
                    </a:lnTo>
                    <a:cubicBezTo>
                      <a:pt x="11" y="31640"/>
                      <a:pt x="31674" y="2"/>
                      <a:pt x="70573" y="2"/>
                    </a:cubicBezTo>
                    <a:lnTo>
                      <a:pt x="351754" y="0"/>
                    </a:lnTo>
                    <a:cubicBezTo>
                      <a:pt x="390676" y="0"/>
                      <a:pt x="422318" y="31641"/>
                      <a:pt x="422318" y="70576"/>
                    </a:cubicBezTo>
                    <a:lnTo>
                      <a:pt x="422330" y="351742"/>
                    </a:lnTo>
                    <a:cubicBezTo>
                      <a:pt x="422330" y="390644"/>
                      <a:pt x="390676" y="422319"/>
                      <a:pt x="351754" y="42231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640AA8E-18F9-B003-C338-CFE331262878}"/>
              </a:ext>
            </a:extLst>
          </p:cNvPr>
          <p:cNvGrpSpPr/>
          <p:nvPr/>
        </p:nvGrpSpPr>
        <p:grpSpPr>
          <a:xfrm>
            <a:off x="1641345" y="2271816"/>
            <a:ext cx="702195" cy="460595"/>
            <a:chOff x="1574695" y="4292795"/>
            <a:chExt cx="702195" cy="46059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0A97D2C-8E5C-7A0F-1380-7B5B5D8AE094}"/>
                </a:ext>
              </a:extLst>
            </p:cNvPr>
            <p:cNvSpPr>
              <a:spLocks/>
            </p:cNvSpPr>
            <p:nvPr/>
          </p:nvSpPr>
          <p:spPr>
            <a:xfrm>
              <a:off x="1574695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Database</a:t>
              </a:r>
            </a:p>
          </p:txBody>
        </p:sp>
        <p:grpSp>
          <p:nvGrpSpPr>
            <p:cNvPr id="51" name="Graphic 216">
              <a:extLst>
                <a:ext uri="{FF2B5EF4-FFF2-40B4-BE49-F238E27FC236}">
                  <a16:creationId xmlns:a16="http://schemas.microsoft.com/office/drawing/2014/main" id="{B6BB82E3-4CA7-2DC8-04CF-8B247F713F9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41999" y="4473990"/>
              <a:ext cx="167588" cy="279400"/>
              <a:chOff x="-768941" y="4047690"/>
              <a:chExt cx="69135" cy="115261"/>
            </a:xfrm>
            <a:solidFill>
              <a:schemeClr val="bg1"/>
            </a:solidFill>
          </p:grpSpPr>
          <p:sp>
            <p:nvSpPr>
              <p:cNvPr id="52" name="Freeform: Shape 243">
                <a:extLst>
                  <a:ext uri="{FF2B5EF4-FFF2-40B4-BE49-F238E27FC236}">
                    <a16:creationId xmlns:a16="http://schemas.microsoft.com/office/drawing/2014/main" id="{93E27D96-63FA-DA40-F460-C51C70B1EF7B}"/>
                  </a:ext>
                </a:extLst>
              </p:cNvPr>
              <p:cNvSpPr/>
              <p:nvPr/>
            </p:nvSpPr>
            <p:spPr>
              <a:xfrm>
                <a:off x="-768941" y="4047690"/>
                <a:ext cx="69135" cy="27723"/>
              </a:xfrm>
              <a:custGeom>
                <a:avLst/>
                <a:gdLst>
                  <a:gd name="connsiteX0" fmla="*/ 34567 w 69135"/>
                  <a:gd name="connsiteY0" fmla="*/ 2022 h 27723"/>
                  <a:gd name="connsiteX1" fmla="*/ 2022 w 69135"/>
                  <a:gd name="connsiteY1" fmla="*/ 13862 h 27723"/>
                  <a:gd name="connsiteX2" fmla="*/ 34566 w 69135"/>
                  <a:gd name="connsiteY2" fmla="*/ 25702 h 27723"/>
                  <a:gd name="connsiteX3" fmla="*/ 67113 w 69135"/>
                  <a:gd name="connsiteY3" fmla="*/ 13862 h 27723"/>
                  <a:gd name="connsiteX4" fmla="*/ 34567 w 69135"/>
                  <a:gd name="connsiteY4" fmla="*/ 2022 h 27723"/>
                  <a:gd name="connsiteX5" fmla="*/ 34567 w 69135"/>
                  <a:gd name="connsiteY5" fmla="*/ 27723 h 27723"/>
                  <a:gd name="connsiteX6" fmla="*/ 0 w 69135"/>
                  <a:gd name="connsiteY6" fmla="*/ 13862 h 27723"/>
                  <a:gd name="connsiteX7" fmla="*/ 34566 w 69135"/>
                  <a:gd name="connsiteY7" fmla="*/ 0 h 27723"/>
                  <a:gd name="connsiteX8" fmla="*/ 69136 w 69135"/>
                  <a:gd name="connsiteY8" fmla="*/ 13862 h 27723"/>
                  <a:gd name="connsiteX9" fmla="*/ 34567 w 69135"/>
                  <a:gd name="connsiteY9" fmla="*/ 27723 h 27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9135" h="27723">
                    <a:moveTo>
                      <a:pt x="34567" y="2022"/>
                    </a:moveTo>
                    <a:cubicBezTo>
                      <a:pt x="15100" y="2022"/>
                      <a:pt x="2022" y="8144"/>
                      <a:pt x="2022" y="13862"/>
                    </a:cubicBezTo>
                    <a:cubicBezTo>
                      <a:pt x="2022" y="19580"/>
                      <a:pt x="15099" y="25702"/>
                      <a:pt x="34566" y="25702"/>
                    </a:cubicBezTo>
                    <a:cubicBezTo>
                      <a:pt x="54037" y="25701"/>
                      <a:pt x="67113" y="19580"/>
                      <a:pt x="67113" y="13862"/>
                    </a:cubicBezTo>
                    <a:cubicBezTo>
                      <a:pt x="67114" y="8144"/>
                      <a:pt x="54036" y="2022"/>
                      <a:pt x="34567" y="2022"/>
                    </a:cubicBezTo>
                    <a:close/>
                    <a:moveTo>
                      <a:pt x="34567" y="27723"/>
                    </a:moveTo>
                    <a:cubicBezTo>
                      <a:pt x="15184" y="27723"/>
                      <a:pt x="0" y="21635"/>
                      <a:pt x="0" y="13862"/>
                    </a:cubicBezTo>
                    <a:cubicBezTo>
                      <a:pt x="0" y="6089"/>
                      <a:pt x="15184" y="0"/>
                      <a:pt x="34566" y="0"/>
                    </a:cubicBezTo>
                    <a:cubicBezTo>
                      <a:pt x="53952" y="0"/>
                      <a:pt x="69136" y="6089"/>
                      <a:pt x="69136" y="13862"/>
                    </a:cubicBezTo>
                    <a:cubicBezTo>
                      <a:pt x="69136" y="21635"/>
                      <a:pt x="53952" y="27724"/>
                      <a:pt x="34567" y="27723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244">
                <a:extLst>
                  <a:ext uri="{FF2B5EF4-FFF2-40B4-BE49-F238E27FC236}">
                    <a16:creationId xmlns:a16="http://schemas.microsoft.com/office/drawing/2014/main" id="{9575B5EC-2B86-6A74-9CDE-163CA8085E09}"/>
                  </a:ext>
                </a:extLst>
              </p:cNvPr>
              <p:cNvSpPr/>
              <p:nvPr/>
            </p:nvSpPr>
            <p:spPr>
              <a:xfrm>
                <a:off x="-768941" y="4060540"/>
                <a:ext cx="69135" cy="34429"/>
              </a:xfrm>
              <a:custGeom>
                <a:avLst/>
                <a:gdLst>
                  <a:gd name="connsiteX0" fmla="*/ 34567 w 69135"/>
                  <a:gd name="connsiteY0" fmla="*/ 34430 h 34429"/>
                  <a:gd name="connsiteX1" fmla="*/ 0 w 69135"/>
                  <a:gd name="connsiteY1" fmla="*/ 23711 h 34429"/>
                  <a:gd name="connsiteX2" fmla="*/ 0 w 69135"/>
                  <a:gd name="connsiteY2" fmla="*/ 1011 h 34429"/>
                  <a:gd name="connsiteX3" fmla="*/ 1011 w 69135"/>
                  <a:gd name="connsiteY3" fmla="*/ 0 h 34429"/>
                  <a:gd name="connsiteX4" fmla="*/ 2022 w 69135"/>
                  <a:gd name="connsiteY4" fmla="*/ 1011 h 34429"/>
                  <a:gd name="connsiteX5" fmla="*/ 2022 w 69135"/>
                  <a:gd name="connsiteY5" fmla="*/ 23711 h 34429"/>
                  <a:gd name="connsiteX6" fmla="*/ 34567 w 69135"/>
                  <a:gd name="connsiteY6" fmla="*/ 32408 h 34429"/>
                  <a:gd name="connsiteX7" fmla="*/ 67114 w 69135"/>
                  <a:gd name="connsiteY7" fmla="*/ 23711 h 34429"/>
                  <a:gd name="connsiteX8" fmla="*/ 67114 w 69135"/>
                  <a:gd name="connsiteY8" fmla="*/ 1011 h 34429"/>
                  <a:gd name="connsiteX9" fmla="*/ 68125 w 69135"/>
                  <a:gd name="connsiteY9" fmla="*/ 0 h 34429"/>
                  <a:gd name="connsiteX10" fmla="*/ 69136 w 69135"/>
                  <a:gd name="connsiteY10" fmla="*/ 1011 h 34429"/>
                  <a:gd name="connsiteX11" fmla="*/ 69136 w 69135"/>
                  <a:gd name="connsiteY11" fmla="*/ 23711 h 34429"/>
                  <a:gd name="connsiteX12" fmla="*/ 34567 w 69135"/>
                  <a:gd name="connsiteY12" fmla="*/ 34430 h 34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429">
                    <a:moveTo>
                      <a:pt x="34567" y="34430"/>
                    </a:moveTo>
                    <a:cubicBezTo>
                      <a:pt x="17809" y="34430"/>
                      <a:pt x="0" y="30673"/>
                      <a:pt x="0" y="23711"/>
                    </a:cubicBezTo>
                    <a:lnTo>
                      <a:pt x="0" y="1011"/>
                    </a:lnTo>
                    <a:cubicBezTo>
                      <a:pt x="0" y="453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711"/>
                    </a:lnTo>
                    <a:cubicBezTo>
                      <a:pt x="2022" y="27824"/>
                      <a:pt x="15389" y="32408"/>
                      <a:pt x="34567" y="32408"/>
                    </a:cubicBezTo>
                    <a:cubicBezTo>
                      <a:pt x="53747" y="32408"/>
                      <a:pt x="67114" y="27824"/>
                      <a:pt x="67114" y="2371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711"/>
                    </a:lnTo>
                    <a:cubicBezTo>
                      <a:pt x="69136" y="30673"/>
                      <a:pt x="51324" y="34430"/>
                      <a:pt x="34567" y="3443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245">
                <a:extLst>
                  <a:ext uri="{FF2B5EF4-FFF2-40B4-BE49-F238E27FC236}">
                    <a16:creationId xmlns:a16="http://schemas.microsoft.com/office/drawing/2014/main" id="{160E9870-BB28-D52E-6B3F-3B87CFCFCD91}"/>
                  </a:ext>
                </a:extLst>
              </p:cNvPr>
              <p:cNvSpPr/>
              <p:nvPr/>
            </p:nvSpPr>
            <p:spPr>
              <a:xfrm>
                <a:off x="-768941" y="4083240"/>
                <a:ext cx="69135" cy="34390"/>
              </a:xfrm>
              <a:custGeom>
                <a:avLst/>
                <a:gdLst>
                  <a:gd name="connsiteX0" fmla="*/ 34567 w 69135"/>
                  <a:gd name="connsiteY0" fmla="*/ 34390 h 34390"/>
                  <a:gd name="connsiteX1" fmla="*/ 0 w 69135"/>
                  <a:gd name="connsiteY1" fmla="*/ 23671 h 34390"/>
                  <a:gd name="connsiteX2" fmla="*/ 0 w 69135"/>
                  <a:gd name="connsiteY2" fmla="*/ 1011 h 34390"/>
                  <a:gd name="connsiteX3" fmla="*/ 1011 w 69135"/>
                  <a:gd name="connsiteY3" fmla="*/ 0 h 34390"/>
                  <a:gd name="connsiteX4" fmla="*/ 2022 w 69135"/>
                  <a:gd name="connsiteY4" fmla="*/ 1011 h 34390"/>
                  <a:gd name="connsiteX5" fmla="*/ 2022 w 69135"/>
                  <a:gd name="connsiteY5" fmla="*/ 23670 h 34390"/>
                  <a:gd name="connsiteX6" fmla="*/ 34567 w 69135"/>
                  <a:gd name="connsiteY6" fmla="*/ 32368 h 34390"/>
                  <a:gd name="connsiteX7" fmla="*/ 67114 w 69135"/>
                  <a:gd name="connsiteY7" fmla="*/ 23671 h 34390"/>
                  <a:gd name="connsiteX8" fmla="*/ 67114 w 69135"/>
                  <a:gd name="connsiteY8" fmla="*/ 1011 h 34390"/>
                  <a:gd name="connsiteX9" fmla="*/ 68125 w 69135"/>
                  <a:gd name="connsiteY9" fmla="*/ 0 h 34390"/>
                  <a:gd name="connsiteX10" fmla="*/ 69136 w 69135"/>
                  <a:gd name="connsiteY10" fmla="*/ 1011 h 34390"/>
                  <a:gd name="connsiteX11" fmla="*/ 69136 w 69135"/>
                  <a:gd name="connsiteY11" fmla="*/ 23671 h 34390"/>
                  <a:gd name="connsiteX12" fmla="*/ 34567 w 69135"/>
                  <a:gd name="connsiteY12" fmla="*/ 34390 h 3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0">
                    <a:moveTo>
                      <a:pt x="34567" y="34390"/>
                    </a:moveTo>
                    <a:cubicBezTo>
                      <a:pt x="17809" y="34390"/>
                      <a:pt x="0" y="30633"/>
                      <a:pt x="0" y="23671"/>
                    </a:cubicBezTo>
                    <a:lnTo>
                      <a:pt x="0" y="1011"/>
                    </a:lnTo>
                    <a:cubicBezTo>
                      <a:pt x="0" y="453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0"/>
                    </a:lnTo>
                    <a:cubicBezTo>
                      <a:pt x="2022" y="27784"/>
                      <a:pt x="15389" y="32368"/>
                      <a:pt x="34567" y="32368"/>
                    </a:cubicBezTo>
                    <a:cubicBezTo>
                      <a:pt x="53747" y="32368"/>
                      <a:pt x="67114" y="27785"/>
                      <a:pt x="67114" y="2367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3"/>
                      <a:pt x="51324" y="34390"/>
                      <a:pt x="34567" y="3439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5" name="Freeform: Shape 246">
                <a:extLst>
                  <a:ext uri="{FF2B5EF4-FFF2-40B4-BE49-F238E27FC236}">
                    <a16:creationId xmlns:a16="http://schemas.microsoft.com/office/drawing/2014/main" id="{40BF9ECE-ECEA-6352-7157-3A02850CD119}"/>
                  </a:ext>
                </a:extLst>
              </p:cNvPr>
              <p:cNvSpPr/>
              <p:nvPr/>
            </p:nvSpPr>
            <p:spPr>
              <a:xfrm>
                <a:off x="-768941" y="4105900"/>
                <a:ext cx="69135" cy="34390"/>
              </a:xfrm>
              <a:custGeom>
                <a:avLst/>
                <a:gdLst>
                  <a:gd name="connsiteX0" fmla="*/ 34567 w 69135"/>
                  <a:gd name="connsiteY0" fmla="*/ 34390 h 34390"/>
                  <a:gd name="connsiteX1" fmla="*/ 0 w 69135"/>
                  <a:gd name="connsiteY1" fmla="*/ 23671 h 34390"/>
                  <a:gd name="connsiteX2" fmla="*/ 0 w 69135"/>
                  <a:gd name="connsiteY2" fmla="*/ 1011 h 34390"/>
                  <a:gd name="connsiteX3" fmla="*/ 1011 w 69135"/>
                  <a:gd name="connsiteY3" fmla="*/ 0 h 34390"/>
                  <a:gd name="connsiteX4" fmla="*/ 2022 w 69135"/>
                  <a:gd name="connsiteY4" fmla="*/ 1011 h 34390"/>
                  <a:gd name="connsiteX5" fmla="*/ 2022 w 69135"/>
                  <a:gd name="connsiteY5" fmla="*/ 23670 h 34390"/>
                  <a:gd name="connsiteX6" fmla="*/ 34567 w 69135"/>
                  <a:gd name="connsiteY6" fmla="*/ 32368 h 34390"/>
                  <a:gd name="connsiteX7" fmla="*/ 67114 w 69135"/>
                  <a:gd name="connsiteY7" fmla="*/ 23671 h 34390"/>
                  <a:gd name="connsiteX8" fmla="*/ 67114 w 69135"/>
                  <a:gd name="connsiteY8" fmla="*/ 1011 h 34390"/>
                  <a:gd name="connsiteX9" fmla="*/ 68125 w 69135"/>
                  <a:gd name="connsiteY9" fmla="*/ 0 h 34390"/>
                  <a:gd name="connsiteX10" fmla="*/ 69136 w 69135"/>
                  <a:gd name="connsiteY10" fmla="*/ 1011 h 34390"/>
                  <a:gd name="connsiteX11" fmla="*/ 69136 w 69135"/>
                  <a:gd name="connsiteY11" fmla="*/ 23671 h 34390"/>
                  <a:gd name="connsiteX12" fmla="*/ 34567 w 69135"/>
                  <a:gd name="connsiteY12" fmla="*/ 34390 h 3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0">
                    <a:moveTo>
                      <a:pt x="34567" y="34390"/>
                    </a:moveTo>
                    <a:cubicBezTo>
                      <a:pt x="17809" y="34390"/>
                      <a:pt x="0" y="30633"/>
                      <a:pt x="0" y="23671"/>
                    </a:cubicBezTo>
                    <a:lnTo>
                      <a:pt x="0" y="1011"/>
                    </a:lnTo>
                    <a:cubicBezTo>
                      <a:pt x="0" y="452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0"/>
                    </a:lnTo>
                    <a:cubicBezTo>
                      <a:pt x="2022" y="27784"/>
                      <a:pt x="15389" y="32368"/>
                      <a:pt x="34567" y="32368"/>
                    </a:cubicBezTo>
                    <a:cubicBezTo>
                      <a:pt x="53747" y="32368"/>
                      <a:pt x="67114" y="27785"/>
                      <a:pt x="67114" y="2367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3"/>
                      <a:pt x="51324" y="34390"/>
                      <a:pt x="34567" y="3439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6" name="Freeform: Shape 247">
                <a:extLst>
                  <a:ext uri="{FF2B5EF4-FFF2-40B4-BE49-F238E27FC236}">
                    <a16:creationId xmlns:a16="http://schemas.microsoft.com/office/drawing/2014/main" id="{7E81EFE4-7E90-56BF-A3FC-DB1B1BAC14AF}"/>
                  </a:ext>
                </a:extLst>
              </p:cNvPr>
              <p:cNvSpPr/>
              <p:nvPr/>
            </p:nvSpPr>
            <p:spPr>
              <a:xfrm>
                <a:off x="-768941" y="4128560"/>
                <a:ext cx="69135" cy="34391"/>
              </a:xfrm>
              <a:custGeom>
                <a:avLst/>
                <a:gdLst>
                  <a:gd name="connsiteX0" fmla="*/ 34567 w 69135"/>
                  <a:gd name="connsiteY0" fmla="*/ 34391 h 34391"/>
                  <a:gd name="connsiteX1" fmla="*/ 0 w 69135"/>
                  <a:gd name="connsiteY1" fmla="*/ 23671 h 34391"/>
                  <a:gd name="connsiteX2" fmla="*/ 0 w 69135"/>
                  <a:gd name="connsiteY2" fmla="*/ 1011 h 34391"/>
                  <a:gd name="connsiteX3" fmla="*/ 1011 w 69135"/>
                  <a:gd name="connsiteY3" fmla="*/ 0 h 34391"/>
                  <a:gd name="connsiteX4" fmla="*/ 2022 w 69135"/>
                  <a:gd name="connsiteY4" fmla="*/ 1011 h 34391"/>
                  <a:gd name="connsiteX5" fmla="*/ 2022 w 69135"/>
                  <a:gd name="connsiteY5" fmla="*/ 23671 h 34391"/>
                  <a:gd name="connsiteX6" fmla="*/ 34567 w 69135"/>
                  <a:gd name="connsiteY6" fmla="*/ 32369 h 34391"/>
                  <a:gd name="connsiteX7" fmla="*/ 67114 w 69135"/>
                  <a:gd name="connsiteY7" fmla="*/ 23671 h 34391"/>
                  <a:gd name="connsiteX8" fmla="*/ 67114 w 69135"/>
                  <a:gd name="connsiteY8" fmla="*/ 1011 h 34391"/>
                  <a:gd name="connsiteX9" fmla="*/ 68125 w 69135"/>
                  <a:gd name="connsiteY9" fmla="*/ 0 h 34391"/>
                  <a:gd name="connsiteX10" fmla="*/ 69136 w 69135"/>
                  <a:gd name="connsiteY10" fmla="*/ 1011 h 34391"/>
                  <a:gd name="connsiteX11" fmla="*/ 69136 w 69135"/>
                  <a:gd name="connsiteY11" fmla="*/ 23671 h 34391"/>
                  <a:gd name="connsiteX12" fmla="*/ 34567 w 69135"/>
                  <a:gd name="connsiteY12" fmla="*/ 34391 h 34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1">
                    <a:moveTo>
                      <a:pt x="34567" y="34391"/>
                    </a:moveTo>
                    <a:cubicBezTo>
                      <a:pt x="17809" y="34391"/>
                      <a:pt x="0" y="30634"/>
                      <a:pt x="0" y="23671"/>
                    </a:cubicBezTo>
                    <a:lnTo>
                      <a:pt x="0" y="1011"/>
                    </a:lnTo>
                    <a:cubicBezTo>
                      <a:pt x="0" y="452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1"/>
                    </a:lnTo>
                    <a:cubicBezTo>
                      <a:pt x="2022" y="27785"/>
                      <a:pt x="15389" y="32369"/>
                      <a:pt x="34567" y="32369"/>
                    </a:cubicBezTo>
                    <a:cubicBezTo>
                      <a:pt x="53747" y="32369"/>
                      <a:pt x="67114" y="27786"/>
                      <a:pt x="67114" y="23671"/>
                    </a:cubicBezTo>
                    <a:lnTo>
                      <a:pt x="67114" y="1011"/>
                    </a:lnTo>
                    <a:cubicBezTo>
                      <a:pt x="67114" y="452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4"/>
                      <a:pt x="51324" y="34391"/>
                      <a:pt x="34567" y="34391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63DB9008-29DD-7D20-D880-2340FF3A1C93}"/>
              </a:ext>
            </a:extLst>
          </p:cNvPr>
          <p:cNvGrpSpPr/>
          <p:nvPr/>
        </p:nvGrpSpPr>
        <p:grpSpPr>
          <a:xfrm>
            <a:off x="1196638" y="3497328"/>
            <a:ext cx="1644166" cy="803161"/>
            <a:chOff x="1907341" y="2973966"/>
            <a:chExt cx="1644166" cy="803161"/>
          </a:xfrm>
        </p:grpSpPr>
        <p:pic>
          <p:nvPicPr>
            <p:cNvPr id="458" name="Graphic 457" descr="Lock outline">
              <a:extLst>
                <a:ext uri="{FF2B5EF4-FFF2-40B4-BE49-F238E27FC236}">
                  <a16:creationId xmlns:a16="http://schemas.microsoft.com/office/drawing/2014/main" id="{0A99C4D4-1C64-C4E3-FE2F-67FC3B705862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907341" y="3200554"/>
              <a:ext cx="243822" cy="243822"/>
            </a:xfrm>
            <a:prstGeom prst="rect">
              <a:avLst/>
            </a:prstGeom>
          </p:spPr>
        </p:pic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id="{0ED85200-1F52-B8A4-09F2-27E091654EF7}"/>
                </a:ext>
              </a:extLst>
            </p:cNvPr>
            <p:cNvSpPr txBox="1"/>
            <p:nvPr/>
          </p:nvSpPr>
          <p:spPr>
            <a:xfrm>
              <a:off x="2153194" y="3561683"/>
              <a:ext cx="139831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Command Center</a:t>
              </a:r>
            </a:p>
          </p:txBody>
        </p:sp>
        <p:pic>
          <p:nvPicPr>
            <p:cNvPr id="460" name="Graphic 459">
              <a:extLst>
                <a:ext uri="{FF2B5EF4-FFF2-40B4-BE49-F238E27FC236}">
                  <a16:creationId xmlns:a16="http://schemas.microsoft.com/office/drawing/2014/main" id="{C53267E0-184D-AB64-8356-2DEBE9BCDAF8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021153" y="3040029"/>
              <a:ext cx="571500" cy="571500"/>
            </a:xfrm>
            <a:prstGeom prst="rect">
              <a:avLst/>
            </a:prstGeom>
          </p:spPr>
        </p:pic>
        <p:pic>
          <p:nvPicPr>
            <p:cNvPr id="463" name="Picture 462">
              <a:extLst>
                <a:ext uri="{FF2B5EF4-FFF2-40B4-BE49-F238E27FC236}">
                  <a16:creationId xmlns:a16="http://schemas.microsoft.com/office/drawing/2014/main" id="{D416AEAF-4AB2-8F54-F01C-F8181E9BDF48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2493263" y="2973966"/>
              <a:ext cx="772642" cy="521654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</p:pic>
        <p:sp>
          <p:nvSpPr>
            <p:cNvPr id="467" name="Oval 466">
              <a:extLst>
                <a:ext uri="{FF2B5EF4-FFF2-40B4-BE49-F238E27FC236}">
                  <a16:creationId xmlns:a16="http://schemas.microsoft.com/office/drawing/2014/main" id="{66F06D8A-1D66-EDC6-F5E9-E4E121602D04}"/>
                </a:ext>
              </a:extLst>
            </p:cNvPr>
            <p:cNvSpPr/>
            <p:nvPr/>
          </p:nvSpPr>
          <p:spPr>
            <a:xfrm>
              <a:off x="2248575" y="3339829"/>
              <a:ext cx="182880" cy="182880"/>
            </a:xfrm>
            <a:prstGeom prst="ellipse">
              <a:avLst/>
            </a:prstGeom>
            <a:solidFill>
              <a:srgbClr val="7030A0"/>
            </a:solidFill>
            <a:ln w="12700" cap="flat" cmpd="sng" algn="ctr">
              <a:solidFill>
                <a:srgbClr val="83489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CS</a:t>
              </a:r>
            </a:p>
          </p:txBody>
        </p: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BFC54C9F-845D-1ED0-2069-A68498909A9F}"/>
              </a:ext>
            </a:extLst>
          </p:cNvPr>
          <p:cNvGrpSpPr/>
          <p:nvPr/>
        </p:nvGrpSpPr>
        <p:grpSpPr>
          <a:xfrm>
            <a:off x="2491601" y="3684249"/>
            <a:ext cx="571500" cy="571500"/>
            <a:chOff x="4397636" y="3767179"/>
            <a:chExt cx="571500" cy="571500"/>
          </a:xfrm>
        </p:grpSpPr>
        <p:pic>
          <p:nvPicPr>
            <p:cNvPr id="472" name="Graphic 471">
              <a:extLst>
                <a:ext uri="{FF2B5EF4-FFF2-40B4-BE49-F238E27FC236}">
                  <a16:creationId xmlns:a16="http://schemas.microsoft.com/office/drawing/2014/main" id="{EB4A4861-A8BF-7F25-9A9B-4C2284D5B89B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397636" y="3767179"/>
              <a:ext cx="571500" cy="571500"/>
            </a:xfrm>
            <a:prstGeom prst="rect">
              <a:avLst/>
            </a:prstGeom>
          </p:spPr>
        </p:pic>
        <p:sp>
          <p:nvSpPr>
            <p:cNvPr id="475" name="Oval 474">
              <a:extLst>
                <a:ext uri="{FF2B5EF4-FFF2-40B4-BE49-F238E27FC236}">
                  <a16:creationId xmlns:a16="http://schemas.microsoft.com/office/drawing/2014/main" id="{35124B3F-4D31-C539-443A-D6D70F59BE73}"/>
                </a:ext>
              </a:extLst>
            </p:cNvPr>
            <p:cNvSpPr/>
            <p:nvPr/>
          </p:nvSpPr>
          <p:spPr>
            <a:xfrm>
              <a:off x="4639913" y="4052929"/>
              <a:ext cx="195083" cy="221124"/>
            </a:xfrm>
            <a:prstGeom prst="ellipse">
              <a:avLst/>
            </a:prstGeom>
            <a:solidFill>
              <a:srgbClr val="844896"/>
            </a:solidFill>
            <a:ln w="12700" cap="flat" cmpd="sng" algn="ctr">
              <a:solidFill>
                <a:srgbClr val="83489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MA</a:t>
              </a:r>
            </a:p>
          </p:txBody>
        </p:sp>
      </p:grp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0ECE975A-DC6E-6A7C-C15E-B5939263511C}"/>
              </a:ext>
            </a:extLst>
          </p:cNvPr>
          <p:cNvGrpSpPr/>
          <p:nvPr/>
        </p:nvGrpSpPr>
        <p:grpSpPr>
          <a:xfrm>
            <a:off x="2851934" y="3689434"/>
            <a:ext cx="571500" cy="571500"/>
            <a:chOff x="4397636" y="3767179"/>
            <a:chExt cx="571500" cy="571500"/>
          </a:xfrm>
        </p:grpSpPr>
        <p:pic>
          <p:nvPicPr>
            <p:cNvPr id="477" name="Graphic 476">
              <a:extLst>
                <a:ext uri="{FF2B5EF4-FFF2-40B4-BE49-F238E27FC236}">
                  <a16:creationId xmlns:a16="http://schemas.microsoft.com/office/drawing/2014/main" id="{20AB7C81-11F1-85B5-3CEE-5D5382AEE191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397636" y="3767179"/>
              <a:ext cx="571500" cy="571500"/>
            </a:xfrm>
            <a:prstGeom prst="rect">
              <a:avLst/>
            </a:prstGeom>
          </p:spPr>
        </p:pic>
        <p:sp>
          <p:nvSpPr>
            <p:cNvPr id="484" name="Oval 483">
              <a:extLst>
                <a:ext uri="{FF2B5EF4-FFF2-40B4-BE49-F238E27FC236}">
                  <a16:creationId xmlns:a16="http://schemas.microsoft.com/office/drawing/2014/main" id="{C3A06230-05C1-49AF-F4F4-AC82CBA18ED1}"/>
                </a:ext>
              </a:extLst>
            </p:cNvPr>
            <p:cNvSpPr/>
            <p:nvPr/>
          </p:nvSpPr>
          <p:spPr>
            <a:xfrm>
              <a:off x="4639913" y="4052929"/>
              <a:ext cx="195083" cy="221124"/>
            </a:xfrm>
            <a:prstGeom prst="ellipse">
              <a:avLst/>
            </a:prstGeom>
            <a:solidFill>
              <a:srgbClr val="844896"/>
            </a:solidFill>
            <a:ln w="12700" cap="flat" cmpd="sng" algn="ctr">
              <a:solidFill>
                <a:srgbClr val="83489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MA</a:t>
              </a:r>
            </a:p>
          </p:txBody>
        </p:sp>
      </p:grpSp>
      <p:pic>
        <p:nvPicPr>
          <p:cNvPr id="88" name="Graphic 87">
            <a:extLst>
              <a:ext uri="{FF2B5EF4-FFF2-40B4-BE49-F238E27FC236}">
                <a16:creationId xmlns:a16="http://schemas.microsoft.com/office/drawing/2014/main" id="{0E63A7B6-5ADA-378A-8071-EDE21226D77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057265" y="6306802"/>
            <a:ext cx="360275" cy="324848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206426C4-5851-DC3F-18DA-AE75368408C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901465" y="786612"/>
            <a:ext cx="527484" cy="356134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21190804-BDE7-4C1B-8C0D-D313AB655A84}"/>
              </a:ext>
            </a:extLst>
          </p:cNvPr>
          <p:cNvSpPr txBox="1"/>
          <p:nvPr/>
        </p:nvSpPr>
        <p:spPr>
          <a:xfrm>
            <a:off x="4099428" y="1139975"/>
            <a:ext cx="22327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Control Plane for OnPrem + Cloud</a:t>
            </a:r>
          </a:p>
        </p:txBody>
      </p:sp>
      <p:graphicFrame>
        <p:nvGraphicFramePr>
          <p:cNvPr id="461" name="Table 460">
            <a:extLst>
              <a:ext uri="{FF2B5EF4-FFF2-40B4-BE49-F238E27FC236}">
                <a16:creationId xmlns:a16="http://schemas.microsoft.com/office/drawing/2014/main" id="{33112229-E1AB-B2A1-0DEA-6F420DDF171B}"/>
              </a:ext>
            </a:extLst>
          </p:cNvPr>
          <p:cNvGraphicFramePr>
            <a:graphicFrameLocks noGrp="1"/>
          </p:cNvGraphicFramePr>
          <p:nvPr/>
        </p:nvGraphicFramePr>
        <p:xfrm>
          <a:off x="5665863" y="4494354"/>
          <a:ext cx="1413630" cy="2056643"/>
        </p:xfrm>
        <a:graphic>
          <a:graphicData uri="http://schemas.openxmlformats.org/drawingml/2006/table">
            <a:tbl>
              <a:tblPr firstRow="1" bandRow="1"/>
              <a:tblGrid>
                <a:gridCol w="1413630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</a:tblGrid>
              <a:tr h="220395">
                <a:tc>
                  <a:txBody>
                    <a:bodyPr/>
                    <a:lstStyle/>
                    <a:p>
                      <a:pPr algn="ctr"/>
                      <a:r>
                        <a:rPr lang="en-US" sz="900" err="1">
                          <a:solidFill>
                            <a:schemeClr val="bg1"/>
                          </a:solidFill>
                        </a:rPr>
                        <a:t>AirGap</a:t>
                      </a: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 Protect</a:t>
                      </a:r>
                    </a:p>
                  </a:txBody>
                  <a:tcPr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">
                          <a:srgbClr val="7030A0"/>
                        </a:gs>
                        <a:gs pos="50000">
                          <a:srgbClr val="000218">
                            <a:lumMod val="10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23956542"/>
                  </a:ext>
                </a:extLst>
              </a:tr>
              <a:tr h="11366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(Infrequent Tier)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120TB Usable</a:t>
                      </a:r>
                    </a:p>
                  </a:txBody>
                  <a:tcPr anchor="b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917184"/>
                  </a:ext>
                </a:extLst>
              </a:tr>
              <a:tr h="6914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A3C9">
                            <a:lumMod val="60000"/>
                            <a:lumOff val="40000"/>
                          </a:srgb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Arial"/>
                          <a:sym typeface="Arial"/>
                        </a:rPr>
                        <a:t>Immutable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A3C9">
                            <a:lumMod val="60000"/>
                            <a:lumOff val="40000"/>
                          </a:srgb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Arial"/>
                          <a:sym typeface="Arial"/>
                        </a:rPr>
                        <a:t>Deduped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A3C9">
                            <a:lumMod val="60000"/>
                            <a:lumOff val="40000"/>
                          </a:srgb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Arial"/>
                          <a:sym typeface="Arial"/>
                        </a:rPr>
                        <a:t>Encrypted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</a:tbl>
          </a:graphicData>
        </a:graphic>
      </p:graphicFrame>
      <p:grpSp>
        <p:nvGrpSpPr>
          <p:cNvPr id="464" name="Graphic 9">
            <a:extLst>
              <a:ext uri="{FF2B5EF4-FFF2-40B4-BE49-F238E27FC236}">
                <a16:creationId xmlns:a16="http://schemas.microsoft.com/office/drawing/2014/main" id="{B62F3362-E099-77EF-86AB-61E83A7C7214}"/>
              </a:ext>
            </a:extLst>
          </p:cNvPr>
          <p:cNvGrpSpPr/>
          <p:nvPr/>
        </p:nvGrpSpPr>
        <p:grpSpPr>
          <a:xfrm>
            <a:off x="5776523" y="4816071"/>
            <a:ext cx="1190477" cy="681883"/>
            <a:chOff x="9733629" y="3230548"/>
            <a:chExt cx="1556822" cy="874085"/>
          </a:xfrm>
          <a:solidFill>
            <a:schemeClr val="accent1"/>
          </a:solidFill>
        </p:grpSpPr>
        <p:sp>
          <p:nvSpPr>
            <p:cNvPr id="465" name="Freeform: Shape 146">
              <a:extLst>
                <a:ext uri="{FF2B5EF4-FFF2-40B4-BE49-F238E27FC236}">
                  <a16:creationId xmlns:a16="http://schemas.microsoft.com/office/drawing/2014/main" id="{7BBB3C7B-7063-DB86-5014-F500763198EC}"/>
                </a:ext>
              </a:extLst>
            </p:cNvPr>
            <p:cNvSpPr/>
            <p:nvPr/>
          </p:nvSpPr>
          <p:spPr>
            <a:xfrm>
              <a:off x="9756124" y="3258410"/>
              <a:ext cx="1505064" cy="831227"/>
            </a:xfrm>
            <a:custGeom>
              <a:avLst/>
              <a:gdLst>
                <a:gd name="connsiteX0" fmla="*/ 1503398 w 1505064"/>
                <a:gd name="connsiteY0" fmla="*/ 580037 h 831227"/>
                <a:gd name="connsiteX1" fmla="*/ 1469656 w 1505064"/>
                <a:gd name="connsiteY1" fmla="*/ 490058 h 831227"/>
                <a:gd name="connsiteX2" fmla="*/ 1402172 w 1505064"/>
                <a:gd name="connsiteY2" fmla="*/ 422573 h 831227"/>
                <a:gd name="connsiteX3" fmla="*/ 1312193 w 1505064"/>
                <a:gd name="connsiteY3" fmla="*/ 388831 h 831227"/>
                <a:gd name="connsiteX4" fmla="*/ 1218465 w 1505064"/>
                <a:gd name="connsiteY4" fmla="*/ 396329 h 831227"/>
                <a:gd name="connsiteX5" fmla="*/ 742326 w 1505064"/>
                <a:gd name="connsiteY5" fmla="*/ 205124 h 831227"/>
                <a:gd name="connsiteX6" fmla="*/ 592361 w 1505064"/>
                <a:gd name="connsiteY6" fmla="*/ 32665 h 831227"/>
                <a:gd name="connsiteX7" fmla="*/ 363665 w 1505064"/>
                <a:gd name="connsiteY7" fmla="*/ 13919 h 831227"/>
                <a:gd name="connsiteX8" fmla="*/ 352417 w 1505064"/>
                <a:gd name="connsiteY8" fmla="*/ 17668 h 831227"/>
                <a:gd name="connsiteX9" fmla="*/ 333672 w 1505064"/>
                <a:gd name="connsiteY9" fmla="*/ 25166 h 831227"/>
                <a:gd name="connsiteX10" fmla="*/ 194954 w 1505064"/>
                <a:gd name="connsiteY10" fmla="*/ 160135 h 831227"/>
                <a:gd name="connsiteX11" fmla="*/ 176209 w 1505064"/>
                <a:gd name="connsiteY11" fmla="*/ 381333 h 831227"/>
                <a:gd name="connsiteX12" fmla="*/ 176209 w 1505064"/>
                <a:gd name="connsiteY12" fmla="*/ 385082 h 831227"/>
                <a:gd name="connsiteX13" fmla="*/ 41240 w 1505064"/>
                <a:gd name="connsiteY13" fmla="*/ 467563 h 831227"/>
                <a:gd name="connsiteX14" fmla="*/ 7498 w 1505064"/>
                <a:gd name="connsiteY14" fmla="*/ 531298 h 831227"/>
                <a:gd name="connsiteX15" fmla="*/ 3749 w 1505064"/>
                <a:gd name="connsiteY15" fmla="*/ 546294 h 831227"/>
                <a:gd name="connsiteX16" fmla="*/ 3749 w 1505064"/>
                <a:gd name="connsiteY16" fmla="*/ 553793 h 831227"/>
                <a:gd name="connsiteX17" fmla="*/ 0 w 1505064"/>
                <a:gd name="connsiteY17" fmla="*/ 565040 h 831227"/>
                <a:gd name="connsiteX18" fmla="*/ 0 w 1505064"/>
                <a:gd name="connsiteY18" fmla="*/ 580037 h 831227"/>
                <a:gd name="connsiteX19" fmla="*/ 0 w 1505064"/>
                <a:gd name="connsiteY19" fmla="*/ 621277 h 831227"/>
                <a:gd name="connsiteX20" fmla="*/ 7498 w 1505064"/>
                <a:gd name="connsiteY20" fmla="*/ 658768 h 831227"/>
                <a:gd name="connsiteX21" fmla="*/ 29993 w 1505064"/>
                <a:gd name="connsiteY21" fmla="*/ 711256 h 831227"/>
                <a:gd name="connsiteX22" fmla="*/ 41240 w 1505064"/>
                <a:gd name="connsiteY22" fmla="*/ 730001 h 831227"/>
                <a:gd name="connsiteX23" fmla="*/ 71233 w 1505064"/>
                <a:gd name="connsiteY23" fmla="*/ 763743 h 831227"/>
                <a:gd name="connsiteX24" fmla="*/ 221198 w 1505064"/>
                <a:gd name="connsiteY24" fmla="*/ 823729 h 831227"/>
                <a:gd name="connsiteX25" fmla="*/ 221198 w 1505064"/>
                <a:gd name="connsiteY25" fmla="*/ 831228 h 831227"/>
                <a:gd name="connsiteX26" fmla="*/ 1289698 w 1505064"/>
                <a:gd name="connsiteY26" fmla="*/ 831228 h 831227"/>
                <a:gd name="connsiteX27" fmla="*/ 1383426 w 1505064"/>
                <a:gd name="connsiteY27" fmla="*/ 812482 h 831227"/>
                <a:gd name="connsiteX28" fmla="*/ 1458408 w 1505064"/>
                <a:gd name="connsiteY28" fmla="*/ 756245 h 831227"/>
                <a:gd name="connsiteX29" fmla="*/ 1503398 w 1505064"/>
                <a:gd name="connsiteY29" fmla="*/ 673765 h 831227"/>
                <a:gd name="connsiteX30" fmla="*/ 1503398 w 1505064"/>
                <a:gd name="connsiteY30" fmla="*/ 580037 h 831227"/>
                <a:gd name="connsiteX31" fmla="*/ 1473405 w 1505064"/>
                <a:gd name="connsiteY31" fmla="*/ 658768 h 831227"/>
                <a:gd name="connsiteX32" fmla="*/ 1432165 w 1505064"/>
                <a:gd name="connsiteY32" fmla="*/ 733750 h 831227"/>
                <a:gd name="connsiteX33" fmla="*/ 1364680 w 1505064"/>
                <a:gd name="connsiteY33" fmla="*/ 782489 h 831227"/>
                <a:gd name="connsiteX34" fmla="*/ 1282200 w 1505064"/>
                <a:gd name="connsiteY34" fmla="*/ 801235 h 831227"/>
                <a:gd name="connsiteX35" fmla="*/ 213700 w 1505064"/>
                <a:gd name="connsiteY35" fmla="*/ 801235 h 831227"/>
                <a:gd name="connsiteX36" fmla="*/ 78732 w 1505064"/>
                <a:gd name="connsiteY36" fmla="*/ 752496 h 831227"/>
                <a:gd name="connsiteX37" fmla="*/ 14996 w 1505064"/>
                <a:gd name="connsiteY37" fmla="*/ 621277 h 831227"/>
                <a:gd name="connsiteX38" fmla="*/ 56237 w 1505064"/>
                <a:gd name="connsiteY38" fmla="*/ 482559 h 831227"/>
                <a:gd name="connsiteX39" fmla="*/ 179958 w 1505064"/>
                <a:gd name="connsiteY39" fmla="*/ 407577 h 831227"/>
                <a:gd name="connsiteX40" fmla="*/ 194954 w 1505064"/>
                <a:gd name="connsiteY40" fmla="*/ 396329 h 831227"/>
                <a:gd name="connsiteX41" fmla="*/ 198703 w 1505064"/>
                <a:gd name="connsiteY41" fmla="*/ 377584 h 831227"/>
                <a:gd name="connsiteX42" fmla="*/ 217449 w 1505064"/>
                <a:gd name="connsiteY42" fmla="*/ 167633 h 831227"/>
                <a:gd name="connsiteX43" fmla="*/ 284933 w 1505064"/>
                <a:gd name="connsiteY43" fmla="*/ 85152 h 831227"/>
                <a:gd name="connsiteX44" fmla="*/ 299930 w 1505064"/>
                <a:gd name="connsiteY44" fmla="*/ 73905 h 831227"/>
                <a:gd name="connsiteX45" fmla="*/ 318675 w 1505064"/>
                <a:gd name="connsiteY45" fmla="*/ 58909 h 831227"/>
                <a:gd name="connsiteX46" fmla="*/ 333672 w 1505064"/>
                <a:gd name="connsiteY46" fmla="*/ 51410 h 831227"/>
                <a:gd name="connsiteX47" fmla="*/ 378661 w 1505064"/>
                <a:gd name="connsiteY47" fmla="*/ 32665 h 831227"/>
                <a:gd name="connsiteX48" fmla="*/ 588612 w 1505064"/>
                <a:gd name="connsiteY48" fmla="*/ 47661 h 831227"/>
                <a:gd name="connsiteX49" fmla="*/ 719831 w 1505064"/>
                <a:gd name="connsiteY49" fmla="*/ 205124 h 831227"/>
                <a:gd name="connsiteX50" fmla="*/ 738577 w 1505064"/>
                <a:gd name="connsiteY50" fmla="*/ 220121 h 831227"/>
                <a:gd name="connsiteX51" fmla="*/ 761072 w 1505064"/>
                <a:gd name="connsiteY51" fmla="*/ 212623 h 831227"/>
                <a:gd name="connsiteX52" fmla="*/ 1046005 w 1505064"/>
                <a:gd name="connsiteY52" fmla="*/ 137640 h 831227"/>
                <a:gd name="connsiteX53" fmla="*/ 1195970 w 1505064"/>
                <a:gd name="connsiteY53" fmla="*/ 385082 h 831227"/>
                <a:gd name="connsiteX54" fmla="*/ 1203468 w 1505064"/>
                <a:gd name="connsiteY54" fmla="*/ 403828 h 831227"/>
                <a:gd name="connsiteX55" fmla="*/ 1225963 w 1505064"/>
                <a:gd name="connsiteY55" fmla="*/ 407577 h 831227"/>
                <a:gd name="connsiteX56" fmla="*/ 1312193 w 1505064"/>
                <a:gd name="connsiteY56" fmla="*/ 403828 h 831227"/>
                <a:gd name="connsiteX57" fmla="*/ 1390924 w 1505064"/>
                <a:gd name="connsiteY57" fmla="*/ 433821 h 831227"/>
                <a:gd name="connsiteX58" fmla="*/ 1450910 w 1505064"/>
                <a:gd name="connsiteY58" fmla="*/ 493807 h 831227"/>
                <a:gd name="connsiteX59" fmla="*/ 1480903 w 1505064"/>
                <a:gd name="connsiteY59" fmla="*/ 572538 h 831227"/>
                <a:gd name="connsiteX60" fmla="*/ 1473405 w 1505064"/>
                <a:gd name="connsiteY60" fmla="*/ 658768 h 831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05064" h="831227">
                  <a:moveTo>
                    <a:pt x="1503398" y="580037"/>
                  </a:moveTo>
                  <a:cubicBezTo>
                    <a:pt x="1495900" y="546294"/>
                    <a:pt x="1488401" y="516301"/>
                    <a:pt x="1469656" y="490058"/>
                  </a:cubicBezTo>
                  <a:cubicBezTo>
                    <a:pt x="1450910" y="463814"/>
                    <a:pt x="1428415" y="441319"/>
                    <a:pt x="1402172" y="422573"/>
                  </a:cubicBezTo>
                  <a:cubicBezTo>
                    <a:pt x="1372179" y="403828"/>
                    <a:pt x="1342186" y="392580"/>
                    <a:pt x="1312193" y="388831"/>
                  </a:cubicBezTo>
                  <a:cubicBezTo>
                    <a:pt x="1282200" y="385082"/>
                    <a:pt x="1248458" y="388831"/>
                    <a:pt x="1218465" y="396329"/>
                  </a:cubicBezTo>
                  <a:cubicBezTo>
                    <a:pt x="1244708" y="133891"/>
                    <a:pt x="907287" y="-4827"/>
                    <a:pt x="742326" y="205124"/>
                  </a:cubicBezTo>
                  <a:cubicBezTo>
                    <a:pt x="716082" y="130142"/>
                    <a:pt x="663595" y="66407"/>
                    <a:pt x="592361" y="32665"/>
                  </a:cubicBezTo>
                  <a:cubicBezTo>
                    <a:pt x="521128" y="-4827"/>
                    <a:pt x="438647" y="-8576"/>
                    <a:pt x="363665" y="13919"/>
                  </a:cubicBezTo>
                  <a:cubicBezTo>
                    <a:pt x="359916" y="13919"/>
                    <a:pt x="356167" y="17668"/>
                    <a:pt x="352417" y="17668"/>
                  </a:cubicBezTo>
                  <a:cubicBezTo>
                    <a:pt x="344919" y="21417"/>
                    <a:pt x="337421" y="21417"/>
                    <a:pt x="333672" y="25166"/>
                  </a:cubicBezTo>
                  <a:cubicBezTo>
                    <a:pt x="273686" y="51410"/>
                    <a:pt x="224947" y="100149"/>
                    <a:pt x="194954" y="160135"/>
                  </a:cubicBezTo>
                  <a:cubicBezTo>
                    <a:pt x="161212" y="227619"/>
                    <a:pt x="153714" y="306351"/>
                    <a:pt x="176209" y="381333"/>
                  </a:cubicBezTo>
                  <a:cubicBezTo>
                    <a:pt x="176209" y="381333"/>
                    <a:pt x="176209" y="381333"/>
                    <a:pt x="176209" y="385082"/>
                  </a:cubicBezTo>
                  <a:cubicBezTo>
                    <a:pt x="123721" y="392580"/>
                    <a:pt x="74982" y="422573"/>
                    <a:pt x="41240" y="467563"/>
                  </a:cubicBezTo>
                  <a:cubicBezTo>
                    <a:pt x="26244" y="486308"/>
                    <a:pt x="14996" y="508803"/>
                    <a:pt x="7498" y="531298"/>
                  </a:cubicBezTo>
                  <a:cubicBezTo>
                    <a:pt x="7498" y="535047"/>
                    <a:pt x="3749" y="542545"/>
                    <a:pt x="3749" y="546294"/>
                  </a:cubicBezTo>
                  <a:cubicBezTo>
                    <a:pt x="3749" y="550043"/>
                    <a:pt x="3749" y="550043"/>
                    <a:pt x="3749" y="553793"/>
                  </a:cubicBezTo>
                  <a:cubicBezTo>
                    <a:pt x="3749" y="557542"/>
                    <a:pt x="3749" y="561291"/>
                    <a:pt x="0" y="565040"/>
                  </a:cubicBezTo>
                  <a:cubicBezTo>
                    <a:pt x="0" y="568789"/>
                    <a:pt x="0" y="572538"/>
                    <a:pt x="0" y="580037"/>
                  </a:cubicBezTo>
                  <a:cubicBezTo>
                    <a:pt x="0" y="595033"/>
                    <a:pt x="0" y="606280"/>
                    <a:pt x="0" y="621277"/>
                  </a:cubicBezTo>
                  <a:cubicBezTo>
                    <a:pt x="3749" y="632524"/>
                    <a:pt x="3749" y="647521"/>
                    <a:pt x="7498" y="658768"/>
                  </a:cubicBezTo>
                  <a:cubicBezTo>
                    <a:pt x="11247" y="677514"/>
                    <a:pt x="18746" y="696259"/>
                    <a:pt x="29993" y="711256"/>
                  </a:cubicBezTo>
                  <a:cubicBezTo>
                    <a:pt x="33742" y="718754"/>
                    <a:pt x="37491" y="726252"/>
                    <a:pt x="41240" y="730001"/>
                  </a:cubicBezTo>
                  <a:cubicBezTo>
                    <a:pt x="48739" y="741249"/>
                    <a:pt x="59986" y="752496"/>
                    <a:pt x="71233" y="763743"/>
                  </a:cubicBezTo>
                  <a:cubicBezTo>
                    <a:pt x="112474" y="801235"/>
                    <a:pt x="164961" y="823729"/>
                    <a:pt x="221198" y="823729"/>
                  </a:cubicBezTo>
                  <a:lnTo>
                    <a:pt x="221198" y="831228"/>
                  </a:lnTo>
                  <a:lnTo>
                    <a:pt x="1289698" y="831228"/>
                  </a:lnTo>
                  <a:cubicBezTo>
                    <a:pt x="1323440" y="831228"/>
                    <a:pt x="1353433" y="823729"/>
                    <a:pt x="1383426" y="812482"/>
                  </a:cubicBezTo>
                  <a:cubicBezTo>
                    <a:pt x="1409670" y="797486"/>
                    <a:pt x="1435914" y="778740"/>
                    <a:pt x="1458408" y="756245"/>
                  </a:cubicBezTo>
                  <a:cubicBezTo>
                    <a:pt x="1477154" y="733750"/>
                    <a:pt x="1495900" y="703757"/>
                    <a:pt x="1503398" y="673765"/>
                  </a:cubicBezTo>
                  <a:cubicBezTo>
                    <a:pt x="1503398" y="643771"/>
                    <a:pt x="1507147" y="610029"/>
                    <a:pt x="1503398" y="580037"/>
                  </a:cubicBezTo>
                  <a:close/>
                  <a:moveTo>
                    <a:pt x="1473405" y="658768"/>
                  </a:moveTo>
                  <a:cubicBezTo>
                    <a:pt x="1465907" y="688761"/>
                    <a:pt x="1450910" y="711256"/>
                    <a:pt x="1432165" y="733750"/>
                  </a:cubicBezTo>
                  <a:cubicBezTo>
                    <a:pt x="1413419" y="752496"/>
                    <a:pt x="1390924" y="771242"/>
                    <a:pt x="1364680" y="782489"/>
                  </a:cubicBezTo>
                  <a:cubicBezTo>
                    <a:pt x="1338436" y="793736"/>
                    <a:pt x="1312193" y="801235"/>
                    <a:pt x="1282200" y="801235"/>
                  </a:cubicBezTo>
                  <a:lnTo>
                    <a:pt x="213700" y="801235"/>
                  </a:lnTo>
                  <a:cubicBezTo>
                    <a:pt x="164961" y="801235"/>
                    <a:pt x="116223" y="782489"/>
                    <a:pt x="78732" y="752496"/>
                  </a:cubicBezTo>
                  <a:cubicBezTo>
                    <a:pt x="41240" y="715005"/>
                    <a:pt x="18746" y="670015"/>
                    <a:pt x="14996" y="621277"/>
                  </a:cubicBezTo>
                  <a:cubicBezTo>
                    <a:pt x="11247" y="572538"/>
                    <a:pt x="26244" y="523800"/>
                    <a:pt x="56237" y="482559"/>
                  </a:cubicBezTo>
                  <a:cubicBezTo>
                    <a:pt x="86230" y="445068"/>
                    <a:pt x="131219" y="415075"/>
                    <a:pt x="179958" y="407577"/>
                  </a:cubicBezTo>
                  <a:cubicBezTo>
                    <a:pt x="187456" y="403828"/>
                    <a:pt x="191205" y="400079"/>
                    <a:pt x="194954" y="396329"/>
                  </a:cubicBezTo>
                  <a:cubicBezTo>
                    <a:pt x="198703" y="388831"/>
                    <a:pt x="202453" y="385082"/>
                    <a:pt x="198703" y="377584"/>
                  </a:cubicBezTo>
                  <a:cubicBezTo>
                    <a:pt x="176209" y="306351"/>
                    <a:pt x="183707" y="231368"/>
                    <a:pt x="217449" y="167633"/>
                  </a:cubicBezTo>
                  <a:cubicBezTo>
                    <a:pt x="236195" y="133891"/>
                    <a:pt x="258689" y="107647"/>
                    <a:pt x="284933" y="85152"/>
                  </a:cubicBezTo>
                  <a:cubicBezTo>
                    <a:pt x="288682" y="81403"/>
                    <a:pt x="296181" y="77654"/>
                    <a:pt x="299930" y="73905"/>
                  </a:cubicBezTo>
                  <a:cubicBezTo>
                    <a:pt x="307428" y="70156"/>
                    <a:pt x="311177" y="66407"/>
                    <a:pt x="318675" y="58909"/>
                  </a:cubicBezTo>
                  <a:cubicBezTo>
                    <a:pt x="322424" y="55159"/>
                    <a:pt x="329923" y="51410"/>
                    <a:pt x="333672" y="51410"/>
                  </a:cubicBezTo>
                  <a:cubicBezTo>
                    <a:pt x="348668" y="43912"/>
                    <a:pt x="363665" y="36414"/>
                    <a:pt x="378661" y="32665"/>
                  </a:cubicBezTo>
                  <a:cubicBezTo>
                    <a:pt x="449895" y="10170"/>
                    <a:pt x="521128" y="13919"/>
                    <a:pt x="588612" y="47661"/>
                  </a:cubicBezTo>
                  <a:cubicBezTo>
                    <a:pt x="652347" y="77654"/>
                    <a:pt x="701086" y="133891"/>
                    <a:pt x="719831" y="205124"/>
                  </a:cubicBezTo>
                  <a:cubicBezTo>
                    <a:pt x="723580" y="212623"/>
                    <a:pt x="731079" y="220121"/>
                    <a:pt x="738577" y="220121"/>
                  </a:cubicBezTo>
                  <a:cubicBezTo>
                    <a:pt x="746075" y="223870"/>
                    <a:pt x="757323" y="220121"/>
                    <a:pt x="761072" y="212623"/>
                  </a:cubicBezTo>
                  <a:cubicBezTo>
                    <a:pt x="843552" y="107647"/>
                    <a:pt x="967273" y="103898"/>
                    <a:pt x="1046005" y="137640"/>
                  </a:cubicBezTo>
                  <a:cubicBezTo>
                    <a:pt x="1124737" y="167633"/>
                    <a:pt x="1210966" y="253863"/>
                    <a:pt x="1195970" y="385082"/>
                  </a:cubicBezTo>
                  <a:cubicBezTo>
                    <a:pt x="1195970" y="392580"/>
                    <a:pt x="1195970" y="400079"/>
                    <a:pt x="1203468" y="403828"/>
                  </a:cubicBezTo>
                  <a:cubicBezTo>
                    <a:pt x="1210966" y="407577"/>
                    <a:pt x="1218465" y="411326"/>
                    <a:pt x="1225963" y="407577"/>
                  </a:cubicBezTo>
                  <a:cubicBezTo>
                    <a:pt x="1255956" y="400079"/>
                    <a:pt x="1282200" y="400079"/>
                    <a:pt x="1312193" y="403828"/>
                  </a:cubicBezTo>
                  <a:cubicBezTo>
                    <a:pt x="1338436" y="407577"/>
                    <a:pt x="1368429" y="418824"/>
                    <a:pt x="1390924" y="433821"/>
                  </a:cubicBezTo>
                  <a:cubicBezTo>
                    <a:pt x="1417168" y="448817"/>
                    <a:pt x="1435914" y="467563"/>
                    <a:pt x="1450910" y="493807"/>
                  </a:cubicBezTo>
                  <a:cubicBezTo>
                    <a:pt x="1465907" y="516301"/>
                    <a:pt x="1477154" y="542545"/>
                    <a:pt x="1480903" y="572538"/>
                  </a:cubicBezTo>
                  <a:cubicBezTo>
                    <a:pt x="1484652" y="602531"/>
                    <a:pt x="1480903" y="628775"/>
                    <a:pt x="1473405" y="658768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66" name="Freeform: Shape 147">
              <a:extLst>
                <a:ext uri="{FF2B5EF4-FFF2-40B4-BE49-F238E27FC236}">
                  <a16:creationId xmlns:a16="http://schemas.microsoft.com/office/drawing/2014/main" id="{D37777CE-56C0-26AB-99B5-5E31BC01C117}"/>
                </a:ext>
              </a:extLst>
            </p:cNvPr>
            <p:cNvSpPr/>
            <p:nvPr/>
          </p:nvSpPr>
          <p:spPr>
            <a:xfrm>
              <a:off x="9733629" y="3230548"/>
              <a:ext cx="1556822" cy="874085"/>
            </a:xfrm>
            <a:custGeom>
              <a:avLst/>
              <a:gdLst>
                <a:gd name="connsiteX0" fmla="*/ 1552136 w 1556822"/>
                <a:gd name="connsiteY0" fmla="*/ 600400 h 874085"/>
                <a:gd name="connsiteX1" fmla="*/ 1514645 w 1556822"/>
                <a:gd name="connsiteY1" fmla="*/ 502923 h 874085"/>
                <a:gd name="connsiteX2" fmla="*/ 1439663 w 1556822"/>
                <a:gd name="connsiteY2" fmla="*/ 427940 h 874085"/>
                <a:gd name="connsiteX3" fmla="*/ 1342186 w 1556822"/>
                <a:gd name="connsiteY3" fmla="*/ 390449 h 874085"/>
                <a:gd name="connsiteX4" fmla="*/ 1267203 w 1556822"/>
                <a:gd name="connsiteY4" fmla="*/ 390449 h 874085"/>
                <a:gd name="connsiteX5" fmla="*/ 1087245 w 1556822"/>
                <a:gd name="connsiteY5" fmla="*/ 124261 h 874085"/>
                <a:gd name="connsiteX6" fmla="*/ 776068 w 1556822"/>
                <a:gd name="connsiteY6" fmla="*/ 184247 h 874085"/>
                <a:gd name="connsiteX7" fmla="*/ 629852 w 1556822"/>
                <a:gd name="connsiteY7" fmla="*/ 34283 h 874085"/>
                <a:gd name="connsiteX8" fmla="*/ 386160 w 1556822"/>
                <a:gd name="connsiteY8" fmla="*/ 15537 h 874085"/>
                <a:gd name="connsiteX9" fmla="*/ 356167 w 1556822"/>
                <a:gd name="connsiteY9" fmla="*/ 26784 h 874085"/>
                <a:gd name="connsiteX10" fmla="*/ 337421 w 1556822"/>
                <a:gd name="connsiteY10" fmla="*/ 38032 h 874085"/>
                <a:gd name="connsiteX11" fmla="*/ 318675 w 1556822"/>
                <a:gd name="connsiteY11" fmla="*/ 49279 h 874085"/>
                <a:gd name="connsiteX12" fmla="*/ 202453 w 1556822"/>
                <a:gd name="connsiteY12" fmla="*/ 173000 h 874085"/>
                <a:gd name="connsiteX13" fmla="*/ 172460 w 1556822"/>
                <a:gd name="connsiteY13" fmla="*/ 390449 h 874085"/>
                <a:gd name="connsiteX14" fmla="*/ 172460 w 1556822"/>
                <a:gd name="connsiteY14" fmla="*/ 394198 h 874085"/>
                <a:gd name="connsiteX15" fmla="*/ 44989 w 1556822"/>
                <a:gd name="connsiteY15" fmla="*/ 480428 h 874085"/>
                <a:gd name="connsiteX16" fmla="*/ 14997 w 1556822"/>
                <a:gd name="connsiteY16" fmla="*/ 532916 h 874085"/>
                <a:gd name="connsiteX17" fmla="*/ 14997 w 1556822"/>
                <a:gd name="connsiteY17" fmla="*/ 532916 h 874085"/>
                <a:gd name="connsiteX18" fmla="*/ 7498 w 1556822"/>
                <a:gd name="connsiteY18" fmla="*/ 551661 h 874085"/>
                <a:gd name="connsiteX19" fmla="*/ 7498 w 1556822"/>
                <a:gd name="connsiteY19" fmla="*/ 551661 h 874085"/>
                <a:gd name="connsiteX20" fmla="*/ 3749 w 1556822"/>
                <a:gd name="connsiteY20" fmla="*/ 570407 h 874085"/>
                <a:gd name="connsiteX21" fmla="*/ 0 w 1556822"/>
                <a:gd name="connsiteY21" fmla="*/ 589153 h 874085"/>
                <a:gd name="connsiteX22" fmla="*/ 0 w 1556822"/>
                <a:gd name="connsiteY22" fmla="*/ 607898 h 874085"/>
                <a:gd name="connsiteX23" fmla="*/ 0 w 1556822"/>
                <a:gd name="connsiteY23" fmla="*/ 611647 h 874085"/>
                <a:gd name="connsiteX24" fmla="*/ 0 w 1556822"/>
                <a:gd name="connsiteY24" fmla="*/ 626644 h 874085"/>
                <a:gd name="connsiteX25" fmla="*/ 0 w 1556822"/>
                <a:gd name="connsiteY25" fmla="*/ 630393 h 874085"/>
                <a:gd name="connsiteX26" fmla="*/ 0 w 1556822"/>
                <a:gd name="connsiteY26" fmla="*/ 649138 h 874085"/>
                <a:gd name="connsiteX27" fmla="*/ 18746 w 1556822"/>
                <a:gd name="connsiteY27" fmla="*/ 716623 h 874085"/>
                <a:gd name="connsiteX28" fmla="*/ 29993 w 1556822"/>
                <a:gd name="connsiteY28" fmla="*/ 739117 h 874085"/>
                <a:gd name="connsiteX29" fmla="*/ 44989 w 1556822"/>
                <a:gd name="connsiteY29" fmla="*/ 761612 h 874085"/>
                <a:gd name="connsiteX30" fmla="*/ 82481 w 1556822"/>
                <a:gd name="connsiteY30" fmla="*/ 806602 h 874085"/>
                <a:gd name="connsiteX31" fmla="*/ 247442 w 1556822"/>
                <a:gd name="connsiteY31" fmla="*/ 874086 h 874085"/>
                <a:gd name="connsiteX32" fmla="*/ 1315942 w 1556822"/>
                <a:gd name="connsiteY32" fmla="*/ 874086 h 874085"/>
                <a:gd name="connsiteX33" fmla="*/ 1424666 w 1556822"/>
                <a:gd name="connsiteY33" fmla="*/ 855340 h 874085"/>
                <a:gd name="connsiteX34" fmla="*/ 1507147 w 1556822"/>
                <a:gd name="connsiteY34" fmla="*/ 795354 h 874085"/>
                <a:gd name="connsiteX35" fmla="*/ 1555886 w 1556822"/>
                <a:gd name="connsiteY35" fmla="*/ 705375 h 874085"/>
                <a:gd name="connsiteX36" fmla="*/ 1552136 w 1556822"/>
                <a:gd name="connsiteY36" fmla="*/ 600400 h 874085"/>
                <a:gd name="connsiteX37" fmla="*/ 1495900 w 1556822"/>
                <a:gd name="connsiteY37" fmla="*/ 686630 h 874085"/>
                <a:gd name="connsiteX38" fmla="*/ 1454659 w 1556822"/>
                <a:gd name="connsiteY38" fmla="*/ 761612 h 874085"/>
                <a:gd name="connsiteX39" fmla="*/ 1387175 w 1556822"/>
                <a:gd name="connsiteY39" fmla="*/ 810351 h 874085"/>
                <a:gd name="connsiteX40" fmla="*/ 1304694 w 1556822"/>
                <a:gd name="connsiteY40" fmla="*/ 829096 h 874085"/>
                <a:gd name="connsiteX41" fmla="*/ 236195 w 1556822"/>
                <a:gd name="connsiteY41" fmla="*/ 829096 h 874085"/>
                <a:gd name="connsiteX42" fmla="*/ 101226 w 1556822"/>
                <a:gd name="connsiteY42" fmla="*/ 780358 h 874085"/>
                <a:gd name="connsiteX43" fmla="*/ 37491 w 1556822"/>
                <a:gd name="connsiteY43" fmla="*/ 649138 h 874085"/>
                <a:gd name="connsiteX44" fmla="*/ 78732 w 1556822"/>
                <a:gd name="connsiteY44" fmla="*/ 510421 h 874085"/>
                <a:gd name="connsiteX45" fmla="*/ 202453 w 1556822"/>
                <a:gd name="connsiteY45" fmla="*/ 435438 h 874085"/>
                <a:gd name="connsiteX46" fmla="*/ 217449 w 1556822"/>
                <a:gd name="connsiteY46" fmla="*/ 424191 h 874085"/>
                <a:gd name="connsiteX47" fmla="*/ 221198 w 1556822"/>
                <a:gd name="connsiteY47" fmla="*/ 405446 h 874085"/>
                <a:gd name="connsiteX48" fmla="*/ 239944 w 1556822"/>
                <a:gd name="connsiteY48" fmla="*/ 195495 h 874085"/>
                <a:gd name="connsiteX49" fmla="*/ 307428 w 1556822"/>
                <a:gd name="connsiteY49" fmla="*/ 113014 h 874085"/>
                <a:gd name="connsiteX50" fmla="*/ 322424 w 1556822"/>
                <a:gd name="connsiteY50" fmla="*/ 101767 h 874085"/>
                <a:gd name="connsiteX51" fmla="*/ 341170 w 1556822"/>
                <a:gd name="connsiteY51" fmla="*/ 86770 h 874085"/>
                <a:gd name="connsiteX52" fmla="*/ 356167 w 1556822"/>
                <a:gd name="connsiteY52" fmla="*/ 79272 h 874085"/>
                <a:gd name="connsiteX53" fmla="*/ 401156 w 1556822"/>
                <a:gd name="connsiteY53" fmla="*/ 60526 h 874085"/>
                <a:gd name="connsiteX54" fmla="*/ 611107 w 1556822"/>
                <a:gd name="connsiteY54" fmla="*/ 75523 h 874085"/>
                <a:gd name="connsiteX55" fmla="*/ 742326 w 1556822"/>
                <a:gd name="connsiteY55" fmla="*/ 232986 h 874085"/>
                <a:gd name="connsiteX56" fmla="*/ 761072 w 1556822"/>
                <a:gd name="connsiteY56" fmla="*/ 247982 h 874085"/>
                <a:gd name="connsiteX57" fmla="*/ 783566 w 1556822"/>
                <a:gd name="connsiteY57" fmla="*/ 240484 h 874085"/>
                <a:gd name="connsiteX58" fmla="*/ 1068500 w 1556822"/>
                <a:gd name="connsiteY58" fmla="*/ 165502 h 874085"/>
                <a:gd name="connsiteX59" fmla="*/ 1218465 w 1556822"/>
                <a:gd name="connsiteY59" fmla="*/ 412944 h 874085"/>
                <a:gd name="connsiteX60" fmla="*/ 1225963 w 1556822"/>
                <a:gd name="connsiteY60" fmla="*/ 431689 h 874085"/>
                <a:gd name="connsiteX61" fmla="*/ 1248458 w 1556822"/>
                <a:gd name="connsiteY61" fmla="*/ 435438 h 874085"/>
                <a:gd name="connsiteX62" fmla="*/ 1334687 w 1556822"/>
                <a:gd name="connsiteY62" fmla="*/ 431689 h 874085"/>
                <a:gd name="connsiteX63" fmla="*/ 1413419 w 1556822"/>
                <a:gd name="connsiteY63" fmla="*/ 461682 h 874085"/>
                <a:gd name="connsiteX64" fmla="*/ 1473405 w 1556822"/>
                <a:gd name="connsiteY64" fmla="*/ 521668 h 874085"/>
                <a:gd name="connsiteX65" fmla="*/ 1503398 w 1556822"/>
                <a:gd name="connsiteY65" fmla="*/ 600400 h 874085"/>
                <a:gd name="connsiteX66" fmla="*/ 1495900 w 1556822"/>
                <a:gd name="connsiteY66" fmla="*/ 686630 h 874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556822" h="874085">
                  <a:moveTo>
                    <a:pt x="1552136" y="600400"/>
                  </a:moveTo>
                  <a:cubicBezTo>
                    <a:pt x="1544638" y="566658"/>
                    <a:pt x="1533391" y="532916"/>
                    <a:pt x="1514645" y="502923"/>
                  </a:cubicBezTo>
                  <a:cubicBezTo>
                    <a:pt x="1492150" y="472930"/>
                    <a:pt x="1469656" y="446686"/>
                    <a:pt x="1439663" y="427940"/>
                  </a:cubicBezTo>
                  <a:cubicBezTo>
                    <a:pt x="1409670" y="409195"/>
                    <a:pt x="1375928" y="394198"/>
                    <a:pt x="1342186" y="390449"/>
                  </a:cubicBezTo>
                  <a:cubicBezTo>
                    <a:pt x="1315942" y="386700"/>
                    <a:pt x="1289698" y="386700"/>
                    <a:pt x="1267203" y="390449"/>
                  </a:cubicBezTo>
                  <a:cubicBezTo>
                    <a:pt x="1267203" y="270477"/>
                    <a:pt x="1199719" y="169251"/>
                    <a:pt x="1087245" y="124261"/>
                  </a:cubicBezTo>
                  <a:cubicBezTo>
                    <a:pt x="974772" y="79272"/>
                    <a:pt x="858549" y="101767"/>
                    <a:pt x="776068" y="184247"/>
                  </a:cubicBezTo>
                  <a:cubicBezTo>
                    <a:pt x="746075" y="120512"/>
                    <a:pt x="693588" y="68025"/>
                    <a:pt x="629852" y="34283"/>
                  </a:cubicBezTo>
                  <a:cubicBezTo>
                    <a:pt x="554870" y="-3209"/>
                    <a:pt x="468640" y="-10707"/>
                    <a:pt x="386160" y="15537"/>
                  </a:cubicBezTo>
                  <a:cubicBezTo>
                    <a:pt x="374912" y="19286"/>
                    <a:pt x="367414" y="23035"/>
                    <a:pt x="356167" y="26784"/>
                  </a:cubicBezTo>
                  <a:cubicBezTo>
                    <a:pt x="348668" y="30533"/>
                    <a:pt x="341170" y="30533"/>
                    <a:pt x="337421" y="38032"/>
                  </a:cubicBezTo>
                  <a:cubicBezTo>
                    <a:pt x="329923" y="41781"/>
                    <a:pt x="322424" y="45530"/>
                    <a:pt x="318675" y="49279"/>
                  </a:cubicBezTo>
                  <a:cubicBezTo>
                    <a:pt x="266188" y="79272"/>
                    <a:pt x="228696" y="124261"/>
                    <a:pt x="202453" y="173000"/>
                  </a:cubicBezTo>
                  <a:cubicBezTo>
                    <a:pt x="164961" y="240484"/>
                    <a:pt x="153714" y="315467"/>
                    <a:pt x="172460" y="390449"/>
                  </a:cubicBezTo>
                  <a:cubicBezTo>
                    <a:pt x="172460" y="390449"/>
                    <a:pt x="172460" y="394198"/>
                    <a:pt x="172460" y="394198"/>
                  </a:cubicBezTo>
                  <a:cubicBezTo>
                    <a:pt x="119972" y="409195"/>
                    <a:pt x="78732" y="439188"/>
                    <a:pt x="44989" y="480428"/>
                  </a:cubicBezTo>
                  <a:cubicBezTo>
                    <a:pt x="33742" y="495425"/>
                    <a:pt x="22495" y="514170"/>
                    <a:pt x="14997" y="532916"/>
                  </a:cubicBezTo>
                  <a:lnTo>
                    <a:pt x="14997" y="532916"/>
                  </a:lnTo>
                  <a:cubicBezTo>
                    <a:pt x="11247" y="540414"/>
                    <a:pt x="11247" y="544163"/>
                    <a:pt x="7498" y="551661"/>
                  </a:cubicBezTo>
                  <a:lnTo>
                    <a:pt x="7498" y="551661"/>
                  </a:lnTo>
                  <a:cubicBezTo>
                    <a:pt x="3749" y="559159"/>
                    <a:pt x="3749" y="562909"/>
                    <a:pt x="3749" y="570407"/>
                  </a:cubicBezTo>
                  <a:cubicBezTo>
                    <a:pt x="3749" y="577905"/>
                    <a:pt x="0" y="585403"/>
                    <a:pt x="0" y="589153"/>
                  </a:cubicBezTo>
                  <a:cubicBezTo>
                    <a:pt x="0" y="596651"/>
                    <a:pt x="0" y="600400"/>
                    <a:pt x="0" y="607898"/>
                  </a:cubicBezTo>
                  <a:cubicBezTo>
                    <a:pt x="0" y="607898"/>
                    <a:pt x="0" y="607898"/>
                    <a:pt x="0" y="611647"/>
                  </a:cubicBezTo>
                  <a:cubicBezTo>
                    <a:pt x="0" y="615396"/>
                    <a:pt x="0" y="622895"/>
                    <a:pt x="0" y="626644"/>
                  </a:cubicBezTo>
                  <a:cubicBezTo>
                    <a:pt x="0" y="626644"/>
                    <a:pt x="0" y="630393"/>
                    <a:pt x="0" y="630393"/>
                  </a:cubicBezTo>
                  <a:cubicBezTo>
                    <a:pt x="0" y="637891"/>
                    <a:pt x="0" y="641640"/>
                    <a:pt x="0" y="649138"/>
                  </a:cubicBezTo>
                  <a:cubicBezTo>
                    <a:pt x="3749" y="671633"/>
                    <a:pt x="7498" y="694128"/>
                    <a:pt x="18746" y="716623"/>
                  </a:cubicBezTo>
                  <a:cubicBezTo>
                    <a:pt x="22495" y="724121"/>
                    <a:pt x="26244" y="731619"/>
                    <a:pt x="29993" y="739117"/>
                  </a:cubicBezTo>
                  <a:cubicBezTo>
                    <a:pt x="33742" y="746616"/>
                    <a:pt x="37491" y="754114"/>
                    <a:pt x="44989" y="761612"/>
                  </a:cubicBezTo>
                  <a:cubicBezTo>
                    <a:pt x="56237" y="776609"/>
                    <a:pt x="67484" y="791605"/>
                    <a:pt x="82481" y="806602"/>
                  </a:cubicBezTo>
                  <a:cubicBezTo>
                    <a:pt x="127470" y="851591"/>
                    <a:pt x="187456" y="874086"/>
                    <a:pt x="247442" y="874086"/>
                  </a:cubicBezTo>
                  <a:lnTo>
                    <a:pt x="1315942" y="874086"/>
                  </a:lnTo>
                  <a:cubicBezTo>
                    <a:pt x="1353433" y="874086"/>
                    <a:pt x="1387175" y="866588"/>
                    <a:pt x="1424666" y="855340"/>
                  </a:cubicBezTo>
                  <a:cubicBezTo>
                    <a:pt x="1454659" y="844093"/>
                    <a:pt x="1484652" y="821598"/>
                    <a:pt x="1507147" y="795354"/>
                  </a:cubicBezTo>
                  <a:cubicBezTo>
                    <a:pt x="1529642" y="769110"/>
                    <a:pt x="1544638" y="739117"/>
                    <a:pt x="1555886" y="705375"/>
                  </a:cubicBezTo>
                  <a:cubicBezTo>
                    <a:pt x="1555886" y="671633"/>
                    <a:pt x="1559635" y="634142"/>
                    <a:pt x="1552136" y="600400"/>
                  </a:cubicBezTo>
                  <a:close/>
                  <a:moveTo>
                    <a:pt x="1495900" y="686630"/>
                  </a:moveTo>
                  <a:cubicBezTo>
                    <a:pt x="1488401" y="716623"/>
                    <a:pt x="1473405" y="739117"/>
                    <a:pt x="1454659" y="761612"/>
                  </a:cubicBezTo>
                  <a:cubicBezTo>
                    <a:pt x="1435914" y="780358"/>
                    <a:pt x="1413419" y="799103"/>
                    <a:pt x="1387175" y="810351"/>
                  </a:cubicBezTo>
                  <a:cubicBezTo>
                    <a:pt x="1360931" y="821598"/>
                    <a:pt x="1334687" y="829096"/>
                    <a:pt x="1304694" y="829096"/>
                  </a:cubicBezTo>
                  <a:lnTo>
                    <a:pt x="236195" y="829096"/>
                  </a:lnTo>
                  <a:cubicBezTo>
                    <a:pt x="187456" y="829096"/>
                    <a:pt x="138718" y="810351"/>
                    <a:pt x="101226" y="780358"/>
                  </a:cubicBezTo>
                  <a:cubicBezTo>
                    <a:pt x="63735" y="742867"/>
                    <a:pt x="41240" y="697877"/>
                    <a:pt x="37491" y="649138"/>
                  </a:cubicBezTo>
                  <a:cubicBezTo>
                    <a:pt x="33742" y="600400"/>
                    <a:pt x="48739" y="551661"/>
                    <a:pt x="78732" y="510421"/>
                  </a:cubicBezTo>
                  <a:cubicBezTo>
                    <a:pt x="108725" y="472930"/>
                    <a:pt x="153714" y="442937"/>
                    <a:pt x="202453" y="435438"/>
                  </a:cubicBezTo>
                  <a:cubicBezTo>
                    <a:pt x="209951" y="431689"/>
                    <a:pt x="213700" y="427940"/>
                    <a:pt x="217449" y="424191"/>
                  </a:cubicBezTo>
                  <a:cubicBezTo>
                    <a:pt x="221198" y="416693"/>
                    <a:pt x="224947" y="412944"/>
                    <a:pt x="221198" y="405446"/>
                  </a:cubicBezTo>
                  <a:cubicBezTo>
                    <a:pt x="198703" y="334212"/>
                    <a:pt x="206202" y="259230"/>
                    <a:pt x="239944" y="195495"/>
                  </a:cubicBezTo>
                  <a:cubicBezTo>
                    <a:pt x="258689" y="161753"/>
                    <a:pt x="281184" y="135509"/>
                    <a:pt x="307428" y="113014"/>
                  </a:cubicBezTo>
                  <a:cubicBezTo>
                    <a:pt x="311177" y="109265"/>
                    <a:pt x="318675" y="105516"/>
                    <a:pt x="322424" y="101767"/>
                  </a:cubicBezTo>
                  <a:cubicBezTo>
                    <a:pt x="329923" y="98018"/>
                    <a:pt x="333672" y="90519"/>
                    <a:pt x="341170" y="86770"/>
                  </a:cubicBezTo>
                  <a:cubicBezTo>
                    <a:pt x="344919" y="83021"/>
                    <a:pt x="352417" y="79272"/>
                    <a:pt x="356167" y="79272"/>
                  </a:cubicBezTo>
                  <a:cubicBezTo>
                    <a:pt x="371163" y="71774"/>
                    <a:pt x="386160" y="64275"/>
                    <a:pt x="401156" y="60526"/>
                  </a:cubicBezTo>
                  <a:cubicBezTo>
                    <a:pt x="472389" y="38032"/>
                    <a:pt x="543623" y="41781"/>
                    <a:pt x="611107" y="75523"/>
                  </a:cubicBezTo>
                  <a:cubicBezTo>
                    <a:pt x="674842" y="105516"/>
                    <a:pt x="723581" y="161753"/>
                    <a:pt x="742326" y="232986"/>
                  </a:cubicBezTo>
                  <a:cubicBezTo>
                    <a:pt x="746075" y="240484"/>
                    <a:pt x="753573" y="247982"/>
                    <a:pt x="761072" y="247982"/>
                  </a:cubicBezTo>
                  <a:cubicBezTo>
                    <a:pt x="768570" y="251732"/>
                    <a:pt x="779817" y="247982"/>
                    <a:pt x="783566" y="240484"/>
                  </a:cubicBezTo>
                  <a:cubicBezTo>
                    <a:pt x="866047" y="135509"/>
                    <a:pt x="989768" y="131760"/>
                    <a:pt x="1068500" y="165502"/>
                  </a:cubicBezTo>
                  <a:cubicBezTo>
                    <a:pt x="1147231" y="195495"/>
                    <a:pt x="1233461" y="281725"/>
                    <a:pt x="1218465" y="412944"/>
                  </a:cubicBezTo>
                  <a:cubicBezTo>
                    <a:pt x="1218465" y="420442"/>
                    <a:pt x="1218465" y="427940"/>
                    <a:pt x="1225963" y="431689"/>
                  </a:cubicBezTo>
                  <a:cubicBezTo>
                    <a:pt x="1233461" y="435438"/>
                    <a:pt x="1240959" y="439188"/>
                    <a:pt x="1248458" y="435438"/>
                  </a:cubicBezTo>
                  <a:cubicBezTo>
                    <a:pt x="1278451" y="427940"/>
                    <a:pt x="1304694" y="427940"/>
                    <a:pt x="1334687" y="431689"/>
                  </a:cubicBezTo>
                  <a:cubicBezTo>
                    <a:pt x="1360931" y="435438"/>
                    <a:pt x="1390924" y="446686"/>
                    <a:pt x="1413419" y="461682"/>
                  </a:cubicBezTo>
                  <a:cubicBezTo>
                    <a:pt x="1439663" y="476679"/>
                    <a:pt x="1458408" y="495425"/>
                    <a:pt x="1473405" y="521668"/>
                  </a:cubicBezTo>
                  <a:cubicBezTo>
                    <a:pt x="1488401" y="544163"/>
                    <a:pt x="1499649" y="570407"/>
                    <a:pt x="1503398" y="600400"/>
                  </a:cubicBezTo>
                  <a:cubicBezTo>
                    <a:pt x="1507147" y="630393"/>
                    <a:pt x="1503398" y="656637"/>
                    <a:pt x="1495900" y="686630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469" name="Graphic 468">
            <a:extLst>
              <a:ext uri="{FF2B5EF4-FFF2-40B4-BE49-F238E27FC236}">
                <a16:creationId xmlns:a16="http://schemas.microsoft.com/office/drawing/2014/main" id="{A98B6C80-17DB-9B6B-2AB8-39AEAFC248A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55523" y="4967137"/>
            <a:ext cx="530818" cy="530818"/>
          </a:xfrm>
          <a:prstGeom prst="rect">
            <a:avLst/>
          </a:prstGeom>
        </p:spPr>
      </p:pic>
      <p:sp>
        <p:nvSpPr>
          <p:cNvPr id="470" name="Freeform: Shape 34">
            <a:extLst>
              <a:ext uri="{FF2B5EF4-FFF2-40B4-BE49-F238E27FC236}">
                <a16:creationId xmlns:a16="http://schemas.microsoft.com/office/drawing/2014/main" id="{CD2A865A-6D02-1F11-6E12-8648D63EF863}"/>
              </a:ext>
            </a:extLst>
          </p:cNvPr>
          <p:cNvSpPr/>
          <p:nvPr/>
        </p:nvSpPr>
        <p:spPr>
          <a:xfrm>
            <a:off x="4722397" y="5007809"/>
            <a:ext cx="114424" cy="341414"/>
          </a:xfrm>
          <a:custGeom>
            <a:avLst/>
            <a:gdLst>
              <a:gd name="connsiteX0" fmla="*/ 0 w 249078"/>
              <a:gd name="connsiteY0" fmla="*/ 293132 h 743188"/>
              <a:gd name="connsiteX1" fmla="*/ 92869 w 249078"/>
              <a:gd name="connsiteY1" fmla="*/ 293132 h 743188"/>
              <a:gd name="connsiteX2" fmla="*/ 1429 w 249078"/>
              <a:gd name="connsiteY2" fmla="*/ 514588 h 743188"/>
              <a:gd name="connsiteX3" fmla="*/ 85725 w 249078"/>
              <a:gd name="connsiteY3" fmla="*/ 514588 h 743188"/>
              <a:gd name="connsiteX4" fmla="*/ 0 w 249078"/>
              <a:gd name="connsiteY4" fmla="*/ 743188 h 743188"/>
              <a:gd name="connsiteX5" fmla="*/ 210979 w 249078"/>
              <a:gd name="connsiteY5" fmla="*/ 445532 h 743188"/>
              <a:gd name="connsiteX6" fmla="*/ 123825 w 249078"/>
              <a:gd name="connsiteY6" fmla="*/ 445532 h 743188"/>
              <a:gd name="connsiteX7" fmla="*/ 233363 w 249078"/>
              <a:gd name="connsiteY7" fmla="*/ 221694 h 743188"/>
              <a:gd name="connsiteX8" fmla="*/ 147638 w 249078"/>
              <a:gd name="connsiteY8" fmla="*/ 221694 h 743188"/>
              <a:gd name="connsiteX9" fmla="*/ 249079 w 249078"/>
              <a:gd name="connsiteY9" fmla="*/ 238 h 743188"/>
              <a:gd name="connsiteX10" fmla="*/ 73343 w 249078"/>
              <a:gd name="connsiteY10" fmla="*/ 0 h 743188"/>
              <a:gd name="connsiteX11" fmla="*/ 0 w 249078"/>
              <a:gd name="connsiteY11" fmla="*/ 293132 h 74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9078" h="743188">
                <a:moveTo>
                  <a:pt x="0" y="293132"/>
                </a:moveTo>
                <a:lnTo>
                  <a:pt x="92869" y="293132"/>
                </a:lnTo>
                <a:lnTo>
                  <a:pt x="1429" y="514588"/>
                </a:lnTo>
                <a:lnTo>
                  <a:pt x="85725" y="514588"/>
                </a:lnTo>
                <a:lnTo>
                  <a:pt x="0" y="743188"/>
                </a:lnTo>
                <a:lnTo>
                  <a:pt x="210979" y="445532"/>
                </a:lnTo>
                <a:lnTo>
                  <a:pt x="123825" y="445532"/>
                </a:lnTo>
                <a:lnTo>
                  <a:pt x="233363" y="221694"/>
                </a:lnTo>
                <a:lnTo>
                  <a:pt x="147638" y="221694"/>
                </a:lnTo>
                <a:lnTo>
                  <a:pt x="249079" y="238"/>
                </a:lnTo>
                <a:lnTo>
                  <a:pt x="73343" y="0"/>
                </a:lnTo>
                <a:lnTo>
                  <a:pt x="0" y="293132"/>
                </a:lnTo>
                <a:close/>
              </a:path>
            </a:pathLst>
          </a:custGeom>
          <a:solidFill>
            <a:srgbClr val="844896"/>
          </a:solidFill>
          <a:ln w="9525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E1FB4985-E637-99EA-77F4-662FE6B9A10A}"/>
              </a:ext>
            </a:extLst>
          </p:cNvPr>
          <p:cNvSpPr txBox="1"/>
          <p:nvPr/>
        </p:nvSpPr>
        <p:spPr>
          <a:xfrm>
            <a:off x="4115596" y="5699679"/>
            <a:ext cx="1328025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“Airgap”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74" name="Picture 473">
            <a:extLst>
              <a:ext uri="{FF2B5EF4-FFF2-40B4-BE49-F238E27FC236}">
                <a16:creationId xmlns:a16="http://schemas.microsoft.com/office/drawing/2014/main" id="{920815C0-E3F9-C37E-8753-5D0143D45FD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6581049" y="5202515"/>
            <a:ext cx="199254" cy="199254"/>
          </a:xfrm>
          <a:prstGeom prst="rect">
            <a:avLst/>
          </a:prstGeom>
        </p:spPr>
      </p:pic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35D1F937-9EE1-6B20-92D3-072389410366}"/>
              </a:ext>
            </a:extLst>
          </p:cNvPr>
          <p:cNvCxnSpPr>
            <a:cxnSpLocks/>
          </p:cNvCxnSpPr>
          <p:nvPr/>
        </p:nvCxnSpPr>
        <p:spPr>
          <a:xfrm>
            <a:off x="3033007" y="5497954"/>
            <a:ext cx="2687062" cy="0"/>
          </a:xfrm>
          <a:prstGeom prst="straightConnector1">
            <a:avLst/>
          </a:prstGeom>
          <a:ln w="222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3FB38BB1-DE68-6550-EA4F-BB7C7F77BE5E}"/>
              </a:ext>
            </a:extLst>
          </p:cNvPr>
          <p:cNvSpPr/>
          <p:nvPr/>
        </p:nvSpPr>
        <p:spPr>
          <a:xfrm>
            <a:off x="5157852" y="5306186"/>
            <a:ext cx="341066" cy="341066"/>
          </a:xfrm>
          <a:prstGeom prst="ellipse">
            <a:avLst/>
          </a:prstGeom>
          <a:solidFill>
            <a:srgbClr val="7030A0"/>
          </a:solidFill>
          <a:ln w="12700" cap="flat" cmpd="sng" algn="ctr">
            <a:solidFill>
              <a:srgbClr val="83489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2</a:t>
            </a:r>
          </a:p>
        </p:txBody>
      </p:sp>
      <p:sp>
        <p:nvSpPr>
          <p:cNvPr id="480" name="Oval 479">
            <a:extLst>
              <a:ext uri="{FF2B5EF4-FFF2-40B4-BE49-F238E27FC236}">
                <a16:creationId xmlns:a16="http://schemas.microsoft.com/office/drawing/2014/main" id="{62354596-D3FF-814A-E8E4-F4880193DBE4}"/>
              </a:ext>
            </a:extLst>
          </p:cNvPr>
          <p:cNvSpPr/>
          <p:nvPr/>
        </p:nvSpPr>
        <p:spPr>
          <a:xfrm>
            <a:off x="2928961" y="5315722"/>
            <a:ext cx="341066" cy="341066"/>
          </a:xfrm>
          <a:prstGeom prst="ellipse">
            <a:avLst/>
          </a:prstGeom>
          <a:solidFill>
            <a:srgbClr val="7030A0"/>
          </a:solidFill>
          <a:ln w="12700" cap="flat" cmpd="sng" algn="ctr">
            <a:solidFill>
              <a:srgbClr val="83489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1</a:t>
            </a: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C03D266A-A2AA-89E0-A579-14A475F866C9}"/>
              </a:ext>
            </a:extLst>
          </p:cNvPr>
          <p:cNvSpPr txBox="1"/>
          <p:nvPr/>
        </p:nvSpPr>
        <p:spPr>
          <a:xfrm>
            <a:off x="4901465" y="6518659"/>
            <a:ext cx="2692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Tx/>
              <a:buFont typeface="System Font Regular"/>
              <a:buChar char="✅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 All Backups Replicated to AGP</a:t>
            </a:r>
          </a:p>
        </p:txBody>
      </p:sp>
      <p:pic>
        <p:nvPicPr>
          <p:cNvPr id="482" name="Picture 29">
            <a:extLst>
              <a:ext uri="{FF2B5EF4-FFF2-40B4-BE49-F238E27FC236}">
                <a16:creationId xmlns:a16="http://schemas.microsoft.com/office/drawing/2014/main" id="{E5350801-0E65-B80D-6DD7-069C88633F2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4551951" y="5249474"/>
            <a:ext cx="455316" cy="455316"/>
          </a:xfrm>
          <a:prstGeom prst="rect">
            <a:avLst/>
          </a:prstGeom>
        </p:spPr>
      </p:pic>
      <p:graphicFrame>
        <p:nvGraphicFramePr>
          <p:cNvPr id="485" name="Table 484">
            <a:extLst>
              <a:ext uri="{FF2B5EF4-FFF2-40B4-BE49-F238E27FC236}">
                <a16:creationId xmlns:a16="http://schemas.microsoft.com/office/drawing/2014/main" id="{20D3B8D5-6F7C-B07A-AA2E-F770DAE98C5E}"/>
              </a:ext>
            </a:extLst>
          </p:cNvPr>
          <p:cNvGraphicFramePr>
            <a:graphicFrameLocks noGrp="1"/>
          </p:cNvGraphicFramePr>
          <p:nvPr/>
        </p:nvGraphicFramePr>
        <p:xfrm>
          <a:off x="7880812" y="2819428"/>
          <a:ext cx="1814797" cy="1168193"/>
        </p:xfrm>
        <a:graphic>
          <a:graphicData uri="http://schemas.openxmlformats.org/drawingml/2006/table">
            <a:tbl>
              <a:tblPr firstRow="1" bandRow="1"/>
              <a:tblGrid>
                <a:gridCol w="1814797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</a:tblGrid>
              <a:tr h="2422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800" b="1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Data Security Posture Mgmt.</a:t>
                      </a: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4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530383"/>
                  </a:ext>
                </a:extLst>
              </a:tr>
              <a:tr h="242262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Forensic Scan for Impact</a:t>
                      </a: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943794"/>
                  </a:ext>
                </a:extLst>
              </a:tr>
              <a:tr h="6836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Work Sans" pitchFamily="2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</a:tbl>
          </a:graphicData>
        </a:graphic>
      </p:graphicFrame>
      <p:graphicFrame>
        <p:nvGraphicFramePr>
          <p:cNvPr id="486" name="Table 31">
            <a:extLst>
              <a:ext uri="{FF2B5EF4-FFF2-40B4-BE49-F238E27FC236}">
                <a16:creationId xmlns:a16="http://schemas.microsoft.com/office/drawing/2014/main" id="{786E860F-26C9-1644-35EA-88FF60CEAAB5}"/>
              </a:ext>
            </a:extLst>
          </p:cNvPr>
          <p:cNvGraphicFramePr>
            <a:graphicFrameLocks noGrp="1"/>
          </p:cNvGraphicFramePr>
          <p:nvPr/>
        </p:nvGraphicFramePr>
        <p:xfrm>
          <a:off x="10213161" y="4811283"/>
          <a:ext cx="1743368" cy="1171672"/>
        </p:xfrm>
        <a:graphic>
          <a:graphicData uri="http://schemas.openxmlformats.org/drawingml/2006/table">
            <a:tbl>
              <a:tblPr firstRow="1" bandRow="1"/>
              <a:tblGrid>
                <a:gridCol w="1743368">
                  <a:extLst>
                    <a:ext uri="{9D8B030D-6E8A-4147-A177-3AD203B41FA5}">
                      <a16:colId xmlns:a16="http://schemas.microsoft.com/office/drawing/2014/main" val="3468807398"/>
                    </a:ext>
                  </a:extLst>
                </a:gridCol>
              </a:tblGrid>
              <a:tr h="243841"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Threat Analysis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4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530383"/>
                  </a:ext>
                </a:extLst>
              </a:tr>
              <a:tr h="221674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+mn-lt"/>
                        </a:rPr>
                        <a:t>File &amp; VM AI Threat Scan</a:t>
                      </a: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  <a:tr h="706157">
                <a:tc>
                  <a:txBody>
                    <a:bodyPr/>
                    <a:lstStyle/>
                    <a:p>
                      <a:pPr marL="54864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File Entropy</a:t>
                      </a:r>
                    </a:p>
                    <a:p>
                      <a:pPr marL="54864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View Corrupt versions</a:t>
                      </a:r>
                    </a:p>
                    <a:p>
                      <a:pPr marL="54864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Quarantine Versions</a:t>
                      </a:r>
                    </a:p>
                    <a:p>
                      <a:pPr marL="54864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Signature Based Scan</a:t>
                      </a:r>
                    </a:p>
                    <a:p>
                      <a:pPr marL="54864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AI Zero Day Scan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78408"/>
                  </a:ext>
                </a:extLst>
              </a:tr>
            </a:tbl>
          </a:graphicData>
        </a:graphic>
      </p:graphicFrame>
      <p:graphicFrame>
        <p:nvGraphicFramePr>
          <p:cNvPr id="487" name="Table 31">
            <a:extLst>
              <a:ext uri="{FF2B5EF4-FFF2-40B4-BE49-F238E27FC236}">
                <a16:creationId xmlns:a16="http://schemas.microsoft.com/office/drawing/2014/main" id="{9BABF67E-511C-6A06-F2C1-BFC362E29AD1}"/>
              </a:ext>
            </a:extLst>
          </p:cNvPr>
          <p:cNvGraphicFramePr>
            <a:graphicFrameLocks noGrp="1"/>
          </p:cNvGraphicFramePr>
          <p:nvPr/>
        </p:nvGraphicFramePr>
        <p:xfrm>
          <a:off x="7538099" y="4811974"/>
          <a:ext cx="2574858" cy="1175143"/>
        </p:xfrm>
        <a:graphic>
          <a:graphicData uri="http://schemas.openxmlformats.org/drawingml/2006/table">
            <a:tbl>
              <a:tblPr firstRow="1" bandRow="1"/>
              <a:tblGrid>
                <a:gridCol w="1131396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  <a:gridCol w="1443462">
                  <a:extLst>
                    <a:ext uri="{9D8B030D-6E8A-4147-A177-3AD203B41FA5}">
                      <a16:colId xmlns:a16="http://schemas.microsoft.com/office/drawing/2014/main" val="990855320"/>
                    </a:ext>
                  </a:extLst>
                </a:gridCol>
              </a:tblGrid>
              <a:tr h="239205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05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800" b="1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Anomaly Detection (IoC’s)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41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530383"/>
                  </a:ext>
                </a:extLst>
              </a:tr>
              <a:tr h="2174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Pre- Detection</a:t>
                      </a: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In-line Backup</a:t>
                      </a: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  <a:tr h="7062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Live File Activity</a:t>
                      </a:r>
                    </a:p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Canary Files</a:t>
                      </a:r>
                    </a:p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C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Open Sans" panose="020B0606030504020204" pitchFamily="34" charset="0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Agentless VM CMDR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File Extension change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MIME Type Mismatch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Backup size change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78408"/>
                  </a:ext>
                </a:extLst>
              </a:tr>
            </a:tbl>
          </a:graphicData>
        </a:graphic>
      </p:graphicFrame>
      <p:sp>
        <p:nvSpPr>
          <p:cNvPr id="488" name="TextBox 487">
            <a:extLst>
              <a:ext uri="{FF2B5EF4-FFF2-40B4-BE49-F238E27FC236}">
                <a16:creationId xmlns:a16="http://schemas.microsoft.com/office/drawing/2014/main" id="{5A6997F8-7073-D8F4-E4A6-A5144D7B99CF}"/>
              </a:ext>
            </a:extLst>
          </p:cNvPr>
          <p:cNvSpPr txBox="1"/>
          <p:nvPr/>
        </p:nvSpPr>
        <p:spPr>
          <a:xfrm>
            <a:off x="10162394" y="6218043"/>
            <a:ext cx="18449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Quarantine &amp; Clean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3D4215E7-B9A8-ABC5-4320-8FF904F33430}"/>
              </a:ext>
            </a:extLst>
          </p:cNvPr>
          <p:cNvSpPr txBox="1"/>
          <p:nvPr/>
        </p:nvSpPr>
        <p:spPr>
          <a:xfrm>
            <a:off x="8461720" y="6219191"/>
            <a:ext cx="15463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Detect &amp; Protect</a:t>
            </a: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7EBD92E1-FD78-C5EC-A613-8D4935F0F47C}"/>
              </a:ext>
            </a:extLst>
          </p:cNvPr>
          <p:cNvSpPr txBox="1"/>
          <p:nvPr/>
        </p:nvSpPr>
        <p:spPr>
          <a:xfrm>
            <a:off x="7848788" y="3297324"/>
            <a:ext cx="18449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SaaS DB’s. Monitoring, Masking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IAM| Access | Permissions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Sensitive Data Remediation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92" name="Straight Connector 491">
            <a:extLst>
              <a:ext uri="{FF2B5EF4-FFF2-40B4-BE49-F238E27FC236}">
                <a16:creationId xmlns:a16="http://schemas.microsoft.com/office/drawing/2014/main" id="{2B3F0F53-35D6-A354-7608-A7895B5E8E0E}"/>
              </a:ext>
            </a:extLst>
          </p:cNvPr>
          <p:cNvCxnSpPr>
            <a:cxnSpLocks/>
          </p:cNvCxnSpPr>
          <p:nvPr/>
        </p:nvCxnSpPr>
        <p:spPr>
          <a:xfrm rot="10800000">
            <a:off x="8942399" y="5974363"/>
            <a:ext cx="0" cy="189047"/>
          </a:xfrm>
          <a:prstGeom prst="line">
            <a:avLst/>
          </a:prstGeom>
          <a:ln w="19050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Connector 492">
            <a:extLst>
              <a:ext uri="{FF2B5EF4-FFF2-40B4-BE49-F238E27FC236}">
                <a16:creationId xmlns:a16="http://schemas.microsoft.com/office/drawing/2014/main" id="{528F543F-F14B-516A-EDCD-D2931E9A3A32}"/>
              </a:ext>
            </a:extLst>
          </p:cNvPr>
          <p:cNvCxnSpPr>
            <a:cxnSpLocks/>
          </p:cNvCxnSpPr>
          <p:nvPr/>
        </p:nvCxnSpPr>
        <p:spPr>
          <a:xfrm rot="10800000">
            <a:off x="11131066" y="5993122"/>
            <a:ext cx="0" cy="189047"/>
          </a:xfrm>
          <a:prstGeom prst="line">
            <a:avLst/>
          </a:prstGeom>
          <a:ln w="19050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Connector 493">
            <a:extLst>
              <a:ext uri="{FF2B5EF4-FFF2-40B4-BE49-F238E27FC236}">
                <a16:creationId xmlns:a16="http://schemas.microsoft.com/office/drawing/2014/main" id="{07D6596C-A08B-12EE-E75E-9BB8C791BAB1}"/>
              </a:ext>
            </a:extLst>
          </p:cNvPr>
          <p:cNvCxnSpPr>
            <a:cxnSpLocks/>
          </p:cNvCxnSpPr>
          <p:nvPr/>
        </p:nvCxnSpPr>
        <p:spPr>
          <a:xfrm rot="10800000">
            <a:off x="9283738" y="3990521"/>
            <a:ext cx="0" cy="189047"/>
          </a:xfrm>
          <a:prstGeom prst="line">
            <a:avLst/>
          </a:prstGeom>
          <a:ln w="19050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8" name="Rectangle: Rounded Corners 22">
            <a:extLst>
              <a:ext uri="{FF2B5EF4-FFF2-40B4-BE49-F238E27FC236}">
                <a16:creationId xmlns:a16="http://schemas.microsoft.com/office/drawing/2014/main" id="{22D7B5F9-77C9-087C-DAD1-D4AB72ABC6D8}"/>
              </a:ext>
            </a:extLst>
          </p:cNvPr>
          <p:cNvSpPr/>
          <p:nvPr/>
        </p:nvSpPr>
        <p:spPr>
          <a:xfrm>
            <a:off x="7539040" y="620179"/>
            <a:ext cx="2692484" cy="981105"/>
          </a:xfrm>
          <a:prstGeom prst="roundRect">
            <a:avLst>
              <a:gd name="adj" fmla="val 5858"/>
            </a:avLst>
          </a:prstGeom>
          <a:gradFill>
            <a:gsLst>
              <a:gs pos="1000">
                <a:srgbClr val="7030A0"/>
              </a:gs>
              <a:gs pos="50000">
                <a:srgbClr val="000218">
                  <a:lumMod val="100000"/>
                </a:srgbClr>
              </a:gs>
            </a:gsLst>
            <a:lin ang="5400000" scaled="1"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9" name="TextBox 27">
            <a:extLst>
              <a:ext uri="{FF2B5EF4-FFF2-40B4-BE49-F238E27FC236}">
                <a16:creationId xmlns:a16="http://schemas.microsoft.com/office/drawing/2014/main" id="{EDD66474-E75D-10CA-1E1E-E1F08FF24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8702" y="1209311"/>
            <a:ext cx="952058" cy="19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 / ENTRA ID</a:t>
            </a:r>
          </a:p>
        </p:txBody>
      </p: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1884F7DE-BEC9-1136-C537-B08B89533124}"/>
              </a:ext>
            </a:extLst>
          </p:cNvPr>
          <p:cNvCxnSpPr>
            <a:stCxn id="498" idx="0"/>
            <a:endCxn id="498" idx="2"/>
          </p:cNvCxnSpPr>
          <p:nvPr/>
        </p:nvCxnSpPr>
        <p:spPr>
          <a:xfrm>
            <a:off x="8885282" y="620179"/>
            <a:ext cx="0" cy="981105"/>
          </a:xfrm>
          <a:prstGeom prst="line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B06CAD5-BD8F-86B0-3F0E-F3643D923708}"/>
              </a:ext>
            </a:extLst>
          </p:cNvPr>
          <p:cNvSpPr txBox="1"/>
          <p:nvPr/>
        </p:nvSpPr>
        <p:spPr>
          <a:xfrm>
            <a:off x="7512546" y="1270830"/>
            <a:ext cx="13890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0B42E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Protected</a:t>
            </a:r>
          </a:p>
        </p:txBody>
      </p:sp>
      <p:pic>
        <p:nvPicPr>
          <p:cNvPr id="68" name="Picture 2" descr="Microsoft Entra ID - Wikipedia">
            <a:extLst>
              <a:ext uri="{FF2B5EF4-FFF2-40B4-BE49-F238E27FC236}">
                <a16:creationId xmlns:a16="http://schemas.microsoft.com/office/drawing/2014/main" id="{51EF00A3-9582-1BAF-F9E1-C1FE25578950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246" y="754077"/>
            <a:ext cx="376971" cy="376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6E29FACE-FB3D-E922-829B-65936AFCB743}"/>
              </a:ext>
            </a:extLst>
          </p:cNvPr>
          <p:cNvSpPr txBox="1"/>
          <p:nvPr/>
        </p:nvSpPr>
        <p:spPr>
          <a:xfrm>
            <a:off x="7933147" y="4234848"/>
            <a:ext cx="2191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Forensic Analysis (PII)</a:t>
            </a:r>
          </a:p>
        </p:txBody>
      </p:sp>
      <p:graphicFrame>
        <p:nvGraphicFramePr>
          <p:cNvPr id="118" name="Table 117">
            <a:extLst>
              <a:ext uri="{FF2B5EF4-FFF2-40B4-BE49-F238E27FC236}">
                <a16:creationId xmlns:a16="http://schemas.microsoft.com/office/drawing/2014/main" id="{72212C21-E82F-FFB2-AD7F-78D48DA31131}"/>
              </a:ext>
            </a:extLst>
          </p:cNvPr>
          <p:cNvGraphicFramePr>
            <a:graphicFrameLocks noGrp="1"/>
          </p:cNvGraphicFramePr>
          <p:nvPr/>
        </p:nvGraphicFramePr>
        <p:xfrm>
          <a:off x="10689806" y="597685"/>
          <a:ext cx="1413630" cy="1916001"/>
        </p:xfrm>
        <a:graphic>
          <a:graphicData uri="http://schemas.openxmlformats.org/drawingml/2006/table">
            <a:tbl>
              <a:tblPr firstRow="1" bandRow="1"/>
              <a:tblGrid>
                <a:gridCol w="1413630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</a:tblGrid>
              <a:tr h="24645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err="1">
                          <a:solidFill>
                            <a:schemeClr val="bg1"/>
                          </a:solidFill>
                        </a:rPr>
                        <a:t>AirGap</a:t>
                      </a: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 Protect</a:t>
                      </a:r>
                    </a:p>
                  </a:txBody>
                  <a:tcPr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">
                          <a:srgbClr val="7030A0"/>
                        </a:gs>
                        <a:gs pos="50000">
                          <a:srgbClr val="000218">
                            <a:lumMod val="10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23956542"/>
                  </a:ext>
                </a:extLst>
              </a:tr>
              <a:tr h="10380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SaaS Tenant</a:t>
                      </a:r>
                    </a:p>
                  </a:txBody>
                  <a:tcPr anchor="b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917184"/>
                  </a:ext>
                </a:extLst>
              </a:tr>
              <a:tr h="6314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A3C9">
                            <a:lumMod val="60000"/>
                            <a:lumOff val="40000"/>
                          </a:srgb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Arial"/>
                          <a:sym typeface="Arial"/>
                        </a:rPr>
                        <a:t>Immutable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A3C9">
                            <a:lumMod val="60000"/>
                            <a:lumOff val="40000"/>
                          </a:srgb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Arial"/>
                          <a:sym typeface="Arial"/>
                        </a:rPr>
                        <a:t>Deduped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A3C9">
                            <a:lumMod val="60000"/>
                            <a:lumOff val="40000"/>
                          </a:srgb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Arial"/>
                          <a:sym typeface="Arial"/>
                        </a:rPr>
                        <a:t>Encrypted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</a:tbl>
          </a:graphicData>
        </a:graphic>
      </p:graphicFrame>
      <p:grpSp>
        <p:nvGrpSpPr>
          <p:cNvPr id="119" name="Graphic 9">
            <a:extLst>
              <a:ext uri="{FF2B5EF4-FFF2-40B4-BE49-F238E27FC236}">
                <a16:creationId xmlns:a16="http://schemas.microsoft.com/office/drawing/2014/main" id="{E93F692E-6B5A-8F51-3448-8A44447EC68E}"/>
              </a:ext>
            </a:extLst>
          </p:cNvPr>
          <p:cNvGrpSpPr/>
          <p:nvPr/>
        </p:nvGrpSpPr>
        <p:grpSpPr>
          <a:xfrm>
            <a:off x="10800466" y="919401"/>
            <a:ext cx="1190477" cy="681883"/>
            <a:chOff x="9733629" y="3230548"/>
            <a:chExt cx="1556822" cy="874085"/>
          </a:xfrm>
          <a:solidFill>
            <a:schemeClr val="accent1"/>
          </a:solidFill>
        </p:grpSpPr>
        <p:sp>
          <p:nvSpPr>
            <p:cNvPr id="120" name="Freeform: Shape 146">
              <a:extLst>
                <a:ext uri="{FF2B5EF4-FFF2-40B4-BE49-F238E27FC236}">
                  <a16:creationId xmlns:a16="http://schemas.microsoft.com/office/drawing/2014/main" id="{6CC531B0-ABFE-887C-D189-F3625306D7C1}"/>
                </a:ext>
              </a:extLst>
            </p:cNvPr>
            <p:cNvSpPr/>
            <p:nvPr/>
          </p:nvSpPr>
          <p:spPr>
            <a:xfrm>
              <a:off x="9756124" y="3258410"/>
              <a:ext cx="1505064" cy="831227"/>
            </a:xfrm>
            <a:custGeom>
              <a:avLst/>
              <a:gdLst>
                <a:gd name="connsiteX0" fmla="*/ 1503398 w 1505064"/>
                <a:gd name="connsiteY0" fmla="*/ 580037 h 831227"/>
                <a:gd name="connsiteX1" fmla="*/ 1469656 w 1505064"/>
                <a:gd name="connsiteY1" fmla="*/ 490058 h 831227"/>
                <a:gd name="connsiteX2" fmla="*/ 1402172 w 1505064"/>
                <a:gd name="connsiteY2" fmla="*/ 422573 h 831227"/>
                <a:gd name="connsiteX3" fmla="*/ 1312193 w 1505064"/>
                <a:gd name="connsiteY3" fmla="*/ 388831 h 831227"/>
                <a:gd name="connsiteX4" fmla="*/ 1218465 w 1505064"/>
                <a:gd name="connsiteY4" fmla="*/ 396329 h 831227"/>
                <a:gd name="connsiteX5" fmla="*/ 742326 w 1505064"/>
                <a:gd name="connsiteY5" fmla="*/ 205124 h 831227"/>
                <a:gd name="connsiteX6" fmla="*/ 592361 w 1505064"/>
                <a:gd name="connsiteY6" fmla="*/ 32665 h 831227"/>
                <a:gd name="connsiteX7" fmla="*/ 363665 w 1505064"/>
                <a:gd name="connsiteY7" fmla="*/ 13919 h 831227"/>
                <a:gd name="connsiteX8" fmla="*/ 352417 w 1505064"/>
                <a:gd name="connsiteY8" fmla="*/ 17668 h 831227"/>
                <a:gd name="connsiteX9" fmla="*/ 333672 w 1505064"/>
                <a:gd name="connsiteY9" fmla="*/ 25166 h 831227"/>
                <a:gd name="connsiteX10" fmla="*/ 194954 w 1505064"/>
                <a:gd name="connsiteY10" fmla="*/ 160135 h 831227"/>
                <a:gd name="connsiteX11" fmla="*/ 176209 w 1505064"/>
                <a:gd name="connsiteY11" fmla="*/ 381333 h 831227"/>
                <a:gd name="connsiteX12" fmla="*/ 176209 w 1505064"/>
                <a:gd name="connsiteY12" fmla="*/ 385082 h 831227"/>
                <a:gd name="connsiteX13" fmla="*/ 41240 w 1505064"/>
                <a:gd name="connsiteY13" fmla="*/ 467563 h 831227"/>
                <a:gd name="connsiteX14" fmla="*/ 7498 w 1505064"/>
                <a:gd name="connsiteY14" fmla="*/ 531298 h 831227"/>
                <a:gd name="connsiteX15" fmla="*/ 3749 w 1505064"/>
                <a:gd name="connsiteY15" fmla="*/ 546294 h 831227"/>
                <a:gd name="connsiteX16" fmla="*/ 3749 w 1505064"/>
                <a:gd name="connsiteY16" fmla="*/ 553793 h 831227"/>
                <a:gd name="connsiteX17" fmla="*/ 0 w 1505064"/>
                <a:gd name="connsiteY17" fmla="*/ 565040 h 831227"/>
                <a:gd name="connsiteX18" fmla="*/ 0 w 1505064"/>
                <a:gd name="connsiteY18" fmla="*/ 580037 h 831227"/>
                <a:gd name="connsiteX19" fmla="*/ 0 w 1505064"/>
                <a:gd name="connsiteY19" fmla="*/ 621277 h 831227"/>
                <a:gd name="connsiteX20" fmla="*/ 7498 w 1505064"/>
                <a:gd name="connsiteY20" fmla="*/ 658768 h 831227"/>
                <a:gd name="connsiteX21" fmla="*/ 29993 w 1505064"/>
                <a:gd name="connsiteY21" fmla="*/ 711256 h 831227"/>
                <a:gd name="connsiteX22" fmla="*/ 41240 w 1505064"/>
                <a:gd name="connsiteY22" fmla="*/ 730001 h 831227"/>
                <a:gd name="connsiteX23" fmla="*/ 71233 w 1505064"/>
                <a:gd name="connsiteY23" fmla="*/ 763743 h 831227"/>
                <a:gd name="connsiteX24" fmla="*/ 221198 w 1505064"/>
                <a:gd name="connsiteY24" fmla="*/ 823729 h 831227"/>
                <a:gd name="connsiteX25" fmla="*/ 221198 w 1505064"/>
                <a:gd name="connsiteY25" fmla="*/ 831228 h 831227"/>
                <a:gd name="connsiteX26" fmla="*/ 1289698 w 1505064"/>
                <a:gd name="connsiteY26" fmla="*/ 831228 h 831227"/>
                <a:gd name="connsiteX27" fmla="*/ 1383426 w 1505064"/>
                <a:gd name="connsiteY27" fmla="*/ 812482 h 831227"/>
                <a:gd name="connsiteX28" fmla="*/ 1458408 w 1505064"/>
                <a:gd name="connsiteY28" fmla="*/ 756245 h 831227"/>
                <a:gd name="connsiteX29" fmla="*/ 1503398 w 1505064"/>
                <a:gd name="connsiteY29" fmla="*/ 673765 h 831227"/>
                <a:gd name="connsiteX30" fmla="*/ 1503398 w 1505064"/>
                <a:gd name="connsiteY30" fmla="*/ 580037 h 831227"/>
                <a:gd name="connsiteX31" fmla="*/ 1473405 w 1505064"/>
                <a:gd name="connsiteY31" fmla="*/ 658768 h 831227"/>
                <a:gd name="connsiteX32" fmla="*/ 1432165 w 1505064"/>
                <a:gd name="connsiteY32" fmla="*/ 733750 h 831227"/>
                <a:gd name="connsiteX33" fmla="*/ 1364680 w 1505064"/>
                <a:gd name="connsiteY33" fmla="*/ 782489 h 831227"/>
                <a:gd name="connsiteX34" fmla="*/ 1282200 w 1505064"/>
                <a:gd name="connsiteY34" fmla="*/ 801235 h 831227"/>
                <a:gd name="connsiteX35" fmla="*/ 213700 w 1505064"/>
                <a:gd name="connsiteY35" fmla="*/ 801235 h 831227"/>
                <a:gd name="connsiteX36" fmla="*/ 78732 w 1505064"/>
                <a:gd name="connsiteY36" fmla="*/ 752496 h 831227"/>
                <a:gd name="connsiteX37" fmla="*/ 14996 w 1505064"/>
                <a:gd name="connsiteY37" fmla="*/ 621277 h 831227"/>
                <a:gd name="connsiteX38" fmla="*/ 56237 w 1505064"/>
                <a:gd name="connsiteY38" fmla="*/ 482559 h 831227"/>
                <a:gd name="connsiteX39" fmla="*/ 179958 w 1505064"/>
                <a:gd name="connsiteY39" fmla="*/ 407577 h 831227"/>
                <a:gd name="connsiteX40" fmla="*/ 194954 w 1505064"/>
                <a:gd name="connsiteY40" fmla="*/ 396329 h 831227"/>
                <a:gd name="connsiteX41" fmla="*/ 198703 w 1505064"/>
                <a:gd name="connsiteY41" fmla="*/ 377584 h 831227"/>
                <a:gd name="connsiteX42" fmla="*/ 217449 w 1505064"/>
                <a:gd name="connsiteY42" fmla="*/ 167633 h 831227"/>
                <a:gd name="connsiteX43" fmla="*/ 284933 w 1505064"/>
                <a:gd name="connsiteY43" fmla="*/ 85152 h 831227"/>
                <a:gd name="connsiteX44" fmla="*/ 299930 w 1505064"/>
                <a:gd name="connsiteY44" fmla="*/ 73905 h 831227"/>
                <a:gd name="connsiteX45" fmla="*/ 318675 w 1505064"/>
                <a:gd name="connsiteY45" fmla="*/ 58909 h 831227"/>
                <a:gd name="connsiteX46" fmla="*/ 333672 w 1505064"/>
                <a:gd name="connsiteY46" fmla="*/ 51410 h 831227"/>
                <a:gd name="connsiteX47" fmla="*/ 378661 w 1505064"/>
                <a:gd name="connsiteY47" fmla="*/ 32665 h 831227"/>
                <a:gd name="connsiteX48" fmla="*/ 588612 w 1505064"/>
                <a:gd name="connsiteY48" fmla="*/ 47661 h 831227"/>
                <a:gd name="connsiteX49" fmla="*/ 719831 w 1505064"/>
                <a:gd name="connsiteY49" fmla="*/ 205124 h 831227"/>
                <a:gd name="connsiteX50" fmla="*/ 738577 w 1505064"/>
                <a:gd name="connsiteY50" fmla="*/ 220121 h 831227"/>
                <a:gd name="connsiteX51" fmla="*/ 761072 w 1505064"/>
                <a:gd name="connsiteY51" fmla="*/ 212623 h 831227"/>
                <a:gd name="connsiteX52" fmla="*/ 1046005 w 1505064"/>
                <a:gd name="connsiteY52" fmla="*/ 137640 h 831227"/>
                <a:gd name="connsiteX53" fmla="*/ 1195970 w 1505064"/>
                <a:gd name="connsiteY53" fmla="*/ 385082 h 831227"/>
                <a:gd name="connsiteX54" fmla="*/ 1203468 w 1505064"/>
                <a:gd name="connsiteY54" fmla="*/ 403828 h 831227"/>
                <a:gd name="connsiteX55" fmla="*/ 1225963 w 1505064"/>
                <a:gd name="connsiteY55" fmla="*/ 407577 h 831227"/>
                <a:gd name="connsiteX56" fmla="*/ 1312193 w 1505064"/>
                <a:gd name="connsiteY56" fmla="*/ 403828 h 831227"/>
                <a:gd name="connsiteX57" fmla="*/ 1390924 w 1505064"/>
                <a:gd name="connsiteY57" fmla="*/ 433821 h 831227"/>
                <a:gd name="connsiteX58" fmla="*/ 1450910 w 1505064"/>
                <a:gd name="connsiteY58" fmla="*/ 493807 h 831227"/>
                <a:gd name="connsiteX59" fmla="*/ 1480903 w 1505064"/>
                <a:gd name="connsiteY59" fmla="*/ 572538 h 831227"/>
                <a:gd name="connsiteX60" fmla="*/ 1473405 w 1505064"/>
                <a:gd name="connsiteY60" fmla="*/ 658768 h 831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05064" h="831227">
                  <a:moveTo>
                    <a:pt x="1503398" y="580037"/>
                  </a:moveTo>
                  <a:cubicBezTo>
                    <a:pt x="1495900" y="546294"/>
                    <a:pt x="1488401" y="516301"/>
                    <a:pt x="1469656" y="490058"/>
                  </a:cubicBezTo>
                  <a:cubicBezTo>
                    <a:pt x="1450910" y="463814"/>
                    <a:pt x="1428415" y="441319"/>
                    <a:pt x="1402172" y="422573"/>
                  </a:cubicBezTo>
                  <a:cubicBezTo>
                    <a:pt x="1372179" y="403828"/>
                    <a:pt x="1342186" y="392580"/>
                    <a:pt x="1312193" y="388831"/>
                  </a:cubicBezTo>
                  <a:cubicBezTo>
                    <a:pt x="1282200" y="385082"/>
                    <a:pt x="1248458" y="388831"/>
                    <a:pt x="1218465" y="396329"/>
                  </a:cubicBezTo>
                  <a:cubicBezTo>
                    <a:pt x="1244708" y="133891"/>
                    <a:pt x="907287" y="-4827"/>
                    <a:pt x="742326" y="205124"/>
                  </a:cubicBezTo>
                  <a:cubicBezTo>
                    <a:pt x="716082" y="130142"/>
                    <a:pt x="663595" y="66407"/>
                    <a:pt x="592361" y="32665"/>
                  </a:cubicBezTo>
                  <a:cubicBezTo>
                    <a:pt x="521128" y="-4827"/>
                    <a:pt x="438647" y="-8576"/>
                    <a:pt x="363665" y="13919"/>
                  </a:cubicBezTo>
                  <a:cubicBezTo>
                    <a:pt x="359916" y="13919"/>
                    <a:pt x="356167" y="17668"/>
                    <a:pt x="352417" y="17668"/>
                  </a:cubicBezTo>
                  <a:cubicBezTo>
                    <a:pt x="344919" y="21417"/>
                    <a:pt x="337421" y="21417"/>
                    <a:pt x="333672" y="25166"/>
                  </a:cubicBezTo>
                  <a:cubicBezTo>
                    <a:pt x="273686" y="51410"/>
                    <a:pt x="224947" y="100149"/>
                    <a:pt x="194954" y="160135"/>
                  </a:cubicBezTo>
                  <a:cubicBezTo>
                    <a:pt x="161212" y="227619"/>
                    <a:pt x="153714" y="306351"/>
                    <a:pt x="176209" y="381333"/>
                  </a:cubicBezTo>
                  <a:cubicBezTo>
                    <a:pt x="176209" y="381333"/>
                    <a:pt x="176209" y="381333"/>
                    <a:pt x="176209" y="385082"/>
                  </a:cubicBezTo>
                  <a:cubicBezTo>
                    <a:pt x="123721" y="392580"/>
                    <a:pt x="74982" y="422573"/>
                    <a:pt x="41240" y="467563"/>
                  </a:cubicBezTo>
                  <a:cubicBezTo>
                    <a:pt x="26244" y="486308"/>
                    <a:pt x="14996" y="508803"/>
                    <a:pt x="7498" y="531298"/>
                  </a:cubicBezTo>
                  <a:cubicBezTo>
                    <a:pt x="7498" y="535047"/>
                    <a:pt x="3749" y="542545"/>
                    <a:pt x="3749" y="546294"/>
                  </a:cubicBezTo>
                  <a:cubicBezTo>
                    <a:pt x="3749" y="550043"/>
                    <a:pt x="3749" y="550043"/>
                    <a:pt x="3749" y="553793"/>
                  </a:cubicBezTo>
                  <a:cubicBezTo>
                    <a:pt x="3749" y="557542"/>
                    <a:pt x="3749" y="561291"/>
                    <a:pt x="0" y="565040"/>
                  </a:cubicBezTo>
                  <a:cubicBezTo>
                    <a:pt x="0" y="568789"/>
                    <a:pt x="0" y="572538"/>
                    <a:pt x="0" y="580037"/>
                  </a:cubicBezTo>
                  <a:cubicBezTo>
                    <a:pt x="0" y="595033"/>
                    <a:pt x="0" y="606280"/>
                    <a:pt x="0" y="621277"/>
                  </a:cubicBezTo>
                  <a:cubicBezTo>
                    <a:pt x="3749" y="632524"/>
                    <a:pt x="3749" y="647521"/>
                    <a:pt x="7498" y="658768"/>
                  </a:cubicBezTo>
                  <a:cubicBezTo>
                    <a:pt x="11247" y="677514"/>
                    <a:pt x="18746" y="696259"/>
                    <a:pt x="29993" y="711256"/>
                  </a:cubicBezTo>
                  <a:cubicBezTo>
                    <a:pt x="33742" y="718754"/>
                    <a:pt x="37491" y="726252"/>
                    <a:pt x="41240" y="730001"/>
                  </a:cubicBezTo>
                  <a:cubicBezTo>
                    <a:pt x="48739" y="741249"/>
                    <a:pt x="59986" y="752496"/>
                    <a:pt x="71233" y="763743"/>
                  </a:cubicBezTo>
                  <a:cubicBezTo>
                    <a:pt x="112474" y="801235"/>
                    <a:pt x="164961" y="823729"/>
                    <a:pt x="221198" y="823729"/>
                  </a:cubicBezTo>
                  <a:lnTo>
                    <a:pt x="221198" y="831228"/>
                  </a:lnTo>
                  <a:lnTo>
                    <a:pt x="1289698" y="831228"/>
                  </a:lnTo>
                  <a:cubicBezTo>
                    <a:pt x="1323440" y="831228"/>
                    <a:pt x="1353433" y="823729"/>
                    <a:pt x="1383426" y="812482"/>
                  </a:cubicBezTo>
                  <a:cubicBezTo>
                    <a:pt x="1409670" y="797486"/>
                    <a:pt x="1435914" y="778740"/>
                    <a:pt x="1458408" y="756245"/>
                  </a:cubicBezTo>
                  <a:cubicBezTo>
                    <a:pt x="1477154" y="733750"/>
                    <a:pt x="1495900" y="703757"/>
                    <a:pt x="1503398" y="673765"/>
                  </a:cubicBezTo>
                  <a:cubicBezTo>
                    <a:pt x="1503398" y="643771"/>
                    <a:pt x="1507147" y="610029"/>
                    <a:pt x="1503398" y="580037"/>
                  </a:cubicBezTo>
                  <a:close/>
                  <a:moveTo>
                    <a:pt x="1473405" y="658768"/>
                  </a:moveTo>
                  <a:cubicBezTo>
                    <a:pt x="1465907" y="688761"/>
                    <a:pt x="1450910" y="711256"/>
                    <a:pt x="1432165" y="733750"/>
                  </a:cubicBezTo>
                  <a:cubicBezTo>
                    <a:pt x="1413419" y="752496"/>
                    <a:pt x="1390924" y="771242"/>
                    <a:pt x="1364680" y="782489"/>
                  </a:cubicBezTo>
                  <a:cubicBezTo>
                    <a:pt x="1338436" y="793736"/>
                    <a:pt x="1312193" y="801235"/>
                    <a:pt x="1282200" y="801235"/>
                  </a:cubicBezTo>
                  <a:lnTo>
                    <a:pt x="213700" y="801235"/>
                  </a:lnTo>
                  <a:cubicBezTo>
                    <a:pt x="164961" y="801235"/>
                    <a:pt x="116223" y="782489"/>
                    <a:pt x="78732" y="752496"/>
                  </a:cubicBezTo>
                  <a:cubicBezTo>
                    <a:pt x="41240" y="715005"/>
                    <a:pt x="18746" y="670015"/>
                    <a:pt x="14996" y="621277"/>
                  </a:cubicBezTo>
                  <a:cubicBezTo>
                    <a:pt x="11247" y="572538"/>
                    <a:pt x="26244" y="523800"/>
                    <a:pt x="56237" y="482559"/>
                  </a:cubicBezTo>
                  <a:cubicBezTo>
                    <a:pt x="86230" y="445068"/>
                    <a:pt x="131219" y="415075"/>
                    <a:pt x="179958" y="407577"/>
                  </a:cubicBezTo>
                  <a:cubicBezTo>
                    <a:pt x="187456" y="403828"/>
                    <a:pt x="191205" y="400079"/>
                    <a:pt x="194954" y="396329"/>
                  </a:cubicBezTo>
                  <a:cubicBezTo>
                    <a:pt x="198703" y="388831"/>
                    <a:pt x="202453" y="385082"/>
                    <a:pt x="198703" y="377584"/>
                  </a:cubicBezTo>
                  <a:cubicBezTo>
                    <a:pt x="176209" y="306351"/>
                    <a:pt x="183707" y="231368"/>
                    <a:pt x="217449" y="167633"/>
                  </a:cubicBezTo>
                  <a:cubicBezTo>
                    <a:pt x="236195" y="133891"/>
                    <a:pt x="258689" y="107647"/>
                    <a:pt x="284933" y="85152"/>
                  </a:cubicBezTo>
                  <a:cubicBezTo>
                    <a:pt x="288682" y="81403"/>
                    <a:pt x="296181" y="77654"/>
                    <a:pt x="299930" y="73905"/>
                  </a:cubicBezTo>
                  <a:cubicBezTo>
                    <a:pt x="307428" y="70156"/>
                    <a:pt x="311177" y="66407"/>
                    <a:pt x="318675" y="58909"/>
                  </a:cubicBezTo>
                  <a:cubicBezTo>
                    <a:pt x="322424" y="55159"/>
                    <a:pt x="329923" y="51410"/>
                    <a:pt x="333672" y="51410"/>
                  </a:cubicBezTo>
                  <a:cubicBezTo>
                    <a:pt x="348668" y="43912"/>
                    <a:pt x="363665" y="36414"/>
                    <a:pt x="378661" y="32665"/>
                  </a:cubicBezTo>
                  <a:cubicBezTo>
                    <a:pt x="449895" y="10170"/>
                    <a:pt x="521128" y="13919"/>
                    <a:pt x="588612" y="47661"/>
                  </a:cubicBezTo>
                  <a:cubicBezTo>
                    <a:pt x="652347" y="77654"/>
                    <a:pt x="701086" y="133891"/>
                    <a:pt x="719831" y="205124"/>
                  </a:cubicBezTo>
                  <a:cubicBezTo>
                    <a:pt x="723580" y="212623"/>
                    <a:pt x="731079" y="220121"/>
                    <a:pt x="738577" y="220121"/>
                  </a:cubicBezTo>
                  <a:cubicBezTo>
                    <a:pt x="746075" y="223870"/>
                    <a:pt x="757323" y="220121"/>
                    <a:pt x="761072" y="212623"/>
                  </a:cubicBezTo>
                  <a:cubicBezTo>
                    <a:pt x="843552" y="107647"/>
                    <a:pt x="967273" y="103898"/>
                    <a:pt x="1046005" y="137640"/>
                  </a:cubicBezTo>
                  <a:cubicBezTo>
                    <a:pt x="1124737" y="167633"/>
                    <a:pt x="1210966" y="253863"/>
                    <a:pt x="1195970" y="385082"/>
                  </a:cubicBezTo>
                  <a:cubicBezTo>
                    <a:pt x="1195970" y="392580"/>
                    <a:pt x="1195970" y="400079"/>
                    <a:pt x="1203468" y="403828"/>
                  </a:cubicBezTo>
                  <a:cubicBezTo>
                    <a:pt x="1210966" y="407577"/>
                    <a:pt x="1218465" y="411326"/>
                    <a:pt x="1225963" y="407577"/>
                  </a:cubicBezTo>
                  <a:cubicBezTo>
                    <a:pt x="1255956" y="400079"/>
                    <a:pt x="1282200" y="400079"/>
                    <a:pt x="1312193" y="403828"/>
                  </a:cubicBezTo>
                  <a:cubicBezTo>
                    <a:pt x="1338436" y="407577"/>
                    <a:pt x="1368429" y="418824"/>
                    <a:pt x="1390924" y="433821"/>
                  </a:cubicBezTo>
                  <a:cubicBezTo>
                    <a:pt x="1417168" y="448817"/>
                    <a:pt x="1435914" y="467563"/>
                    <a:pt x="1450910" y="493807"/>
                  </a:cubicBezTo>
                  <a:cubicBezTo>
                    <a:pt x="1465907" y="516301"/>
                    <a:pt x="1477154" y="542545"/>
                    <a:pt x="1480903" y="572538"/>
                  </a:cubicBezTo>
                  <a:cubicBezTo>
                    <a:pt x="1484652" y="602531"/>
                    <a:pt x="1480903" y="628775"/>
                    <a:pt x="1473405" y="658768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1" name="Freeform: Shape 147">
              <a:extLst>
                <a:ext uri="{FF2B5EF4-FFF2-40B4-BE49-F238E27FC236}">
                  <a16:creationId xmlns:a16="http://schemas.microsoft.com/office/drawing/2014/main" id="{3305D5D6-C04C-7C95-AB1A-6E628CCFE5F2}"/>
                </a:ext>
              </a:extLst>
            </p:cNvPr>
            <p:cNvSpPr/>
            <p:nvPr/>
          </p:nvSpPr>
          <p:spPr>
            <a:xfrm>
              <a:off x="9733629" y="3230548"/>
              <a:ext cx="1556822" cy="874085"/>
            </a:xfrm>
            <a:custGeom>
              <a:avLst/>
              <a:gdLst>
                <a:gd name="connsiteX0" fmla="*/ 1552136 w 1556822"/>
                <a:gd name="connsiteY0" fmla="*/ 600400 h 874085"/>
                <a:gd name="connsiteX1" fmla="*/ 1514645 w 1556822"/>
                <a:gd name="connsiteY1" fmla="*/ 502923 h 874085"/>
                <a:gd name="connsiteX2" fmla="*/ 1439663 w 1556822"/>
                <a:gd name="connsiteY2" fmla="*/ 427940 h 874085"/>
                <a:gd name="connsiteX3" fmla="*/ 1342186 w 1556822"/>
                <a:gd name="connsiteY3" fmla="*/ 390449 h 874085"/>
                <a:gd name="connsiteX4" fmla="*/ 1267203 w 1556822"/>
                <a:gd name="connsiteY4" fmla="*/ 390449 h 874085"/>
                <a:gd name="connsiteX5" fmla="*/ 1087245 w 1556822"/>
                <a:gd name="connsiteY5" fmla="*/ 124261 h 874085"/>
                <a:gd name="connsiteX6" fmla="*/ 776068 w 1556822"/>
                <a:gd name="connsiteY6" fmla="*/ 184247 h 874085"/>
                <a:gd name="connsiteX7" fmla="*/ 629852 w 1556822"/>
                <a:gd name="connsiteY7" fmla="*/ 34283 h 874085"/>
                <a:gd name="connsiteX8" fmla="*/ 386160 w 1556822"/>
                <a:gd name="connsiteY8" fmla="*/ 15537 h 874085"/>
                <a:gd name="connsiteX9" fmla="*/ 356167 w 1556822"/>
                <a:gd name="connsiteY9" fmla="*/ 26784 h 874085"/>
                <a:gd name="connsiteX10" fmla="*/ 337421 w 1556822"/>
                <a:gd name="connsiteY10" fmla="*/ 38032 h 874085"/>
                <a:gd name="connsiteX11" fmla="*/ 318675 w 1556822"/>
                <a:gd name="connsiteY11" fmla="*/ 49279 h 874085"/>
                <a:gd name="connsiteX12" fmla="*/ 202453 w 1556822"/>
                <a:gd name="connsiteY12" fmla="*/ 173000 h 874085"/>
                <a:gd name="connsiteX13" fmla="*/ 172460 w 1556822"/>
                <a:gd name="connsiteY13" fmla="*/ 390449 h 874085"/>
                <a:gd name="connsiteX14" fmla="*/ 172460 w 1556822"/>
                <a:gd name="connsiteY14" fmla="*/ 394198 h 874085"/>
                <a:gd name="connsiteX15" fmla="*/ 44989 w 1556822"/>
                <a:gd name="connsiteY15" fmla="*/ 480428 h 874085"/>
                <a:gd name="connsiteX16" fmla="*/ 14997 w 1556822"/>
                <a:gd name="connsiteY16" fmla="*/ 532916 h 874085"/>
                <a:gd name="connsiteX17" fmla="*/ 14997 w 1556822"/>
                <a:gd name="connsiteY17" fmla="*/ 532916 h 874085"/>
                <a:gd name="connsiteX18" fmla="*/ 7498 w 1556822"/>
                <a:gd name="connsiteY18" fmla="*/ 551661 h 874085"/>
                <a:gd name="connsiteX19" fmla="*/ 7498 w 1556822"/>
                <a:gd name="connsiteY19" fmla="*/ 551661 h 874085"/>
                <a:gd name="connsiteX20" fmla="*/ 3749 w 1556822"/>
                <a:gd name="connsiteY20" fmla="*/ 570407 h 874085"/>
                <a:gd name="connsiteX21" fmla="*/ 0 w 1556822"/>
                <a:gd name="connsiteY21" fmla="*/ 589153 h 874085"/>
                <a:gd name="connsiteX22" fmla="*/ 0 w 1556822"/>
                <a:gd name="connsiteY22" fmla="*/ 607898 h 874085"/>
                <a:gd name="connsiteX23" fmla="*/ 0 w 1556822"/>
                <a:gd name="connsiteY23" fmla="*/ 611647 h 874085"/>
                <a:gd name="connsiteX24" fmla="*/ 0 w 1556822"/>
                <a:gd name="connsiteY24" fmla="*/ 626644 h 874085"/>
                <a:gd name="connsiteX25" fmla="*/ 0 w 1556822"/>
                <a:gd name="connsiteY25" fmla="*/ 630393 h 874085"/>
                <a:gd name="connsiteX26" fmla="*/ 0 w 1556822"/>
                <a:gd name="connsiteY26" fmla="*/ 649138 h 874085"/>
                <a:gd name="connsiteX27" fmla="*/ 18746 w 1556822"/>
                <a:gd name="connsiteY27" fmla="*/ 716623 h 874085"/>
                <a:gd name="connsiteX28" fmla="*/ 29993 w 1556822"/>
                <a:gd name="connsiteY28" fmla="*/ 739117 h 874085"/>
                <a:gd name="connsiteX29" fmla="*/ 44989 w 1556822"/>
                <a:gd name="connsiteY29" fmla="*/ 761612 h 874085"/>
                <a:gd name="connsiteX30" fmla="*/ 82481 w 1556822"/>
                <a:gd name="connsiteY30" fmla="*/ 806602 h 874085"/>
                <a:gd name="connsiteX31" fmla="*/ 247442 w 1556822"/>
                <a:gd name="connsiteY31" fmla="*/ 874086 h 874085"/>
                <a:gd name="connsiteX32" fmla="*/ 1315942 w 1556822"/>
                <a:gd name="connsiteY32" fmla="*/ 874086 h 874085"/>
                <a:gd name="connsiteX33" fmla="*/ 1424666 w 1556822"/>
                <a:gd name="connsiteY33" fmla="*/ 855340 h 874085"/>
                <a:gd name="connsiteX34" fmla="*/ 1507147 w 1556822"/>
                <a:gd name="connsiteY34" fmla="*/ 795354 h 874085"/>
                <a:gd name="connsiteX35" fmla="*/ 1555886 w 1556822"/>
                <a:gd name="connsiteY35" fmla="*/ 705375 h 874085"/>
                <a:gd name="connsiteX36" fmla="*/ 1552136 w 1556822"/>
                <a:gd name="connsiteY36" fmla="*/ 600400 h 874085"/>
                <a:gd name="connsiteX37" fmla="*/ 1495900 w 1556822"/>
                <a:gd name="connsiteY37" fmla="*/ 686630 h 874085"/>
                <a:gd name="connsiteX38" fmla="*/ 1454659 w 1556822"/>
                <a:gd name="connsiteY38" fmla="*/ 761612 h 874085"/>
                <a:gd name="connsiteX39" fmla="*/ 1387175 w 1556822"/>
                <a:gd name="connsiteY39" fmla="*/ 810351 h 874085"/>
                <a:gd name="connsiteX40" fmla="*/ 1304694 w 1556822"/>
                <a:gd name="connsiteY40" fmla="*/ 829096 h 874085"/>
                <a:gd name="connsiteX41" fmla="*/ 236195 w 1556822"/>
                <a:gd name="connsiteY41" fmla="*/ 829096 h 874085"/>
                <a:gd name="connsiteX42" fmla="*/ 101226 w 1556822"/>
                <a:gd name="connsiteY42" fmla="*/ 780358 h 874085"/>
                <a:gd name="connsiteX43" fmla="*/ 37491 w 1556822"/>
                <a:gd name="connsiteY43" fmla="*/ 649138 h 874085"/>
                <a:gd name="connsiteX44" fmla="*/ 78732 w 1556822"/>
                <a:gd name="connsiteY44" fmla="*/ 510421 h 874085"/>
                <a:gd name="connsiteX45" fmla="*/ 202453 w 1556822"/>
                <a:gd name="connsiteY45" fmla="*/ 435438 h 874085"/>
                <a:gd name="connsiteX46" fmla="*/ 217449 w 1556822"/>
                <a:gd name="connsiteY46" fmla="*/ 424191 h 874085"/>
                <a:gd name="connsiteX47" fmla="*/ 221198 w 1556822"/>
                <a:gd name="connsiteY47" fmla="*/ 405446 h 874085"/>
                <a:gd name="connsiteX48" fmla="*/ 239944 w 1556822"/>
                <a:gd name="connsiteY48" fmla="*/ 195495 h 874085"/>
                <a:gd name="connsiteX49" fmla="*/ 307428 w 1556822"/>
                <a:gd name="connsiteY49" fmla="*/ 113014 h 874085"/>
                <a:gd name="connsiteX50" fmla="*/ 322424 w 1556822"/>
                <a:gd name="connsiteY50" fmla="*/ 101767 h 874085"/>
                <a:gd name="connsiteX51" fmla="*/ 341170 w 1556822"/>
                <a:gd name="connsiteY51" fmla="*/ 86770 h 874085"/>
                <a:gd name="connsiteX52" fmla="*/ 356167 w 1556822"/>
                <a:gd name="connsiteY52" fmla="*/ 79272 h 874085"/>
                <a:gd name="connsiteX53" fmla="*/ 401156 w 1556822"/>
                <a:gd name="connsiteY53" fmla="*/ 60526 h 874085"/>
                <a:gd name="connsiteX54" fmla="*/ 611107 w 1556822"/>
                <a:gd name="connsiteY54" fmla="*/ 75523 h 874085"/>
                <a:gd name="connsiteX55" fmla="*/ 742326 w 1556822"/>
                <a:gd name="connsiteY55" fmla="*/ 232986 h 874085"/>
                <a:gd name="connsiteX56" fmla="*/ 761072 w 1556822"/>
                <a:gd name="connsiteY56" fmla="*/ 247982 h 874085"/>
                <a:gd name="connsiteX57" fmla="*/ 783566 w 1556822"/>
                <a:gd name="connsiteY57" fmla="*/ 240484 h 874085"/>
                <a:gd name="connsiteX58" fmla="*/ 1068500 w 1556822"/>
                <a:gd name="connsiteY58" fmla="*/ 165502 h 874085"/>
                <a:gd name="connsiteX59" fmla="*/ 1218465 w 1556822"/>
                <a:gd name="connsiteY59" fmla="*/ 412944 h 874085"/>
                <a:gd name="connsiteX60" fmla="*/ 1225963 w 1556822"/>
                <a:gd name="connsiteY60" fmla="*/ 431689 h 874085"/>
                <a:gd name="connsiteX61" fmla="*/ 1248458 w 1556822"/>
                <a:gd name="connsiteY61" fmla="*/ 435438 h 874085"/>
                <a:gd name="connsiteX62" fmla="*/ 1334687 w 1556822"/>
                <a:gd name="connsiteY62" fmla="*/ 431689 h 874085"/>
                <a:gd name="connsiteX63" fmla="*/ 1413419 w 1556822"/>
                <a:gd name="connsiteY63" fmla="*/ 461682 h 874085"/>
                <a:gd name="connsiteX64" fmla="*/ 1473405 w 1556822"/>
                <a:gd name="connsiteY64" fmla="*/ 521668 h 874085"/>
                <a:gd name="connsiteX65" fmla="*/ 1503398 w 1556822"/>
                <a:gd name="connsiteY65" fmla="*/ 600400 h 874085"/>
                <a:gd name="connsiteX66" fmla="*/ 1495900 w 1556822"/>
                <a:gd name="connsiteY66" fmla="*/ 686630 h 874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556822" h="874085">
                  <a:moveTo>
                    <a:pt x="1552136" y="600400"/>
                  </a:moveTo>
                  <a:cubicBezTo>
                    <a:pt x="1544638" y="566658"/>
                    <a:pt x="1533391" y="532916"/>
                    <a:pt x="1514645" y="502923"/>
                  </a:cubicBezTo>
                  <a:cubicBezTo>
                    <a:pt x="1492150" y="472930"/>
                    <a:pt x="1469656" y="446686"/>
                    <a:pt x="1439663" y="427940"/>
                  </a:cubicBezTo>
                  <a:cubicBezTo>
                    <a:pt x="1409670" y="409195"/>
                    <a:pt x="1375928" y="394198"/>
                    <a:pt x="1342186" y="390449"/>
                  </a:cubicBezTo>
                  <a:cubicBezTo>
                    <a:pt x="1315942" y="386700"/>
                    <a:pt x="1289698" y="386700"/>
                    <a:pt x="1267203" y="390449"/>
                  </a:cubicBezTo>
                  <a:cubicBezTo>
                    <a:pt x="1267203" y="270477"/>
                    <a:pt x="1199719" y="169251"/>
                    <a:pt x="1087245" y="124261"/>
                  </a:cubicBezTo>
                  <a:cubicBezTo>
                    <a:pt x="974772" y="79272"/>
                    <a:pt x="858549" y="101767"/>
                    <a:pt x="776068" y="184247"/>
                  </a:cubicBezTo>
                  <a:cubicBezTo>
                    <a:pt x="746075" y="120512"/>
                    <a:pt x="693588" y="68025"/>
                    <a:pt x="629852" y="34283"/>
                  </a:cubicBezTo>
                  <a:cubicBezTo>
                    <a:pt x="554870" y="-3209"/>
                    <a:pt x="468640" y="-10707"/>
                    <a:pt x="386160" y="15537"/>
                  </a:cubicBezTo>
                  <a:cubicBezTo>
                    <a:pt x="374912" y="19286"/>
                    <a:pt x="367414" y="23035"/>
                    <a:pt x="356167" y="26784"/>
                  </a:cubicBezTo>
                  <a:cubicBezTo>
                    <a:pt x="348668" y="30533"/>
                    <a:pt x="341170" y="30533"/>
                    <a:pt x="337421" y="38032"/>
                  </a:cubicBezTo>
                  <a:cubicBezTo>
                    <a:pt x="329923" y="41781"/>
                    <a:pt x="322424" y="45530"/>
                    <a:pt x="318675" y="49279"/>
                  </a:cubicBezTo>
                  <a:cubicBezTo>
                    <a:pt x="266188" y="79272"/>
                    <a:pt x="228696" y="124261"/>
                    <a:pt x="202453" y="173000"/>
                  </a:cubicBezTo>
                  <a:cubicBezTo>
                    <a:pt x="164961" y="240484"/>
                    <a:pt x="153714" y="315467"/>
                    <a:pt x="172460" y="390449"/>
                  </a:cubicBezTo>
                  <a:cubicBezTo>
                    <a:pt x="172460" y="390449"/>
                    <a:pt x="172460" y="394198"/>
                    <a:pt x="172460" y="394198"/>
                  </a:cubicBezTo>
                  <a:cubicBezTo>
                    <a:pt x="119972" y="409195"/>
                    <a:pt x="78732" y="439188"/>
                    <a:pt x="44989" y="480428"/>
                  </a:cubicBezTo>
                  <a:cubicBezTo>
                    <a:pt x="33742" y="495425"/>
                    <a:pt x="22495" y="514170"/>
                    <a:pt x="14997" y="532916"/>
                  </a:cubicBezTo>
                  <a:lnTo>
                    <a:pt x="14997" y="532916"/>
                  </a:lnTo>
                  <a:cubicBezTo>
                    <a:pt x="11247" y="540414"/>
                    <a:pt x="11247" y="544163"/>
                    <a:pt x="7498" y="551661"/>
                  </a:cubicBezTo>
                  <a:lnTo>
                    <a:pt x="7498" y="551661"/>
                  </a:lnTo>
                  <a:cubicBezTo>
                    <a:pt x="3749" y="559159"/>
                    <a:pt x="3749" y="562909"/>
                    <a:pt x="3749" y="570407"/>
                  </a:cubicBezTo>
                  <a:cubicBezTo>
                    <a:pt x="3749" y="577905"/>
                    <a:pt x="0" y="585403"/>
                    <a:pt x="0" y="589153"/>
                  </a:cubicBezTo>
                  <a:cubicBezTo>
                    <a:pt x="0" y="596651"/>
                    <a:pt x="0" y="600400"/>
                    <a:pt x="0" y="607898"/>
                  </a:cubicBezTo>
                  <a:cubicBezTo>
                    <a:pt x="0" y="607898"/>
                    <a:pt x="0" y="607898"/>
                    <a:pt x="0" y="611647"/>
                  </a:cubicBezTo>
                  <a:cubicBezTo>
                    <a:pt x="0" y="615396"/>
                    <a:pt x="0" y="622895"/>
                    <a:pt x="0" y="626644"/>
                  </a:cubicBezTo>
                  <a:cubicBezTo>
                    <a:pt x="0" y="626644"/>
                    <a:pt x="0" y="630393"/>
                    <a:pt x="0" y="630393"/>
                  </a:cubicBezTo>
                  <a:cubicBezTo>
                    <a:pt x="0" y="637891"/>
                    <a:pt x="0" y="641640"/>
                    <a:pt x="0" y="649138"/>
                  </a:cubicBezTo>
                  <a:cubicBezTo>
                    <a:pt x="3749" y="671633"/>
                    <a:pt x="7498" y="694128"/>
                    <a:pt x="18746" y="716623"/>
                  </a:cubicBezTo>
                  <a:cubicBezTo>
                    <a:pt x="22495" y="724121"/>
                    <a:pt x="26244" y="731619"/>
                    <a:pt x="29993" y="739117"/>
                  </a:cubicBezTo>
                  <a:cubicBezTo>
                    <a:pt x="33742" y="746616"/>
                    <a:pt x="37491" y="754114"/>
                    <a:pt x="44989" y="761612"/>
                  </a:cubicBezTo>
                  <a:cubicBezTo>
                    <a:pt x="56237" y="776609"/>
                    <a:pt x="67484" y="791605"/>
                    <a:pt x="82481" y="806602"/>
                  </a:cubicBezTo>
                  <a:cubicBezTo>
                    <a:pt x="127470" y="851591"/>
                    <a:pt x="187456" y="874086"/>
                    <a:pt x="247442" y="874086"/>
                  </a:cubicBezTo>
                  <a:lnTo>
                    <a:pt x="1315942" y="874086"/>
                  </a:lnTo>
                  <a:cubicBezTo>
                    <a:pt x="1353433" y="874086"/>
                    <a:pt x="1387175" y="866588"/>
                    <a:pt x="1424666" y="855340"/>
                  </a:cubicBezTo>
                  <a:cubicBezTo>
                    <a:pt x="1454659" y="844093"/>
                    <a:pt x="1484652" y="821598"/>
                    <a:pt x="1507147" y="795354"/>
                  </a:cubicBezTo>
                  <a:cubicBezTo>
                    <a:pt x="1529642" y="769110"/>
                    <a:pt x="1544638" y="739117"/>
                    <a:pt x="1555886" y="705375"/>
                  </a:cubicBezTo>
                  <a:cubicBezTo>
                    <a:pt x="1555886" y="671633"/>
                    <a:pt x="1559635" y="634142"/>
                    <a:pt x="1552136" y="600400"/>
                  </a:cubicBezTo>
                  <a:close/>
                  <a:moveTo>
                    <a:pt x="1495900" y="686630"/>
                  </a:moveTo>
                  <a:cubicBezTo>
                    <a:pt x="1488401" y="716623"/>
                    <a:pt x="1473405" y="739117"/>
                    <a:pt x="1454659" y="761612"/>
                  </a:cubicBezTo>
                  <a:cubicBezTo>
                    <a:pt x="1435914" y="780358"/>
                    <a:pt x="1413419" y="799103"/>
                    <a:pt x="1387175" y="810351"/>
                  </a:cubicBezTo>
                  <a:cubicBezTo>
                    <a:pt x="1360931" y="821598"/>
                    <a:pt x="1334687" y="829096"/>
                    <a:pt x="1304694" y="829096"/>
                  </a:cubicBezTo>
                  <a:lnTo>
                    <a:pt x="236195" y="829096"/>
                  </a:lnTo>
                  <a:cubicBezTo>
                    <a:pt x="187456" y="829096"/>
                    <a:pt x="138718" y="810351"/>
                    <a:pt x="101226" y="780358"/>
                  </a:cubicBezTo>
                  <a:cubicBezTo>
                    <a:pt x="63735" y="742867"/>
                    <a:pt x="41240" y="697877"/>
                    <a:pt x="37491" y="649138"/>
                  </a:cubicBezTo>
                  <a:cubicBezTo>
                    <a:pt x="33742" y="600400"/>
                    <a:pt x="48739" y="551661"/>
                    <a:pt x="78732" y="510421"/>
                  </a:cubicBezTo>
                  <a:cubicBezTo>
                    <a:pt x="108725" y="472930"/>
                    <a:pt x="153714" y="442937"/>
                    <a:pt x="202453" y="435438"/>
                  </a:cubicBezTo>
                  <a:cubicBezTo>
                    <a:pt x="209951" y="431689"/>
                    <a:pt x="213700" y="427940"/>
                    <a:pt x="217449" y="424191"/>
                  </a:cubicBezTo>
                  <a:cubicBezTo>
                    <a:pt x="221198" y="416693"/>
                    <a:pt x="224947" y="412944"/>
                    <a:pt x="221198" y="405446"/>
                  </a:cubicBezTo>
                  <a:cubicBezTo>
                    <a:pt x="198703" y="334212"/>
                    <a:pt x="206202" y="259230"/>
                    <a:pt x="239944" y="195495"/>
                  </a:cubicBezTo>
                  <a:cubicBezTo>
                    <a:pt x="258689" y="161753"/>
                    <a:pt x="281184" y="135509"/>
                    <a:pt x="307428" y="113014"/>
                  </a:cubicBezTo>
                  <a:cubicBezTo>
                    <a:pt x="311177" y="109265"/>
                    <a:pt x="318675" y="105516"/>
                    <a:pt x="322424" y="101767"/>
                  </a:cubicBezTo>
                  <a:cubicBezTo>
                    <a:pt x="329923" y="98018"/>
                    <a:pt x="333672" y="90519"/>
                    <a:pt x="341170" y="86770"/>
                  </a:cubicBezTo>
                  <a:cubicBezTo>
                    <a:pt x="344919" y="83021"/>
                    <a:pt x="352417" y="79272"/>
                    <a:pt x="356167" y="79272"/>
                  </a:cubicBezTo>
                  <a:cubicBezTo>
                    <a:pt x="371163" y="71774"/>
                    <a:pt x="386160" y="64275"/>
                    <a:pt x="401156" y="60526"/>
                  </a:cubicBezTo>
                  <a:cubicBezTo>
                    <a:pt x="472389" y="38032"/>
                    <a:pt x="543623" y="41781"/>
                    <a:pt x="611107" y="75523"/>
                  </a:cubicBezTo>
                  <a:cubicBezTo>
                    <a:pt x="674842" y="105516"/>
                    <a:pt x="723581" y="161753"/>
                    <a:pt x="742326" y="232986"/>
                  </a:cubicBezTo>
                  <a:cubicBezTo>
                    <a:pt x="746075" y="240484"/>
                    <a:pt x="753573" y="247982"/>
                    <a:pt x="761072" y="247982"/>
                  </a:cubicBezTo>
                  <a:cubicBezTo>
                    <a:pt x="768570" y="251732"/>
                    <a:pt x="779817" y="247982"/>
                    <a:pt x="783566" y="240484"/>
                  </a:cubicBezTo>
                  <a:cubicBezTo>
                    <a:pt x="866047" y="135509"/>
                    <a:pt x="989768" y="131760"/>
                    <a:pt x="1068500" y="165502"/>
                  </a:cubicBezTo>
                  <a:cubicBezTo>
                    <a:pt x="1147231" y="195495"/>
                    <a:pt x="1233461" y="281725"/>
                    <a:pt x="1218465" y="412944"/>
                  </a:cubicBezTo>
                  <a:cubicBezTo>
                    <a:pt x="1218465" y="420442"/>
                    <a:pt x="1218465" y="427940"/>
                    <a:pt x="1225963" y="431689"/>
                  </a:cubicBezTo>
                  <a:cubicBezTo>
                    <a:pt x="1233461" y="435438"/>
                    <a:pt x="1240959" y="439188"/>
                    <a:pt x="1248458" y="435438"/>
                  </a:cubicBezTo>
                  <a:cubicBezTo>
                    <a:pt x="1278451" y="427940"/>
                    <a:pt x="1304694" y="427940"/>
                    <a:pt x="1334687" y="431689"/>
                  </a:cubicBezTo>
                  <a:cubicBezTo>
                    <a:pt x="1360931" y="435438"/>
                    <a:pt x="1390924" y="446686"/>
                    <a:pt x="1413419" y="461682"/>
                  </a:cubicBezTo>
                  <a:cubicBezTo>
                    <a:pt x="1439663" y="476679"/>
                    <a:pt x="1458408" y="495425"/>
                    <a:pt x="1473405" y="521668"/>
                  </a:cubicBezTo>
                  <a:cubicBezTo>
                    <a:pt x="1488401" y="544163"/>
                    <a:pt x="1499649" y="570407"/>
                    <a:pt x="1503398" y="600400"/>
                  </a:cubicBezTo>
                  <a:cubicBezTo>
                    <a:pt x="1507147" y="630393"/>
                    <a:pt x="1503398" y="656637"/>
                    <a:pt x="1495900" y="686630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122" name="Graphic 121">
            <a:extLst>
              <a:ext uri="{FF2B5EF4-FFF2-40B4-BE49-F238E27FC236}">
                <a16:creationId xmlns:a16="http://schemas.microsoft.com/office/drawing/2014/main" id="{27B03EC7-AAE9-BB45-16EB-746CBA470D7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979466" y="1070467"/>
            <a:ext cx="530818" cy="530818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88DB54AB-11DE-DF40-1E72-EF578A2F83E0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1604992" y="1305845"/>
            <a:ext cx="199254" cy="199254"/>
          </a:xfrm>
          <a:prstGeom prst="rect">
            <a:avLst/>
          </a:prstGeom>
        </p:spPr>
      </p:pic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015DAA5E-450F-98D0-BB5B-22E45F03EB2C}"/>
              </a:ext>
            </a:extLst>
          </p:cNvPr>
          <p:cNvCxnSpPr>
            <a:cxnSpLocks/>
          </p:cNvCxnSpPr>
          <p:nvPr/>
        </p:nvCxnSpPr>
        <p:spPr>
          <a:xfrm flipV="1">
            <a:off x="10215552" y="1237922"/>
            <a:ext cx="423275" cy="2023"/>
          </a:xfrm>
          <a:prstGeom prst="straightConnector1">
            <a:avLst/>
          </a:prstGeom>
          <a:ln w="222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27">
            <a:extLst>
              <a:ext uri="{FF2B5EF4-FFF2-40B4-BE49-F238E27FC236}">
                <a16:creationId xmlns:a16="http://schemas.microsoft.com/office/drawing/2014/main" id="{035170D1-B0DF-4973-3795-AEB3C5F6D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0747" y="1168911"/>
            <a:ext cx="688961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M365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A1E067C-B991-FD78-B2FE-31D0BE51E770}"/>
              </a:ext>
            </a:extLst>
          </p:cNvPr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529" y="785524"/>
            <a:ext cx="275398" cy="302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B3A91C-B302-3F40-6DE8-F2CF8F7D552E}"/>
              </a:ext>
            </a:extLst>
          </p:cNvPr>
          <p:cNvSpPr txBox="1"/>
          <p:nvPr/>
        </p:nvSpPr>
        <p:spPr>
          <a:xfrm>
            <a:off x="8893458" y="1263187"/>
            <a:ext cx="13890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0B42E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Protected</a:t>
            </a:r>
          </a:p>
        </p:txBody>
      </p:sp>
      <p:pic>
        <p:nvPicPr>
          <p:cNvPr id="11" name="Picture 4" descr="What Is Pure Storage? | Pure Storage">
            <a:extLst>
              <a:ext uri="{FF2B5EF4-FFF2-40B4-BE49-F238E27FC236}">
                <a16:creationId xmlns:a16="http://schemas.microsoft.com/office/drawing/2014/main" id="{374F3E00-1D76-5FC7-75E6-E46E0854E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938" y="5173929"/>
            <a:ext cx="1270224" cy="48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F52CD5B4-0B05-633C-901F-932F8FD19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42" y="2870399"/>
            <a:ext cx="896922" cy="137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 descr="Enable Nested Virtualization Hyper-V 2016 with Powershell">
            <a:extLst>
              <a:ext uri="{FF2B5EF4-FFF2-40B4-BE49-F238E27FC236}">
                <a16:creationId xmlns:a16="http://schemas.microsoft.com/office/drawing/2014/main" id="{F7F89CE8-04F1-B9DC-7E84-35A1CD49A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586" y="2708926"/>
            <a:ext cx="2053246" cy="456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Table 30">
            <a:extLst>
              <a:ext uri="{FF2B5EF4-FFF2-40B4-BE49-F238E27FC236}">
                <a16:creationId xmlns:a16="http://schemas.microsoft.com/office/drawing/2014/main" id="{BF3F08C5-2E83-46EF-1842-31F60D4B5B46}"/>
              </a:ext>
            </a:extLst>
          </p:cNvPr>
          <p:cNvGraphicFramePr>
            <a:graphicFrameLocks noGrp="1"/>
          </p:cNvGraphicFramePr>
          <p:nvPr/>
        </p:nvGraphicFramePr>
        <p:xfrm>
          <a:off x="4998440" y="2279106"/>
          <a:ext cx="2239426" cy="1028086"/>
        </p:xfrm>
        <a:graphic>
          <a:graphicData uri="http://schemas.openxmlformats.org/drawingml/2006/table">
            <a:tbl>
              <a:tblPr firstRow="1" bandRow="1"/>
              <a:tblGrid>
                <a:gridCol w="2239426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10280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 dirty="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C17F6A1C-0149-A645-40C8-928104CB9AD9}"/>
              </a:ext>
            </a:extLst>
          </p:cNvPr>
          <p:cNvSpPr txBox="1"/>
          <p:nvPr/>
        </p:nvSpPr>
        <p:spPr>
          <a:xfrm>
            <a:off x="5548531" y="2029125"/>
            <a:ext cx="2437182" cy="253916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/>
                <a:sym typeface="Arial"/>
              </a:rPr>
              <a:t>Secondary DC</a:t>
            </a:r>
          </a:p>
        </p:txBody>
      </p:sp>
      <p:pic>
        <p:nvPicPr>
          <p:cNvPr id="32" name="Picture 4" descr="What Is Pure Storage? | Pure Storage">
            <a:extLst>
              <a:ext uri="{FF2B5EF4-FFF2-40B4-BE49-F238E27FC236}">
                <a16:creationId xmlns:a16="http://schemas.microsoft.com/office/drawing/2014/main" id="{D2E370EF-C1F6-C61A-AEA4-46C797F36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432" y="2494931"/>
            <a:ext cx="1834107" cy="704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3332E58-B44B-F140-3A0C-9F7CD725117A}"/>
              </a:ext>
            </a:extLst>
          </p:cNvPr>
          <p:cNvCxnSpPr>
            <a:cxnSpLocks/>
          </p:cNvCxnSpPr>
          <p:nvPr/>
        </p:nvCxnSpPr>
        <p:spPr>
          <a:xfrm>
            <a:off x="3672774" y="3086063"/>
            <a:ext cx="1194048" cy="0"/>
          </a:xfrm>
          <a:prstGeom prst="straightConnector1">
            <a:avLst/>
          </a:prstGeom>
          <a:ln w="22225">
            <a:solidFill>
              <a:srgbClr val="84489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C840FBE-E8BC-A0DB-C2A3-FABE7AA538D3}"/>
              </a:ext>
            </a:extLst>
          </p:cNvPr>
          <p:cNvSpPr txBox="1"/>
          <p:nvPr/>
        </p:nvSpPr>
        <p:spPr>
          <a:xfrm>
            <a:off x="3743140" y="2766880"/>
            <a:ext cx="11894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44896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Auto Recovery</a:t>
            </a:r>
          </a:p>
        </p:txBody>
      </p:sp>
    </p:spTree>
    <p:extLst>
      <p:ext uri="{BB962C8B-B14F-4D97-AF65-F5344CB8AC3E}">
        <p14:creationId xmlns:p14="http://schemas.microsoft.com/office/powerpoint/2010/main" val="1604932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" grpId="0" animBg="1"/>
      <p:bldP spid="499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A251B-53F9-A6B6-071E-4F126DDC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C303C5D4-B3ED-B5CA-3833-FAC228468834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8305119" y="5365966"/>
            <a:ext cx="1147713" cy="0"/>
          </a:xfrm>
          <a:prstGeom prst="straightConnector1">
            <a:avLst/>
          </a:prstGeom>
          <a:ln w="222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61BAD149-D58D-0CC0-C037-C4076D769896}"/>
              </a:ext>
            </a:extLst>
          </p:cNvPr>
          <p:cNvCxnSpPr>
            <a:cxnSpLocks/>
            <a:stCxn id="100" idx="1"/>
            <a:endCxn id="4" idx="3"/>
          </p:cNvCxnSpPr>
          <p:nvPr/>
        </p:nvCxnSpPr>
        <p:spPr>
          <a:xfrm flipH="1">
            <a:off x="4993111" y="5365966"/>
            <a:ext cx="2079593" cy="4327"/>
          </a:xfrm>
          <a:prstGeom prst="straightConnector1">
            <a:avLst/>
          </a:prstGeom>
          <a:ln w="222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429D809A-492C-48C6-BCA2-8C304D44B526}"/>
              </a:ext>
            </a:extLst>
          </p:cNvPr>
          <p:cNvGraphicFramePr>
            <a:graphicFrameLocks noGrp="1"/>
          </p:cNvGraphicFramePr>
          <p:nvPr/>
        </p:nvGraphicFramePr>
        <p:xfrm>
          <a:off x="9163172" y="4286690"/>
          <a:ext cx="2738081" cy="2056643"/>
        </p:xfrm>
        <a:graphic>
          <a:graphicData uri="http://schemas.openxmlformats.org/drawingml/2006/table">
            <a:tbl>
              <a:tblPr firstRow="1" bandRow="1"/>
              <a:tblGrid>
                <a:gridCol w="1413630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  <a:gridCol w="1324451">
                  <a:extLst>
                    <a:ext uri="{9D8B030D-6E8A-4147-A177-3AD203B41FA5}">
                      <a16:colId xmlns:a16="http://schemas.microsoft.com/office/drawing/2014/main" val="1975693909"/>
                    </a:ext>
                  </a:extLst>
                </a:gridCol>
              </a:tblGrid>
              <a:tr h="220395">
                <a:tc>
                  <a:txBody>
                    <a:bodyPr/>
                    <a:lstStyle/>
                    <a:p>
                      <a:pPr algn="ctr"/>
                      <a:r>
                        <a:rPr lang="en-US" sz="900" err="1">
                          <a:solidFill>
                            <a:schemeClr val="bg1"/>
                          </a:solidFill>
                        </a:rPr>
                        <a:t>AirGap</a:t>
                      </a: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 Protect</a:t>
                      </a:r>
                    </a:p>
                  </a:txBody>
                  <a:tcPr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">
                          <a:srgbClr val="7030A0"/>
                        </a:gs>
                        <a:gs pos="50000">
                          <a:srgbClr val="000218">
                            <a:lumMod val="100000"/>
                          </a:srgb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Cloud Cleanroom</a:t>
                      </a:r>
                    </a:p>
                  </a:txBody>
                  <a:tcPr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">
                          <a:srgbClr val="7030A0"/>
                        </a:gs>
                        <a:gs pos="50000">
                          <a:srgbClr val="000218">
                            <a:lumMod val="10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23956542"/>
                  </a:ext>
                </a:extLst>
              </a:tr>
              <a:tr h="11366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(Infrequent Tier)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120TB Usable</a:t>
                      </a:r>
                    </a:p>
                  </a:txBody>
                  <a:tcPr anchor="b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(Customer Tenant)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40TB Usable</a:t>
                      </a:r>
                    </a:p>
                  </a:txBody>
                  <a:tcPr anchor="b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917184"/>
                  </a:ext>
                </a:extLst>
              </a:tr>
              <a:tr h="6914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A3C9">
                            <a:lumMod val="60000"/>
                            <a:lumOff val="40000"/>
                          </a:srgb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Arial"/>
                          <a:sym typeface="Arial"/>
                        </a:rPr>
                        <a:t>Immutable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A3C9">
                            <a:lumMod val="60000"/>
                            <a:lumOff val="40000"/>
                          </a:srgb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Arial"/>
                          <a:sym typeface="Arial"/>
                        </a:rPr>
                        <a:t>Deduped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A3C9">
                            <a:lumMod val="60000"/>
                            <a:lumOff val="40000"/>
                          </a:srgb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Arial"/>
                          <a:sym typeface="Arial"/>
                        </a:rPr>
                        <a:t>Encrypted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A3C9">
                            <a:lumMod val="60000"/>
                            <a:lumOff val="40000"/>
                          </a:srgb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Arial"/>
                          <a:sym typeface="Arial"/>
                        </a:rPr>
                        <a:t>Cyber Recovery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A3C9">
                            <a:lumMod val="60000"/>
                            <a:lumOff val="40000"/>
                          </a:srgb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Arial"/>
                          <a:sym typeface="Arial"/>
                        </a:rPr>
                        <a:t>CR Testing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A3C9">
                            <a:lumMod val="60000"/>
                            <a:lumOff val="40000"/>
                          </a:srgb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Arial"/>
                          <a:sym typeface="Arial"/>
                        </a:rPr>
                        <a:t>Forensic Analysis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</a:tbl>
          </a:graphicData>
        </a:graphic>
      </p:graphicFrame>
      <p:graphicFrame>
        <p:nvGraphicFramePr>
          <p:cNvPr id="367" name="Table 30">
            <a:extLst>
              <a:ext uri="{FF2B5EF4-FFF2-40B4-BE49-F238E27FC236}">
                <a16:creationId xmlns:a16="http://schemas.microsoft.com/office/drawing/2014/main" id="{82BA1FF7-0EF5-412B-3D6E-AD972DAC6336}"/>
              </a:ext>
            </a:extLst>
          </p:cNvPr>
          <p:cNvGraphicFramePr>
            <a:graphicFrameLocks noGrp="1"/>
          </p:cNvGraphicFramePr>
          <p:nvPr/>
        </p:nvGraphicFramePr>
        <p:xfrm>
          <a:off x="2730195" y="1854926"/>
          <a:ext cx="2700584" cy="4690410"/>
        </p:xfrm>
        <a:graphic>
          <a:graphicData uri="http://schemas.openxmlformats.org/drawingml/2006/table">
            <a:tbl>
              <a:tblPr firstRow="1" bandRow="1"/>
              <a:tblGrid>
                <a:gridCol w="2700584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4690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graphicFrame>
        <p:nvGraphicFramePr>
          <p:cNvPr id="19" name="Table 30">
            <a:extLst>
              <a:ext uri="{FF2B5EF4-FFF2-40B4-BE49-F238E27FC236}">
                <a16:creationId xmlns:a16="http://schemas.microsoft.com/office/drawing/2014/main" id="{DB065FD0-1E38-AE3B-04F4-7E1838B55FB0}"/>
              </a:ext>
            </a:extLst>
          </p:cNvPr>
          <p:cNvGraphicFramePr>
            <a:graphicFrameLocks noGrp="1"/>
          </p:cNvGraphicFramePr>
          <p:nvPr/>
        </p:nvGraphicFramePr>
        <p:xfrm>
          <a:off x="2846393" y="4366400"/>
          <a:ext cx="2482187" cy="1960132"/>
        </p:xfrm>
        <a:graphic>
          <a:graphicData uri="http://schemas.openxmlformats.org/drawingml/2006/table">
            <a:tbl>
              <a:tblPr firstRow="1" bandRow="1"/>
              <a:tblGrid>
                <a:gridCol w="2482187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1994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Protected Data Layer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">
                          <a:srgbClr val="7030A0"/>
                        </a:gs>
                        <a:gs pos="50000">
                          <a:srgbClr val="000218">
                            <a:lumMod val="10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868845955"/>
                  </a:ext>
                </a:extLst>
              </a:tr>
              <a:tr h="17315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graphicFrame>
        <p:nvGraphicFramePr>
          <p:cNvPr id="207" name="Table 206">
            <a:extLst>
              <a:ext uri="{FF2B5EF4-FFF2-40B4-BE49-F238E27FC236}">
                <a16:creationId xmlns:a16="http://schemas.microsoft.com/office/drawing/2014/main" id="{F20AB529-B712-6C4A-9EE3-994436691945}"/>
              </a:ext>
            </a:extLst>
          </p:cNvPr>
          <p:cNvGraphicFramePr>
            <a:graphicFrameLocks noGrp="1"/>
          </p:cNvGraphicFramePr>
          <p:nvPr/>
        </p:nvGraphicFramePr>
        <p:xfrm>
          <a:off x="2793362" y="1970375"/>
          <a:ext cx="2551934" cy="1306384"/>
        </p:xfrm>
        <a:graphic>
          <a:graphicData uri="http://schemas.openxmlformats.org/drawingml/2006/table">
            <a:tbl>
              <a:tblPr firstRow="1" bandRow="1"/>
              <a:tblGrid>
                <a:gridCol w="2551934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</a:tblGrid>
              <a:tr h="2220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900" b="1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Clients &amp; Protected Storage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">
                          <a:srgbClr val="7030A0"/>
                        </a:gs>
                        <a:gs pos="50000">
                          <a:srgbClr val="000218">
                            <a:lumMod val="10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02530383"/>
                  </a:ext>
                </a:extLst>
              </a:tr>
              <a:tr h="10777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Work Sans" pitchFamily="2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CD837A-7960-2415-C981-BFDF59FBE8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10884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4FC826-72BB-4AF1-BA01-A94F7396A7D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108842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2299503-E5CF-8DD1-2AD8-F3097840764B}"/>
              </a:ext>
            </a:extLst>
          </p:cNvPr>
          <p:cNvSpPr txBox="1"/>
          <p:nvPr/>
        </p:nvSpPr>
        <p:spPr>
          <a:xfrm>
            <a:off x="2631715" y="1568338"/>
            <a:ext cx="2437182" cy="253916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/>
                <a:sym typeface="Arial"/>
              </a:rPr>
              <a:t>DR DC</a:t>
            </a: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F7290029-66B8-7253-2AEA-6D2076389CB9}"/>
              </a:ext>
            </a:extLst>
          </p:cNvPr>
          <p:cNvGrpSpPr/>
          <p:nvPr/>
        </p:nvGrpSpPr>
        <p:grpSpPr>
          <a:xfrm>
            <a:off x="3111874" y="2351226"/>
            <a:ext cx="702195" cy="427590"/>
            <a:chOff x="809967" y="4292795"/>
            <a:chExt cx="702195" cy="427590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412F7EB5-18E2-1456-98BF-791E57E1E198}"/>
                </a:ext>
              </a:extLst>
            </p:cNvPr>
            <p:cNvSpPr>
              <a:spLocks/>
            </p:cNvSpPr>
            <p:nvPr/>
          </p:nvSpPr>
          <p:spPr>
            <a:xfrm>
              <a:off x="809967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Devices</a:t>
              </a: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AC15F48E-DBB5-F5C4-9BAD-3AFD65E4F0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4881" y="4438701"/>
              <a:ext cx="312368" cy="281684"/>
            </a:xfrm>
            <a:custGeom>
              <a:avLst/>
              <a:gdLst>
                <a:gd name="connsiteX0" fmla="*/ 717948 w 756461"/>
                <a:gd name="connsiteY0" fmla="*/ 0 h 682154"/>
                <a:gd name="connsiteX1" fmla="*/ 119845 w 756461"/>
                <a:gd name="connsiteY1" fmla="*/ 0 h 682154"/>
                <a:gd name="connsiteX2" fmla="*/ 81372 w 756461"/>
                <a:gd name="connsiteY2" fmla="*/ 38472 h 682154"/>
                <a:gd name="connsiteX3" fmla="*/ 81372 w 756461"/>
                <a:gd name="connsiteY3" fmla="*/ 295943 h 682154"/>
                <a:gd name="connsiteX4" fmla="*/ 23590 w 756461"/>
                <a:gd name="connsiteY4" fmla="*/ 295943 h 682154"/>
                <a:gd name="connsiteX5" fmla="*/ 0 w 756461"/>
                <a:gd name="connsiteY5" fmla="*/ 320499 h 682154"/>
                <a:gd name="connsiteX6" fmla="*/ 0 w 756461"/>
                <a:gd name="connsiteY6" fmla="*/ 657598 h 682154"/>
                <a:gd name="connsiteX7" fmla="*/ 23590 w 756461"/>
                <a:gd name="connsiteY7" fmla="*/ 682155 h 682154"/>
                <a:gd name="connsiteX8" fmla="*/ 194821 w 756461"/>
                <a:gd name="connsiteY8" fmla="*/ 682155 h 682154"/>
                <a:gd name="connsiteX9" fmla="*/ 218410 w 756461"/>
                <a:gd name="connsiteY9" fmla="*/ 657598 h 682154"/>
                <a:gd name="connsiteX10" fmla="*/ 218410 w 756461"/>
                <a:gd name="connsiteY10" fmla="*/ 475471 h 682154"/>
                <a:gd name="connsiteX11" fmla="*/ 385355 w 756461"/>
                <a:gd name="connsiteY11" fmla="*/ 475471 h 682154"/>
                <a:gd name="connsiteX12" fmla="*/ 385355 w 756461"/>
                <a:gd name="connsiteY12" fmla="*/ 540471 h 682154"/>
                <a:gd name="connsiteX13" fmla="*/ 377541 w 756461"/>
                <a:gd name="connsiteY13" fmla="*/ 540471 h 682154"/>
                <a:gd name="connsiteX14" fmla="*/ 277643 w 756461"/>
                <a:gd name="connsiteY14" fmla="*/ 564061 h 682154"/>
                <a:gd name="connsiteX15" fmla="*/ 233776 w 756461"/>
                <a:gd name="connsiteY15" fmla="*/ 625043 h 682154"/>
                <a:gd name="connsiteX16" fmla="*/ 241329 w 756461"/>
                <a:gd name="connsiteY16" fmla="*/ 632596 h 682154"/>
                <a:gd name="connsiteX17" fmla="*/ 596468 w 756461"/>
                <a:gd name="connsiteY17" fmla="*/ 632596 h 682154"/>
                <a:gd name="connsiteX18" fmla="*/ 604022 w 756461"/>
                <a:gd name="connsiteY18" fmla="*/ 625043 h 682154"/>
                <a:gd name="connsiteX19" fmla="*/ 560154 w 756461"/>
                <a:gd name="connsiteY19" fmla="*/ 564061 h 682154"/>
                <a:gd name="connsiteX20" fmla="*/ 460256 w 756461"/>
                <a:gd name="connsiteY20" fmla="*/ 540471 h 682154"/>
                <a:gd name="connsiteX21" fmla="*/ 452442 w 756461"/>
                <a:gd name="connsiteY21" fmla="*/ 540471 h 682154"/>
                <a:gd name="connsiteX22" fmla="*/ 452442 w 756461"/>
                <a:gd name="connsiteY22" fmla="*/ 475471 h 682154"/>
                <a:gd name="connsiteX23" fmla="*/ 717952 w 756461"/>
                <a:gd name="connsiteY23" fmla="*/ 475471 h 682154"/>
                <a:gd name="connsiteX24" fmla="*/ 756424 w 756461"/>
                <a:gd name="connsiteY24" fmla="*/ 436998 h 682154"/>
                <a:gd name="connsiteX25" fmla="*/ 756461 w 756461"/>
                <a:gd name="connsiteY25" fmla="*/ 38472 h 682154"/>
                <a:gd name="connsiteX26" fmla="*/ 717989 w 756461"/>
                <a:gd name="connsiteY26" fmla="*/ 0 h 682154"/>
                <a:gd name="connsiteX27" fmla="*/ 23594 w 756461"/>
                <a:gd name="connsiteY27" fmla="*/ 311087 h 682154"/>
                <a:gd name="connsiteX28" fmla="*/ 194825 w 756461"/>
                <a:gd name="connsiteY28" fmla="*/ 311087 h 682154"/>
                <a:gd name="connsiteX29" fmla="*/ 203308 w 756461"/>
                <a:gd name="connsiteY29" fmla="*/ 320500 h 682154"/>
                <a:gd name="connsiteX30" fmla="*/ 203308 w 756461"/>
                <a:gd name="connsiteY30" fmla="*/ 346434 h 682154"/>
                <a:gd name="connsiteX31" fmla="*/ 15114 w 756461"/>
                <a:gd name="connsiteY31" fmla="*/ 346471 h 682154"/>
                <a:gd name="connsiteX32" fmla="*/ 15114 w 756461"/>
                <a:gd name="connsiteY32" fmla="*/ 320537 h 682154"/>
                <a:gd name="connsiteX33" fmla="*/ 23597 w 756461"/>
                <a:gd name="connsiteY33" fmla="*/ 311124 h 682154"/>
                <a:gd name="connsiteX34" fmla="*/ 15111 w 756461"/>
                <a:gd name="connsiteY34" fmla="*/ 361577 h 682154"/>
                <a:gd name="connsiteX35" fmla="*/ 203268 w 756461"/>
                <a:gd name="connsiteY35" fmla="*/ 361577 h 682154"/>
                <a:gd name="connsiteX36" fmla="*/ 203268 w 756461"/>
                <a:gd name="connsiteY36" fmla="*/ 606102 h 682154"/>
                <a:gd name="connsiteX37" fmla="*/ 15111 w 756461"/>
                <a:gd name="connsiteY37" fmla="*/ 606102 h 682154"/>
                <a:gd name="connsiteX38" fmla="*/ 218413 w 756461"/>
                <a:gd name="connsiteY38" fmla="*/ 354024 h 682154"/>
                <a:gd name="connsiteX39" fmla="*/ 218413 w 756461"/>
                <a:gd name="connsiteY39" fmla="*/ 320538 h 682154"/>
                <a:gd name="connsiteX40" fmla="*/ 194823 w 756461"/>
                <a:gd name="connsiteY40" fmla="*/ 295981 h 682154"/>
                <a:gd name="connsiteX41" fmla="*/ 141580 w 756461"/>
                <a:gd name="connsiteY41" fmla="*/ 295981 h 682154"/>
                <a:gd name="connsiteX42" fmla="*/ 141580 w 756461"/>
                <a:gd name="connsiteY42" fmla="*/ 65857 h 682154"/>
                <a:gd name="connsiteX43" fmla="*/ 696335 w 756461"/>
                <a:gd name="connsiteY43" fmla="*/ 65857 h 682154"/>
                <a:gd name="connsiteX44" fmla="*/ 696335 w 756461"/>
                <a:gd name="connsiteY44" fmla="*/ 387069 h 682154"/>
                <a:gd name="connsiteX45" fmla="*/ 218447 w 756461"/>
                <a:gd name="connsiteY45" fmla="*/ 387069 h 682154"/>
                <a:gd name="connsiteX46" fmla="*/ 218447 w 756461"/>
                <a:gd name="connsiteY46" fmla="*/ 354066 h 682154"/>
                <a:gd name="connsiteX47" fmla="*/ 194823 w 756461"/>
                <a:gd name="connsiteY47" fmla="*/ 667044 h 682154"/>
                <a:gd name="connsiteX48" fmla="*/ 23592 w 756461"/>
                <a:gd name="connsiteY48" fmla="*/ 667044 h 682154"/>
                <a:gd name="connsiteX49" fmla="*/ 15109 w 756461"/>
                <a:gd name="connsiteY49" fmla="*/ 657630 h 682154"/>
                <a:gd name="connsiteX50" fmla="*/ 15109 w 756461"/>
                <a:gd name="connsiteY50" fmla="*/ 621242 h 682154"/>
                <a:gd name="connsiteX51" fmla="*/ 203266 w 756461"/>
                <a:gd name="connsiteY51" fmla="*/ 621242 h 682154"/>
                <a:gd name="connsiteX52" fmla="*/ 203266 w 756461"/>
                <a:gd name="connsiteY52" fmla="*/ 657630 h 682154"/>
                <a:gd name="connsiteX53" fmla="*/ 194783 w 756461"/>
                <a:gd name="connsiteY53" fmla="*/ 667044 h 682154"/>
                <a:gd name="connsiteX54" fmla="*/ 588101 w 756461"/>
                <a:gd name="connsiteY54" fmla="*/ 617484 h 682154"/>
                <a:gd name="connsiteX55" fmla="*/ 249773 w 756461"/>
                <a:gd name="connsiteY55" fmla="*/ 617484 h 682154"/>
                <a:gd name="connsiteX56" fmla="*/ 377541 w 756461"/>
                <a:gd name="connsiteY56" fmla="*/ 555609 h 682154"/>
                <a:gd name="connsiteX57" fmla="*/ 460290 w 756461"/>
                <a:gd name="connsiteY57" fmla="*/ 555609 h 682154"/>
                <a:gd name="connsiteX58" fmla="*/ 588058 w 756461"/>
                <a:gd name="connsiteY58" fmla="*/ 617484 h 682154"/>
                <a:gd name="connsiteX59" fmla="*/ 437377 w 756461"/>
                <a:gd name="connsiteY59" fmla="*/ 540503 h 682154"/>
                <a:gd name="connsiteX60" fmla="*/ 400505 w 756461"/>
                <a:gd name="connsiteY60" fmla="*/ 540503 h 682154"/>
                <a:gd name="connsiteX61" fmla="*/ 400505 w 756461"/>
                <a:gd name="connsiteY61" fmla="*/ 475503 h 682154"/>
                <a:gd name="connsiteX62" fmla="*/ 437377 w 756461"/>
                <a:gd name="connsiteY62" fmla="*/ 475503 h 682154"/>
                <a:gd name="connsiteX63" fmla="*/ 741358 w 756461"/>
                <a:gd name="connsiteY63" fmla="*/ 437033 h 682154"/>
                <a:gd name="connsiteX64" fmla="*/ 717992 w 756461"/>
                <a:gd name="connsiteY64" fmla="*/ 460399 h 682154"/>
                <a:gd name="connsiteX65" fmla="*/ 218454 w 756461"/>
                <a:gd name="connsiteY65" fmla="*/ 460399 h 682154"/>
                <a:gd name="connsiteX66" fmla="*/ 218454 w 756461"/>
                <a:gd name="connsiteY66" fmla="*/ 402207 h 682154"/>
                <a:gd name="connsiteX67" fmla="*/ 703934 w 756461"/>
                <a:gd name="connsiteY67" fmla="*/ 402207 h 682154"/>
                <a:gd name="connsiteX68" fmla="*/ 711487 w 756461"/>
                <a:gd name="connsiteY68" fmla="*/ 394654 h 682154"/>
                <a:gd name="connsiteX69" fmla="*/ 711449 w 756461"/>
                <a:gd name="connsiteY69" fmla="*/ 58269 h 682154"/>
                <a:gd name="connsiteX70" fmla="*/ 703896 w 756461"/>
                <a:gd name="connsiteY70" fmla="*/ 50716 h 682154"/>
                <a:gd name="connsiteX71" fmla="*/ 133996 w 756461"/>
                <a:gd name="connsiteY71" fmla="*/ 50679 h 682154"/>
                <a:gd name="connsiteX72" fmla="*/ 126443 w 756461"/>
                <a:gd name="connsiteY72" fmla="*/ 58232 h 682154"/>
                <a:gd name="connsiteX73" fmla="*/ 126443 w 756461"/>
                <a:gd name="connsiteY73" fmla="*/ 295947 h 682154"/>
                <a:gd name="connsiteX74" fmla="*/ 96566 w 756461"/>
                <a:gd name="connsiteY74" fmla="*/ 295947 h 682154"/>
                <a:gd name="connsiteX75" fmla="*/ 96566 w 756461"/>
                <a:gd name="connsiteY75" fmla="*/ 38477 h 682154"/>
                <a:gd name="connsiteX76" fmla="*/ 119932 w 756461"/>
                <a:gd name="connsiteY76" fmla="*/ 15111 h 682154"/>
                <a:gd name="connsiteX77" fmla="*/ 718035 w 756461"/>
                <a:gd name="connsiteY77" fmla="*/ 15111 h 682154"/>
                <a:gd name="connsiteX78" fmla="*/ 741401 w 756461"/>
                <a:gd name="connsiteY78" fmla="*/ 38477 h 682154"/>
                <a:gd name="connsiteX79" fmla="*/ 741401 w 756461"/>
                <a:gd name="connsiteY79" fmla="*/ 437003 h 682154"/>
                <a:gd name="connsiteX80" fmla="*/ 674758 w 756461"/>
                <a:gd name="connsiteY80" fmla="*/ 413742 h 682154"/>
                <a:gd name="connsiteX81" fmla="*/ 658052 w 756461"/>
                <a:gd name="connsiteY81" fmla="*/ 430447 h 682154"/>
                <a:gd name="connsiteX82" fmla="*/ 674758 w 756461"/>
                <a:gd name="connsiteY82" fmla="*/ 447153 h 682154"/>
                <a:gd name="connsiteX83" fmla="*/ 691463 w 756461"/>
                <a:gd name="connsiteY83" fmla="*/ 430447 h 682154"/>
                <a:gd name="connsiteX84" fmla="*/ 674758 w 756461"/>
                <a:gd name="connsiteY84" fmla="*/ 413742 h 682154"/>
                <a:gd name="connsiteX85" fmla="*/ 674758 w 756461"/>
                <a:gd name="connsiteY85" fmla="*/ 435024 h 682154"/>
                <a:gd name="connsiteX86" fmla="*/ 670181 w 756461"/>
                <a:gd name="connsiteY86" fmla="*/ 430448 h 682154"/>
                <a:gd name="connsiteX87" fmla="*/ 674758 w 756461"/>
                <a:gd name="connsiteY87" fmla="*/ 425871 h 682154"/>
                <a:gd name="connsiteX88" fmla="*/ 679334 w 756461"/>
                <a:gd name="connsiteY88" fmla="*/ 430448 h 682154"/>
                <a:gd name="connsiteX89" fmla="*/ 674758 w 756461"/>
                <a:gd name="connsiteY89" fmla="*/ 435024 h 682154"/>
                <a:gd name="connsiteX90" fmla="*/ 108430 w 756461"/>
                <a:gd name="connsiteY90" fmla="*/ 622848 h 682154"/>
                <a:gd name="connsiteX91" fmla="*/ 87854 w 756461"/>
                <a:gd name="connsiteY91" fmla="*/ 644279 h 682154"/>
                <a:gd name="connsiteX92" fmla="*/ 108430 w 756461"/>
                <a:gd name="connsiteY92" fmla="*/ 665710 h 682154"/>
                <a:gd name="connsiteX93" fmla="*/ 129005 w 756461"/>
                <a:gd name="connsiteY93" fmla="*/ 644279 h 682154"/>
                <a:gd name="connsiteX94" fmla="*/ 108430 w 756461"/>
                <a:gd name="connsiteY94" fmla="*/ 622848 h 682154"/>
                <a:gd name="connsiteX95" fmla="*/ 108430 w 756461"/>
                <a:gd name="connsiteY95" fmla="*/ 653581 h 682154"/>
                <a:gd name="connsiteX96" fmla="*/ 99984 w 756461"/>
                <a:gd name="connsiteY96" fmla="*/ 644242 h 682154"/>
                <a:gd name="connsiteX97" fmla="*/ 108430 w 756461"/>
                <a:gd name="connsiteY97" fmla="*/ 634940 h 682154"/>
                <a:gd name="connsiteX98" fmla="*/ 116876 w 756461"/>
                <a:gd name="connsiteY98" fmla="*/ 644242 h 682154"/>
                <a:gd name="connsiteX99" fmla="*/ 108430 w 756461"/>
                <a:gd name="connsiteY99" fmla="*/ 653581 h 682154"/>
                <a:gd name="connsiteX100" fmla="*/ 86663 w 756461"/>
                <a:gd name="connsiteY100" fmla="*/ 328207 h 682154"/>
                <a:gd name="connsiteX101" fmla="*/ 92728 w 756461"/>
                <a:gd name="connsiteY101" fmla="*/ 322142 h 682154"/>
                <a:gd name="connsiteX102" fmla="*/ 125581 w 756461"/>
                <a:gd name="connsiteY102" fmla="*/ 322142 h 682154"/>
                <a:gd name="connsiteX103" fmla="*/ 131646 w 756461"/>
                <a:gd name="connsiteY103" fmla="*/ 328207 h 682154"/>
                <a:gd name="connsiteX104" fmla="*/ 125581 w 756461"/>
                <a:gd name="connsiteY104" fmla="*/ 334272 h 682154"/>
                <a:gd name="connsiteX105" fmla="*/ 92728 w 756461"/>
                <a:gd name="connsiteY105" fmla="*/ 334272 h 682154"/>
                <a:gd name="connsiteX106" fmla="*/ 86663 w 756461"/>
                <a:gd name="connsiteY106" fmla="*/ 328207 h 68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756461" h="682154">
                  <a:moveTo>
                    <a:pt x="717948" y="0"/>
                  </a:moveTo>
                  <a:lnTo>
                    <a:pt x="119845" y="0"/>
                  </a:lnTo>
                  <a:cubicBezTo>
                    <a:pt x="98636" y="0"/>
                    <a:pt x="81372" y="17264"/>
                    <a:pt x="81372" y="38472"/>
                  </a:cubicBezTo>
                  <a:lnTo>
                    <a:pt x="81372" y="295943"/>
                  </a:lnTo>
                  <a:lnTo>
                    <a:pt x="23590" y="295943"/>
                  </a:lnTo>
                  <a:cubicBezTo>
                    <a:pt x="10567" y="295943"/>
                    <a:pt x="0" y="306956"/>
                    <a:pt x="0" y="320499"/>
                  </a:cubicBezTo>
                  <a:lnTo>
                    <a:pt x="0" y="657598"/>
                  </a:lnTo>
                  <a:cubicBezTo>
                    <a:pt x="0" y="671142"/>
                    <a:pt x="10604" y="682155"/>
                    <a:pt x="23590" y="682155"/>
                  </a:cubicBezTo>
                  <a:lnTo>
                    <a:pt x="194821" y="682155"/>
                  </a:lnTo>
                  <a:cubicBezTo>
                    <a:pt x="207843" y="682155"/>
                    <a:pt x="218410" y="671142"/>
                    <a:pt x="218410" y="657598"/>
                  </a:cubicBezTo>
                  <a:lnTo>
                    <a:pt x="218410" y="475471"/>
                  </a:lnTo>
                  <a:lnTo>
                    <a:pt x="385355" y="475471"/>
                  </a:lnTo>
                  <a:lnTo>
                    <a:pt x="385355" y="540471"/>
                  </a:lnTo>
                  <a:lnTo>
                    <a:pt x="377541" y="540471"/>
                  </a:lnTo>
                  <a:cubicBezTo>
                    <a:pt x="340037" y="540471"/>
                    <a:pt x="304541" y="548843"/>
                    <a:pt x="277643" y="564061"/>
                  </a:cubicBezTo>
                  <a:cubicBezTo>
                    <a:pt x="249365" y="580060"/>
                    <a:pt x="233776" y="601714"/>
                    <a:pt x="233776" y="625043"/>
                  </a:cubicBezTo>
                  <a:cubicBezTo>
                    <a:pt x="233776" y="629210"/>
                    <a:pt x="237162" y="632596"/>
                    <a:pt x="241329" y="632596"/>
                  </a:cubicBezTo>
                  <a:lnTo>
                    <a:pt x="596468" y="632596"/>
                  </a:lnTo>
                  <a:cubicBezTo>
                    <a:pt x="600636" y="632596"/>
                    <a:pt x="604022" y="629210"/>
                    <a:pt x="604022" y="625043"/>
                  </a:cubicBezTo>
                  <a:cubicBezTo>
                    <a:pt x="604022" y="601714"/>
                    <a:pt x="588432" y="580059"/>
                    <a:pt x="560154" y="564061"/>
                  </a:cubicBezTo>
                  <a:cubicBezTo>
                    <a:pt x="533254" y="548843"/>
                    <a:pt x="497758" y="540471"/>
                    <a:pt x="460256" y="540471"/>
                  </a:cubicBezTo>
                  <a:lnTo>
                    <a:pt x="452442" y="540471"/>
                  </a:lnTo>
                  <a:lnTo>
                    <a:pt x="452442" y="475471"/>
                  </a:lnTo>
                  <a:lnTo>
                    <a:pt x="717952" y="475471"/>
                  </a:lnTo>
                  <a:cubicBezTo>
                    <a:pt x="739160" y="475471"/>
                    <a:pt x="756424" y="458207"/>
                    <a:pt x="756424" y="436998"/>
                  </a:cubicBezTo>
                  <a:lnTo>
                    <a:pt x="756461" y="38472"/>
                  </a:lnTo>
                  <a:cubicBezTo>
                    <a:pt x="756461" y="17264"/>
                    <a:pt x="739197" y="0"/>
                    <a:pt x="717989" y="0"/>
                  </a:cubicBezTo>
                  <a:close/>
                  <a:moveTo>
                    <a:pt x="23594" y="311087"/>
                  </a:moveTo>
                  <a:lnTo>
                    <a:pt x="194825" y="311087"/>
                  </a:lnTo>
                  <a:cubicBezTo>
                    <a:pt x="199513" y="311087"/>
                    <a:pt x="203308" y="315328"/>
                    <a:pt x="203308" y="320500"/>
                  </a:cubicBezTo>
                  <a:lnTo>
                    <a:pt x="203308" y="346434"/>
                  </a:lnTo>
                  <a:lnTo>
                    <a:pt x="15114" y="346471"/>
                  </a:lnTo>
                  <a:lnTo>
                    <a:pt x="15114" y="320537"/>
                  </a:lnTo>
                  <a:cubicBezTo>
                    <a:pt x="15114" y="315328"/>
                    <a:pt x="18909" y="311124"/>
                    <a:pt x="23597" y="311124"/>
                  </a:cubicBezTo>
                  <a:close/>
                  <a:moveTo>
                    <a:pt x="15111" y="361577"/>
                  </a:moveTo>
                  <a:lnTo>
                    <a:pt x="203268" y="361577"/>
                  </a:lnTo>
                  <a:lnTo>
                    <a:pt x="203268" y="606102"/>
                  </a:lnTo>
                  <a:lnTo>
                    <a:pt x="15111" y="606102"/>
                  </a:lnTo>
                  <a:close/>
                  <a:moveTo>
                    <a:pt x="218413" y="354024"/>
                  </a:moveTo>
                  <a:lnTo>
                    <a:pt x="218413" y="320538"/>
                  </a:lnTo>
                  <a:cubicBezTo>
                    <a:pt x="218413" y="306994"/>
                    <a:pt x="207809" y="295981"/>
                    <a:pt x="194823" y="295981"/>
                  </a:cubicBezTo>
                  <a:lnTo>
                    <a:pt x="141580" y="295981"/>
                  </a:lnTo>
                  <a:lnTo>
                    <a:pt x="141580" y="65857"/>
                  </a:lnTo>
                  <a:lnTo>
                    <a:pt x="696335" y="65857"/>
                  </a:lnTo>
                  <a:lnTo>
                    <a:pt x="696335" y="387069"/>
                  </a:lnTo>
                  <a:lnTo>
                    <a:pt x="218447" y="387069"/>
                  </a:lnTo>
                  <a:lnTo>
                    <a:pt x="218447" y="354066"/>
                  </a:lnTo>
                  <a:close/>
                  <a:moveTo>
                    <a:pt x="194823" y="667044"/>
                  </a:moveTo>
                  <a:lnTo>
                    <a:pt x="23592" y="667044"/>
                  </a:lnTo>
                  <a:cubicBezTo>
                    <a:pt x="18904" y="667044"/>
                    <a:pt x="15109" y="662802"/>
                    <a:pt x="15109" y="657630"/>
                  </a:cubicBezTo>
                  <a:lnTo>
                    <a:pt x="15109" y="621242"/>
                  </a:lnTo>
                  <a:lnTo>
                    <a:pt x="203266" y="621242"/>
                  </a:lnTo>
                  <a:lnTo>
                    <a:pt x="203266" y="657630"/>
                  </a:lnTo>
                  <a:cubicBezTo>
                    <a:pt x="203266" y="662839"/>
                    <a:pt x="199471" y="667044"/>
                    <a:pt x="194783" y="667044"/>
                  </a:cubicBezTo>
                  <a:close/>
                  <a:moveTo>
                    <a:pt x="588101" y="617484"/>
                  </a:moveTo>
                  <a:lnTo>
                    <a:pt x="249773" y="617484"/>
                  </a:lnTo>
                  <a:cubicBezTo>
                    <a:pt x="257028" y="583253"/>
                    <a:pt x="312579" y="555609"/>
                    <a:pt x="377541" y="555609"/>
                  </a:cubicBezTo>
                  <a:lnTo>
                    <a:pt x="460290" y="555609"/>
                  </a:lnTo>
                  <a:cubicBezTo>
                    <a:pt x="525290" y="555609"/>
                    <a:pt x="580838" y="583253"/>
                    <a:pt x="588058" y="617484"/>
                  </a:cubicBezTo>
                  <a:close/>
                  <a:moveTo>
                    <a:pt x="437377" y="540503"/>
                  </a:moveTo>
                  <a:lnTo>
                    <a:pt x="400505" y="540503"/>
                  </a:lnTo>
                  <a:lnTo>
                    <a:pt x="400505" y="475503"/>
                  </a:lnTo>
                  <a:lnTo>
                    <a:pt x="437377" y="475503"/>
                  </a:lnTo>
                  <a:close/>
                  <a:moveTo>
                    <a:pt x="741358" y="437033"/>
                  </a:moveTo>
                  <a:cubicBezTo>
                    <a:pt x="741358" y="449907"/>
                    <a:pt x="730865" y="460399"/>
                    <a:pt x="717992" y="460399"/>
                  </a:cubicBezTo>
                  <a:lnTo>
                    <a:pt x="218454" y="460399"/>
                  </a:lnTo>
                  <a:lnTo>
                    <a:pt x="218454" y="402207"/>
                  </a:lnTo>
                  <a:lnTo>
                    <a:pt x="703934" y="402207"/>
                  </a:lnTo>
                  <a:cubicBezTo>
                    <a:pt x="708101" y="402207"/>
                    <a:pt x="711487" y="398821"/>
                    <a:pt x="711487" y="394654"/>
                  </a:cubicBezTo>
                  <a:lnTo>
                    <a:pt x="711449" y="58269"/>
                  </a:lnTo>
                  <a:cubicBezTo>
                    <a:pt x="711449" y="54102"/>
                    <a:pt x="708063" y="50716"/>
                    <a:pt x="703896" y="50716"/>
                  </a:cubicBezTo>
                  <a:lnTo>
                    <a:pt x="133996" y="50679"/>
                  </a:lnTo>
                  <a:cubicBezTo>
                    <a:pt x="129829" y="50679"/>
                    <a:pt x="126443" y="54064"/>
                    <a:pt x="126443" y="58232"/>
                  </a:cubicBezTo>
                  <a:lnTo>
                    <a:pt x="126443" y="295947"/>
                  </a:lnTo>
                  <a:lnTo>
                    <a:pt x="96566" y="295947"/>
                  </a:lnTo>
                  <a:lnTo>
                    <a:pt x="96566" y="38477"/>
                  </a:lnTo>
                  <a:cubicBezTo>
                    <a:pt x="96566" y="25603"/>
                    <a:pt x="107059" y="15111"/>
                    <a:pt x="119932" y="15111"/>
                  </a:cubicBezTo>
                  <a:lnTo>
                    <a:pt x="718035" y="15111"/>
                  </a:lnTo>
                  <a:cubicBezTo>
                    <a:pt x="730909" y="15111"/>
                    <a:pt x="741401" y="25604"/>
                    <a:pt x="741401" y="38477"/>
                  </a:cubicBezTo>
                  <a:lnTo>
                    <a:pt x="741401" y="437003"/>
                  </a:lnTo>
                  <a:close/>
                  <a:moveTo>
                    <a:pt x="674758" y="413742"/>
                  </a:moveTo>
                  <a:cubicBezTo>
                    <a:pt x="665567" y="413742"/>
                    <a:pt x="658052" y="421220"/>
                    <a:pt x="658052" y="430447"/>
                  </a:cubicBezTo>
                  <a:cubicBezTo>
                    <a:pt x="658052" y="439638"/>
                    <a:pt x="665530" y="447153"/>
                    <a:pt x="674758" y="447153"/>
                  </a:cubicBezTo>
                  <a:cubicBezTo>
                    <a:pt x="683948" y="447153"/>
                    <a:pt x="691463" y="439675"/>
                    <a:pt x="691463" y="430447"/>
                  </a:cubicBezTo>
                  <a:cubicBezTo>
                    <a:pt x="691463" y="421257"/>
                    <a:pt x="683985" y="413742"/>
                    <a:pt x="674758" y="413742"/>
                  </a:cubicBezTo>
                  <a:close/>
                  <a:moveTo>
                    <a:pt x="674758" y="435024"/>
                  </a:moveTo>
                  <a:cubicBezTo>
                    <a:pt x="672227" y="435024"/>
                    <a:pt x="670181" y="432978"/>
                    <a:pt x="670181" y="430448"/>
                  </a:cubicBezTo>
                  <a:cubicBezTo>
                    <a:pt x="670181" y="427918"/>
                    <a:pt x="672227" y="425871"/>
                    <a:pt x="674758" y="425871"/>
                  </a:cubicBezTo>
                  <a:cubicBezTo>
                    <a:pt x="677288" y="425871"/>
                    <a:pt x="679334" y="427918"/>
                    <a:pt x="679334" y="430448"/>
                  </a:cubicBezTo>
                  <a:cubicBezTo>
                    <a:pt x="679334" y="432978"/>
                    <a:pt x="677288" y="435024"/>
                    <a:pt x="674758" y="435024"/>
                  </a:cubicBezTo>
                  <a:close/>
                  <a:moveTo>
                    <a:pt x="108430" y="622848"/>
                  </a:moveTo>
                  <a:cubicBezTo>
                    <a:pt x="97081" y="622848"/>
                    <a:pt x="87854" y="632447"/>
                    <a:pt x="87854" y="644279"/>
                  </a:cubicBezTo>
                  <a:cubicBezTo>
                    <a:pt x="87854" y="656111"/>
                    <a:pt x="97081" y="665710"/>
                    <a:pt x="108430" y="665710"/>
                  </a:cubicBezTo>
                  <a:cubicBezTo>
                    <a:pt x="119778" y="665710"/>
                    <a:pt x="129005" y="656111"/>
                    <a:pt x="129005" y="644279"/>
                  </a:cubicBezTo>
                  <a:cubicBezTo>
                    <a:pt x="129005" y="632484"/>
                    <a:pt x="119778" y="622848"/>
                    <a:pt x="108430" y="622848"/>
                  </a:cubicBezTo>
                  <a:close/>
                  <a:moveTo>
                    <a:pt x="108430" y="653581"/>
                  </a:moveTo>
                  <a:cubicBezTo>
                    <a:pt x="103779" y="653581"/>
                    <a:pt x="99984" y="649414"/>
                    <a:pt x="99984" y="644242"/>
                  </a:cubicBezTo>
                  <a:cubicBezTo>
                    <a:pt x="99984" y="639108"/>
                    <a:pt x="103779" y="634940"/>
                    <a:pt x="108430" y="634940"/>
                  </a:cubicBezTo>
                  <a:cubicBezTo>
                    <a:pt x="113080" y="634940"/>
                    <a:pt x="116876" y="639108"/>
                    <a:pt x="116876" y="644242"/>
                  </a:cubicBezTo>
                  <a:cubicBezTo>
                    <a:pt x="116876" y="649377"/>
                    <a:pt x="113080" y="653581"/>
                    <a:pt x="108430" y="653581"/>
                  </a:cubicBezTo>
                  <a:close/>
                  <a:moveTo>
                    <a:pt x="86663" y="328207"/>
                  </a:moveTo>
                  <a:cubicBezTo>
                    <a:pt x="86663" y="324858"/>
                    <a:pt x="89379" y="322142"/>
                    <a:pt x="92728" y="322142"/>
                  </a:cubicBezTo>
                  <a:lnTo>
                    <a:pt x="125581" y="322142"/>
                  </a:lnTo>
                  <a:cubicBezTo>
                    <a:pt x="128930" y="322142"/>
                    <a:pt x="131646" y="324858"/>
                    <a:pt x="131646" y="328207"/>
                  </a:cubicBezTo>
                  <a:cubicBezTo>
                    <a:pt x="131646" y="331556"/>
                    <a:pt x="128930" y="334272"/>
                    <a:pt x="125581" y="334272"/>
                  </a:cubicBezTo>
                  <a:lnTo>
                    <a:pt x="92728" y="334272"/>
                  </a:lnTo>
                  <a:cubicBezTo>
                    <a:pt x="89379" y="334272"/>
                    <a:pt x="86663" y="331556"/>
                    <a:pt x="86663" y="3282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56B14F25-E5ED-91F6-E60C-7DD430B417CD}"/>
              </a:ext>
            </a:extLst>
          </p:cNvPr>
          <p:cNvGrpSpPr/>
          <p:nvPr/>
        </p:nvGrpSpPr>
        <p:grpSpPr>
          <a:xfrm>
            <a:off x="4096444" y="2363475"/>
            <a:ext cx="702195" cy="426448"/>
            <a:chOff x="2339424" y="4292795"/>
            <a:chExt cx="702195" cy="426448"/>
          </a:xfrm>
        </p:grpSpPr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77AA952E-8ED4-C17C-17AC-8656A9CA57D3}"/>
                </a:ext>
              </a:extLst>
            </p:cNvPr>
            <p:cNvSpPr>
              <a:spLocks/>
            </p:cNvSpPr>
            <p:nvPr/>
          </p:nvSpPr>
          <p:spPr>
            <a:xfrm>
              <a:off x="2339424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VMs</a:t>
              </a:r>
            </a:p>
          </p:txBody>
        </p: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84A7D40B-5CF7-8ECA-A55A-C686A785A87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09103" y="4439843"/>
              <a:ext cx="162838" cy="279400"/>
              <a:chOff x="-1609996" y="2667666"/>
              <a:chExt cx="555136" cy="952509"/>
            </a:xfrm>
            <a:solidFill>
              <a:schemeClr val="bg1"/>
            </a:solidFill>
          </p:grpSpPr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6D2C83F2-7CAB-AC50-CEAB-A98CC9F7AD01}"/>
                  </a:ext>
                </a:extLst>
              </p:cNvPr>
              <p:cNvSpPr/>
              <p:nvPr/>
            </p:nvSpPr>
            <p:spPr>
              <a:xfrm>
                <a:off x="-1609996" y="2667666"/>
                <a:ext cx="555136" cy="952509"/>
              </a:xfrm>
              <a:custGeom>
                <a:avLst/>
                <a:gdLst>
                  <a:gd name="connsiteX0" fmla="*/ 551259 w 555136"/>
                  <a:gd name="connsiteY0" fmla="*/ 330308 h 952509"/>
                  <a:gd name="connsiteX1" fmla="*/ 494024 w 555136"/>
                  <a:gd name="connsiteY1" fmla="*/ 300685 h 952509"/>
                  <a:gd name="connsiteX2" fmla="*/ 518617 w 555136"/>
                  <a:gd name="connsiteY2" fmla="*/ 245745 h 952509"/>
                  <a:gd name="connsiteX3" fmla="*/ 482260 w 555136"/>
                  <a:gd name="connsiteY3" fmla="*/ 182299 h 952509"/>
                  <a:gd name="connsiteX4" fmla="*/ 488852 w 555136"/>
                  <a:gd name="connsiteY4" fmla="*/ 141818 h 952509"/>
                  <a:gd name="connsiteX5" fmla="*/ 359740 w 555136"/>
                  <a:gd name="connsiteY5" fmla="*/ 12725 h 952509"/>
                  <a:gd name="connsiteX6" fmla="*/ 309601 w 555136"/>
                  <a:gd name="connsiteY6" fmla="*/ 22965 h 952509"/>
                  <a:gd name="connsiteX7" fmla="*/ 259794 w 555136"/>
                  <a:gd name="connsiteY7" fmla="*/ 0 h 952509"/>
                  <a:gd name="connsiteX8" fmla="*/ 194053 w 555136"/>
                  <a:gd name="connsiteY8" fmla="*/ 61741 h 952509"/>
                  <a:gd name="connsiteX9" fmla="*/ 96374 w 555136"/>
                  <a:gd name="connsiteY9" fmla="*/ 166211 h 952509"/>
                  <a:gd name="connsiteX10" fmla="*/ 96669 w 555136"/>
                  <a:gd name="connsiteY10" fmla="*/ 173412 h 952509"/>
                  <a:gd name="connsiteX11" fmla="*/ 36500 w 555136"/>
                  <a:gd name="connsiteY11" fmla="*/ 245745 h 952509"/>
                  <a:gd name="connsiteX12" fmla="*/ 61055 w 555136"/>
                  <a:gd name="connsiteY12" fmla="*/ 300704 h 952509"/>
                  <a:gd name="connsiteX13" fmla="*/ 3858 w 555136"/>
                  <a:gd name="connsiteY13" fmla="*/ 330317 h 952509"/>
                  <a:gd name="connsiteX14" fmla="*/ 0 w 555136"/>
                  <a:gd name="connsiteY14" fmla="*/ 336661 h 952509"/>
                  <a:gd name="connsiteX15" fmla="*/ 0 w 555136"/>
                  <a:gd name="connsiteY15" fmla="*/ 762962 h 952509"/>
                  <a:gd name="connsiteX16" fmla="*/ 7144 w 555136"/>
                  <a:gd name="connsiteY16" fmla="*/ 770106 h 952509"/>
                  <a:gd name="connsiteX17" fmla="*/ 76267 w 555136"/>
                  <a:gd name="connsiteY17" fmla="*/ 770106 h 952509"/>
                  <a:gd name="connsiteX18" fmla="*/ 76267 w 555136"/>
                  <a:gd name="connsiteY18" fmla="*/ 916229 h 952509"/>
                  <a:gd name="connsiteX19" fmla="*/ 112538 w 555136"/>
                  <a:gd name="connsiteY19" fmla="*/ 952510 h 952509"/>
                  <a:gd name="connsiteX20" fmla="*/ 248441 w 555136"/>
                  <a:gd name="connsiteY20" fmla="*/ 952510 h 952509"/>
                  <a:gd name="connsiteX21" fmla="*/ 277568 w 555136"/>
                  <a:gd name="connsiteY21" fmla="*/ 937622 h 952509"/>
                  <a:gd name="connsiteX22" fmla="*/ 306676 w 555136"/>
                  <a:gd name="connsiteY22" fmla="*/ 952500 h 952509"/>
                  <a:gd name="connsiteX23" fmla="*/ 442589 w 555136"/>
                  <a:gd name="connsiteY23" fmla="*/ 952500 h 952509"/>
                  <a:gd name="connsiteX24" fmla="*/ 478860 w 555136"/>
                  <a:gd name="connsiteY24" fmla="*/ 916219 h 952509"/>
                  <a:gd name="connsiteX25" fmla="*/ 478860 w 555136"/>
                  <a:gd name="connsiteY25" fmla="*/ 770106 h 952509"/>
                  <a:gd name="connsiteX26" fmla="*/ 547992 w 555136"/>
                  <a:gd name="connsiteY26" fmla="*/ 770106 h 952509"/>
                  <a:gd name="connsiteX27" fmla="*/ 555136 w 555136"/>
                  <a:gd name="connsiteY27" fmla="*/ 762962 h 952509"/>
                  <a:gd name="connsiteX28" fmla="*/ 555136 w 555136"/>
                  <a:gd name="connsiteY28" fmla="*/ 336652 h 952509"/>
                  <a:gd name="connsiteX29" fmla="*/ 551259 w 555136"/>
                  <a:gd name="connsiteY29" fmla="*/ 330308 h 952509"/>
                  <a:gd name="connsiteX30" fmla="*/ 50787 w 555136"/>
                  <a:gd name="connsiteY30" fmla="*/ 245745 h 952509"/>
                  <a:gd name="connsiteX31" fmla="*/ 105156 w 555136"/>
                  <a:gd name="connsiteY31" fmla="*/ 186652 h 952509"/>
                  <a:gd name="connsiteX32" fmla="*/ 110109 w 555136"/>
                  <a:gd name="connsiteY32" fmla="*/ 183985 h 952509"/>
                  <a:gd name="connsiteX33" fmla="*/ 111604 w 555136"/>
                  <a:gd name="connsiteY33" fmla="*/ 178575 h 952509"/>
                  <a:gd name="connsiteX34" fmla="*/ 110652 w 555136"/>
                  <a:gd name="connsiteY34" fmla="*/ 166211 h 952509"/>
                  <a:gd name="connsiteX35" fmla="*/ 201330 w 555136"/>
                  <a:gd name="connsiteY35" fmla="*/ 75809 h 952509"/>
                  <a:gd name="connsiteX36" fmla="*/ 201349 w 555136"/>
                  <a:gd name="connsiteY36" fmla="*/ 75809 h 952509"/>
                  <a:gd name="connsiteX37" fmla="*/ 206502 w 555136"/>
                  <a:gd name="connsiteY37" fmla="*/ 73619 h 952509"/>
                  <a:gd name="connsiteX38" fmla="*/ 208493 w 555136"/>
                  <a:gd name="connsiteY38" fmla="*/ 68390 h 952509"/>
                  <a:gd name="connsiteX39" fmla="*/ 208217 w 555136"/>
                  <a:gd name="connsiteY39" fmla="*/ 65875 h 952509"/>
                  <a:gd name="connsiteX40" fmla="*/ 259804 w 555136"/>
                  <a:gd name="connsiteY40" fmla="*/ 14288 h 952509"/>
                  <a:gd name="connsiteX41" fmla="*/ 301657 w 555136"/>
                  <a:gd name="connsiteY41" fmla="*/ 35928 h 952509"/>
                  <a:gd name="connsiteX42" fmla="*/ 310534 w 555136"/>
                  <a:gd name="connsiteY42" fmla="*/ 38214 h 952509"/>
                  <a:gd name="connsiteX43" fmla="*/ 359759 w 555136"/>
                  <a:gd name="connsiteY43" fmla="*/ 27003 h 952509"/>
                  <a:gd name="connsiteX44" fmla="*/ 474583 w 555136"/>
                  <a:gd name="connsiteY44" fmla="*/ 141808 h 952509"/>
                  <a:gd name="connsiteX45" fmla="*/ 466801 w 555136"/>
                  <a:gd name="connsiteY45" fmla="*/ 183109 h 952509"/>
                  <a:gd name="connsiteX46" fmla="*/ 470373 w 555136"/>
                  <a:gd name="connsiteY46" fmla="*/ 192119 h 952509"/>
                  <a:gd name="connsiteX47" fmla="*/ 504349 w 555136"/>
                  <a:gd name="connsiteY47" fmla="*/ 245735 h 952509"/>
                  <a:gd name="connsiteX48" fmla="*/ 480231 w 555136"/>
                  <a:gd name="connsiteY48" fmla="*/ 293522 h 952509"/>
                  <a:gd name="connsiteX49" fmla="*/ 461715 w 555136"/>
                  <a:gd name="connsiteY49" fmla="*/ 283940 h 952509"/>
                  <a:gd name="connsiteX50" fmla="*/ 462429 w 555136"/>
                  <a:gd name="connsiteY50" fmla="*/ 275301 h 952509"/>
                  <a:gd name="connsiteX51" fmla="*/ 435150 w 555136"/>
                  <a:gd name="connsiteY51" fmla="*/ 226333 h 952509"/>
                  <a:gd name="connsiteX52" fmla="*/ 439807 w 555136"/>
                  <a:gd name="connsiteY52" fmla="*/ 196339 h 952509"/>
                  <a:gd name="connsiteX53" fmla="*/ 340004 w 555136"/>
                  <a:gd name="connsiteY53" fmla="*/ 96545 h 952509"/>
                  <a:gd name="connsiteX54" fmla="*/ 302400 w 555136"/>
                  <a:gd name="connsiteY54" fmla="*/ 103984 h 952509"/>
                  <a:gd name="connsiteX55" fmla="*/ 264090 w 555136"/>
                  <a:gd name="connsiteY55" fmla="*/ 86878 h 952509"/>
                  <a:gd name="connsiteX56" fmla="*/ 212541 w 555136"/>
                  <a:gd name="connsiteY56" fmla="*/ 133902 h 952509"/>
                  <a:gd name="connsiteX57" fmla="*/ 138208 w 555136"/>
                  <a:gd name="connsiteY57" fmla="*/ 214874 h 952509"/>
                  <a:gd name="connsiteX58" fmla="*/ 138332 w 555136"/>
                  <a:gd name="connsiteY58" fmla="*/ 218961 h 952509"/>
                  <a:gd name="connsiteX59" fmla="*/ 92716 w 555136"/>
                  <a:gd name="connsiteY59" fmla="*/ 275311 h 952509"/>
                  <a:gd name="connsiteX60" fmla="*/ 93440 w 555136"/>
                  <a:gd name="connsiteY60" fmla="*/ 283950 h 952509"/>
                  <a:gd name="connsiteX61" fmla="*/ 74924 w 555136"/>
                  <a:gd name="connsiteY61" fmla="*/ 293532 h 952509"/>
                  <a:gd name="connsiteX62" fmla="*/ 50787 w 555136"/>
                  <a:gd name="connsiteY62" fmla="*/ 245745 h 952509"/>
                  <a:gd name="connsiteX63" fmla="*/ 107090 w 555136"/>
                  <a:gd name="connsiteY63" fmla="*/ 276873 h 952509"/>
                  <a:gd name="connsiteX64" fmla="*/ 106994 w 555136"/>
                  <a:gd name="connsiteY64" fmla="*/ 275311 h 952509"/>
                  <a:gd name="connsiteX65" fmla="*/ 146733 w 555136"/>
                  <a:gd name="connsiteY65" fmla="*/ 232124 h 952509"/>
                  <a:gd name="connsiteX66" fmla="*/ 151676 w 555136"/>
                  <a:gd name="connsiteY66" fmla="*/ 229467 h 952509"/>
                  <a:gd name="connsiteX67" fmla="*/ 153172 w 555136"/>
                  <a:gd name="connsiteY67" fmla="*/ 224057 h 952509"/>
                  <a:gd name="connsiteX68" fmla="*/ 152476 w 555136"/>
                  <a:gd name="connsiteY68" fmla="*/ 214884 h 952509"/>
                  <a:gd name="connsiteX69" fmla="*/ 219637 w 555136"/>
                  <a:gd name="connsiteY69" fmla="*/ 147923 h 952509"/>
                  <a:gd name="connsiteX70" fmla="*/ 219666 w 555136"/>
                  <a:gd name="connsiteY70" fmla="*/ 147923 h 952509"/>
                  <a:gd name="connsiteX71" fmla="*/ 224847 w 555136"/>
                  <a:gd name="connsiteY71" fmla="*/ 145704 h 952509"/>
                  <a:gd name="connsiteX72" fmla="*/ 226800 w 555136"/>
                  <a:gd name="connsiteY72" fmla="*/ 140418 h 952509"/>
                  <a:gd name="connsiteX73" fmla="*/ 226600 w 555136"/>
                  <a:gd name="connsiteY73" fmla="*/ 138665 h 952509"/>
                  <a:gd name="connsiteX74" fmla="*/ 264081 w 555136"/>
                  <a:gd name="connsiteY74" fmla="*/ 101184 h 952509"/>
                  <a:gd name="connsiteX75" fmla="*/ 294475 w 555136"/>
                  <a:gd name="connsiteY75" fmla="*/ 116910 h 952509"/>
                  <a:gd name="connsiteX76" fmla="*/ 303352 w 555136"/>
                  <a:gd name="connsiteY76" fmla="*/ 119196 h 952509"/>
                  <a:gd name="connsiteX77" fmla="*/ 340004 w 555136"/>
                  <a:gd name="connsiteY77" fmla="*/ 110852 h 952509"/>
                  <a:gd name="connsiteX78" fmla="*/ 425520 w 555136"/>
                  <a:gd name="connsiteY78" fmla="*/ 196358 h 952509"/>
                  <a:gd name="connsiteX79" fmla="*/ 419748 w 555136"/>
                  <a:gd name="connsiteY79" fmla="*/ 227114 h 952509"/>
                  <a:gd name="connsiteX80" fmla="*/ 423291 w 555136"/>
                  <a:gd name="connsiteY80" fmla="*/ 236125 h 952509"/>
                  <a:gd name="connsiteX81" fmla="*/ 448123 w 555136"/>
                  <a:gd name="connsiteY81" fmla="*/ 275311 h 952509"/>
                  <a:gd name="connsiteX82" fmla="*/ 448018 w 555136"/>
                  <a:gd name="connsiteY82" fmla="*/ 276873 h 952509"/>
                  <a:gd name="connsiteX83" fmla="*/ 280845 w 555136"/>
                  <a:gd name="connsiteY83" fmla="*/ 190329 h 952509"/>
                  <a:gd name="connsiteX84" fmla="*/ 274282 w 555136"/>
                  <a:gd name="connsiteY84" fmla="*/ 190329 h 952509"/>
                  <a:gd name="connsiteX85" fmla="*/ 107090 w 555136"/>
                  <a:gd name="connsiteY85" fmla="*/ 276873 h 952509"/>
                  <a:gd name="connsiteX86" fmla="*/ 277559 w 555136"/>
                  <a:gd name="connsiteY86" fmla="*/ 204721 h 952509"/>
                  <a:gd name="connsiteX87" fmla="*/ 477383 w 555136"/>
                  <a:gd name="connsiteY87" fmla="*/ 308153 h 952509"/>
                  <a:gd name="connsiteX88" fmla="*/ 477603 w 555136"/>
                  <a:gd name="connsiteY88" fmla="*/ 308267 h 952509"/>
                  <a:gd name="connsiteX89" fmla="*/ 540839 w 555136"/>
                  <a:gd name="connsiteY89" fmla="*/ 341005 h 952509"/>
                  <a:gd name="connsiteX90" fmla="*/ 540839 w 555136"/>
                  <a:gd name="connsiteY90" fmla="*/ 384315 h 952509"/>
                  <a:gd name="connsiteX91" fmla="*/ 280845 w 555136"/>
                  <a:gd name="connsiteY91" fmla="*/ 249726 h 952509"/>
                  <a:gd name="connsiteX92" fmla="*/ 274282 w 555136"/>
                  <a:gd name="connsiteY92" fmla="*/ 249726 h 952509"/>
                  <a:gd name="connsiteX93" fmla="*/ 14278 w 555136"/>
                  <a:gd name="connsiteY93" fmla="*/ 384315 h 952509"/>
                  <a:gd name="connsiteX94" fmla="*/ 14278 w 555136"/>
                  <a:gd name="connsiteY94" fmla="*/ 340995 h 952509"/>
                  <a:gd name="connsiteX95" fmla="*/ 277559 w 555136"/>
                  <a:gd name="connsiteY95" fmla="*/ 204721 h 952509"/>
                  <a:gd name="connsiteX96" fmla="*/ 464563 w 555136"/>
                  <a:gd name="connsiteY96" fmla="*/ 616220 h 952509"/>
                  <a:gd name="connsiteX97" fmla="*/ 284702 w 555136"/>
                  <a:gd name="connsiteY97" fmla="*/ 616220 h 952509"/>
                  <a:gd name="connsiteX98" fmla="*/ 284702 w 555136"/>
                  <a:gd name="connsiteY98" fmla="*/ 583597 h 952509"/>
                  <a:gd name="connsiteX99" fmla="*/ 464563 w 555136"/>
                  <a:gd name="connsiteY99" fmla="*/ 583597 h 952509"/>
                  <a:gd name="connsiteX100" fmla="*/ 464563 w 555136"/>
                  <a:gd name="connsiteY100" fmla="*/ 616220 h 952509"/>
                  <a:gd name="connsiteX101" fmla="*/ 270396 w 555136"/>
                  <a:gd name="connsiteY101" fmla="*/ 616220 h 952509"/>
                  <a:gd name="connsiteX102" fmla="*/ 90545 w 555136"/>
                  <a:gd name="connsiteY102" fmla="*/ 616220 h 952509"/>
                  <a:gd name="connsiteX103" fmla="*/ 90545 w 555136"/>
                  <a:gd name="connsiteY103" fmla="*/ 583597 h 952509"/>
                  <a:gd name="connsiteX104" fmla="*/ 270396 w 555136"/>
                  <a:gd name="connsiteY104" fmla="*/ 583597 h 952509"/>
                  <a:gd name="connsiteX105" fmla="*/ 270396 w 555136"/>
                  <a:gd name="connsiteY105" fmla="*/ 616220 h 952509"/>
                  <a:gd name="connsiteX106" fmla="*/ 90545 w 555136"/>
                  <a:gd name="connsiteY106" fmla="*/ 630507 h 952509"/>
                  <a:gd name="connsiteX107" fmla="*/ 270396 w 555136"/>
                  <a:gd name="connsiteY107" fmla="*/ 630507 h 952509"/>
                  <a:gd name="connsiteX108" fmla="*/ 270396 w 555136"/>
                  <a:gd name="connsiteY108" fmla="*/ 663159 h 952509"/>
                  <a:gd name="connsiteX109" fmla="*/ 90545 w 555136"/>
                  <a:gd name="connsiteY109" fmla="*/ 663159 h 952509"/>
                  <a:gd name="connsiteX110" fmla="*/ 90545 w 555136"/>
                  <a:gd name="connsiteY110" fmla="*/ 630507 h 952509"/>
                  <a:gd name="connsiteX111" fmla="*/ 284702 w 555136"/>
                  <a:gd name="connsiteY111" fmla="*/ 630507 h 952509"/>
                  <a:gd name="connsiteX112" fmla="*/ 464563 w 555136"/>
                  <a:gd name="connsiteY112" fmla="*/ 630507 h 952509"/>
                  <a:gd name="connsiteX113" fmla="*/ 464563 w 555136"/>
                  <a:gd name="connsiteY113" fmla="*/ 663159 h 952509"/>
                  <a:gd name="connsiteX114" fmla="*/ 284702 w 555136"/>
                  <a:gd name="connsiteY114" fmla="*/ 663159 h 952509"/>
                  <a:gd name="connsiteX115" fmla="*/ 284702 w 555136"/>
                  <a:gd name="connsiteY115" fmla="*/ 630507 h 952509"/>
                  <a:gd name="connsiteX116" fmla="*/ 464563 w 555136"/>
                  <a:gd name="connsiteY116" fmla="*/ 569309 h 952509"/>
                  <a:gd name="connsiteX117" fmla="*/ 284702 w 555136"/>
                  <a:gd name="connsiteY117" fmla="*/ 569309 h 952509"/>
                  <a:gd name="connsiteX118" fmla="*/ 284702 w 555136"/>
                  <a:gd name="connsiteY118" fmla="*/ 534391 h 952509"/>
                  <a:gd name="connsiteX119" fmla="*/ 306676 w 555136"/>
                  <a:gd name="connsiteY119" fmla="*/ 512416 h 952509"/>
                  <a:gd name="connsiteX120" fmla="*/ 442589 w 555136"/>
                  <a:gd name="connsiteY120" fmla="*/ 512416 h 952509"/>
                  <a:gd name="connsiteX121" fmla="*/ 464572 w 555136"/>
                  <a:gd name="connsiteY121" fmla="*/ 534391 h 952509"/>
                  <a:gd name="connsiteX122" fmla="*/ 464572 w 555136"/>
                  <a:gd name="connsiteY122" fmla="*/ 569309 h 952509"/>
                  <a:gd name="connsiteX123" fmla="*/ 270396 w 555136"/>
                  <a:gd name="connsiteY123" fmla="*/ 569309 h 952509"/>
                  <a:gd name="connsiteX124" fmla="*/ 90545 w 555136"/>
                  <a:gd name="connsiteY124" fmla="*/ 569309 h 952509"/>
                  <a:gd name="connsiteX125" fmla="*/ 90545 w 555136"/>
                  <a:gd name="connsiteY125" fmla="*/ 534391 h 952509"/>
                  <a:gd name="connsiteX126" fmla="*/ 112528 w 555136"/>
                  <a:gd name="connsiteY126" fmla="*/ 512416 h 952509"/>
                  <a:gd name="connsiteX127" fmla="*/ 248431 w 555136"/>
                  <a:gd name="connsiteY127" fmla="*/ 512416 h 952509"/>
                  <a:gd name="connsiteX128" fmla="*/ 270405 w 555136"/>
                  <a:gd name="connsiteY128" fmla="*/ 534391 h 952509"/>
                  <a:gd name="connsiteX129" fmla="*/ 270405 w 555136"/>
                  <a:gd name="connsiteY129" fmla="*/ 569309 h 952509"/>
                  <a:gd name="connsiteX130" fmla="*/ 248422 w 555136"/>
                  <a:gd name="connsiteY130" fmla="*/ 938213 h 952509"/>
                  <a:gd name="connsiteX131" fmla="*/ 112528 w 555136"/>
                  <a:gd name="connsiteY131" fmla="*/ 938213 h 952509"/>
                  <a:gd name="connsiteX132" fmla="*/ 90545 w 555136"/>
                  <a:gd name="connsiteY132" fmla="*/ 916219 h 952509"/>
                  <a:gd name="connsiteX133" fmla="*/ 90545 w 555136"/>
                  <a:gd name="connsiteY133" fmla="*/ 677447 h 952509"/>
                  <a:gd name="connsiteX134" fmla="*/ 270396 w 555136"/>
                  <a:gd name="connsiteY134" fmla="*/ 677447 h 952509"/>
                  <a:gd name="connsiteX135" fmla="*/ 270396 w 555136"/>
                  <a:gd name="connsiteY135" fmla="*/ 916219 h 952509"/>
                  <a:gd name="connsiteX136" fmla="*/ 248422 w 555136"/>
                  <a:gd name="connsiteY136" fmla="*/ 938213 h 952509"/>
                  <a:gd name="connsiteX137" fmla="*/ 464563 w 555136"/>
                  <a:gd name="connsiteY137" fmla="*/ 916219 h 952509"/>
                  <a:gd name="connsiteX138" fmla="*/ 442579 w 555136"/>
                  <a:gd name="connsiteY138" fmla="*/ 938213 h 952509"/>
                  <a:gd name="connsiteX139" fmla="*/ 306676 w 555136"/>
                  <a:gd name="connsiteY139" fmla="*/ 938213 h 952509"/>
                  <a:gd name="connsiteX140" fmla="*/ 284702 w 555136"/>
                  <a:gd name="connsiteY140" fmla="*/ 916219 h 952509"/>
                  <a:gd name="connsiteX141" fmla="*/ 284702 w 555136"/>
                  <a:gd name="connsiteY141" fmla="*/ 677447 h 952509"/>
                  <a:gd name="connsiteX142" fmla="*/ 464563 w 555136"/>
                  <a:gd name="connsiteY142" fmla="*/ 677447 h 952509"/>
                  <a:gd name="connsiteX143" fmla="*/ 464563 w 555136"/>
                  <a:gd name="connsiteY143" fmla="*/ 916219 h 952509"/>
                  <a:gd name="connsiteX144" fmla="*/ 478850 w 555136"/>
                  <a:gd name="connsiteY144" fmla="*/ 755818 h 952509"/>
                  <a:gd name="connsiteX145" fmla="*/ 478850 w 555136"/>
                  <a:gd name="connsiteY145" fmla="*/ 670303 h 952509"/>
                  <a:gd name="connsiteX146" fmla="*/ 478850 w 555136"/>
                  <a:gd name="connsiteY146" fmla="*/ 623364 h 952509"/>
                  <a:gd name="connsiteX147" fmla="*/ 478850 w 555136"/>
                  <a:gd name="connsiteY147" fmla="*/ 576453 h 952509"/>
                  <a:gd name="connsiteX148" fmla="*/ 478850 w 555136"/>
                  <a:gd name="connsiteY148" fmla="*/ 534391 h 952509"/>
                  <a:gd name="connsiteX149" fmla="*/ 442579 w 555136"/>
                  <a:gd name="connsiteY149" fmla="*/ 498129 h 952509"/>
                  <a:gd name="connsiteX150" fmla="*/ 306676 w 555136"/>
                  <a:gd name="connsiteY150" fmla="*/ 498129 h 952509"/>
                  <a:gd name="connsiteX151" fmla="*/ 277549 w 555136"/>
                  <a:gd name="connsiteY151" fmla="*/ 513007 h 952509"/>
                  <a:gd name="connsiteX152" fmla="*/ 248422 w 555136"/>
                  <a:gd name="connsiteY152" fmla="*/ 498129 h 952509"/>
                  <a:gd name="connsiteX153" fmla="*/ 112528 w 555136"/>
                  <a:gd name="connsiteY153" fmla="*/ 498129 h 952509"/>
                  <a:gd name="connsiteX154" fmla="*/ 76257 w 555136"/>
                  <a:gd name="connsiteY154" fmla="*/ 534391 h 952509"/>
                  <a:gd name="connsiteX155" fmla="*/ 76257 w 555136"/>
                  <a:gd name="connsiteY155" fmla="*/ 576453 h 952509"/>
                  <a:gd name="connsiteX156" fmla="*/ 76257 w 555136"/>
                  <a:gd name="connsiteY156" fmla="*/ 623373 h 952509"/>
                  <a:gd name="connsiteX157" fmla="*/ 76257 w 555136"/>
                  <a:gd name="connsiteY157" fmla="*/ 670312 h 952509"/>
                  <a:gd name="connsiteX158" fmla="*/ 76257 w 555136"/>
                  <a:gd name="connsiteY158" fmla="*/ 755828 h 952509"/>
                  <a:gd name="connsiteX159" fmla="*/ 14278 w 555136"/>
                  <a:gd name="connsiteY159" fmla="*/ 755828 h 952509"/>
                  <a:gd name="connsiteX160" fmla="*/ 14278 w 555136"/>
                  <a:gd name="connsiteY160" fmla="*/ 400393 h 952509"/>
                  <a:gd name="connsiteX161" fmla="*/ 277559 w 555136"/>
                  <a:gd name="connsiteY161" fmla="*/ 264119 h 952509"/>
                  <a:gd name="connsiteX162" fmla="*/ 540839 w 555136"/>
                  <a:gd name="connsiteY162" fmla="*/ 400393 h 952509"/>
                  <a:gd name="connsiteX163" fmla="*/ 540839 w 555136"/>
                  <a:gd name="connsiteY163" fmla="*/ 755809 h 952509"/>
                  <a:gd name="connsiteX164" fmla="*/ 478850 w 555136"/>
                  <a:gd name="connsiteY164" fmla="*/ 755809 h 952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</a:cxnLst>
                <a:rect l="l" t="t" r="r" b="b"/>
                <a:pathLst>
                  <a:path w="555136" h="952509">
                    <a:moveTo>
                      <a:pt x="551259" y="330308"/>
                    </a:moveTo>
                    <a:lnTo>
                      <a:pt x="494024" y="300685"/>
                    </a:lnTo>
                    <a:cubicBezTo>
                      <a:pt x="509549" y="286769"/>
                      <a:pt x="518617" y="266995"/>
                      <a:pt x="518617" y="245745"/>
                    </a:cubicBezTo>
                    <a:cubicBezTo>
                      <a:pt x="518617" y="219361"/>
                      <a:pt x="504844" y="195596"/>
                      <a:pt x="482260" y="182299"/>
                    </a:cubicBezTo>
                    <a:cubicBezTo>
                      <a:pt x="486642" y="169116"/>
                      <a:pt x="488852" y="155524"/>
                      <a:pt x="488852" y="141818"/>
                    </a:cubicBezTo>
                    <a:cubicBezTo>
                      <a:pt x="488852" y="70637"/>
                      <a:pt x="430930" y="12725"/>
                      <a:pt x="359740" y="12725"/>
                    </a:cubicBezTo>
                    <a:cubicBezTo>
                      <a:pt x="342462" y="12725"/>
                      <a:pt x="325622" y="16164"/>
                      <a:pt x="309601" y="22965"/>
                    </a:cubicBezTo>
                    <a:cubicBezTo>
                      <a:pt x="297123" y="8487"/>
                      <a:pt x="278911" y="0"/>
                      <a:pt x="259794" y="0"/>
                    </a:cubicBezTo>
                    <a:cubicBezTo>
                      <a:pt x="224857" y="0"/>
                      <a:pt x="196186" y="27337"/>
                      <a:pt x="194053" y="61741"/>
                    </a:cubicBezTo>
                    <a:cubicBezTo>
                      <a:pt x="139579" y="65370"/>
                      <a:pt x="96374" y="110833"/>
                      <a:pt x="96374" y="166211"/>
                    </a:cubicBezTo>
                    <a:cubicBezTo>
                      <a:pt x="96374" y="168526"/>
                      <a:pt x="96469" y="170888"/>
                      <a:pt x="96669" y="173412"/>
                    </a:cubicBezTo>
                    <a:cubicBezTo>
                      <a:pt x="61903" y="179899"/>
                      <a:pt x="36500" y="209826"/>
                      <a:pt x="36500" y="245745"/>
                    </a:cubicBezTo>
                    <a:cubicBezTo>
                      <a:pt x="36500" y="266900"/>
                      <a:pt x="45558" y="286779"/>
                      <a:pt x="61055" y="300704"/>
                    </a:cubicBezTo>
                    <a:lnTo>
                      <a:pt x="3858" y="330317"/>
                    </a:lnTo>
                    <a:cubicBezTo>
                      <a:pt x="1486" y="331546"/>
                      <a:pt x="0" y="333994"/>
                      <a:pt x="0" y="336661"/>
                    </a:cubicBezTo>
                    <a:lnTo>
                      <a:pt x="0" y="762962"/>
                    </a:lnTo>
                    <a:cubicBezTo>
                      <a:pt x="0" y="766905"/>
                      <a:pt x="3200" y="770106"/>
                      <a:pt x="7144" y="770106"/>
                    </a:cubicBezTo>
                    <a:lnTo>
                      <a:pt x="76267" y="770106"/>
                    </a:lnTo>
                    <a:lnTo>
                      <a:pt x="76267" y="916229"/>
                    </a:lnTo>
                    <a:cubicBezTo>
                      <a:pt x="76267" y="936231"/>
                      <a:pt x="92535" y="952510"/>
                      <a:pt x="112538" y="952510"/>
                    </a:cubicBezTo>
                    <a:lnTo>
                      <a:pt x="248441" y="952510"/>
                    </a:lnTo>
                    <a:cubicBezTo>
                      <a:pt x="260414" y="952510"/>
                      <a:pt x="270958" y="946604"/>
                      <a:pt x="277568" y="937622"/>
                    </a:cubicBezTo>
                    <a:cubicBezTo>
                      <a:pt x="284159" y="946595"/>
                      <a:pt x="294704" y="952500"/>
                      <a:pt x="306676" y="952500"/>
                    </a:cubicBezTo>
                    <a:lnTo>
                      <a:pt x="442589" y="952500"/>
                    </a:lnTo>
                    <a:cubicBezTo>
                      <a:pt x="462591" y="952500"/>
                      <a:pt x="478860" y="936222"/>
                      <a:pt x="478860" y="916219"/>
                    </a:cubicBezTo>
                    <a:lnTo>
                      <a:pt x="478860" y="770106"/>
                    </a:lnTo>
                    <a:lnTo>
                      <a:pt x="547992" y="770106"/>
                    </a:lnTo>
                    <a:cubicBezTo>
                      <a:pt x="551936" y="770106"/>
                      <a:pt x="555136" y="766905"/>
                      <a:pt x="555136" y="762962"/>
                    </a:cubicBezTo>
                    <a:lnTo>
                      <a:pt x="555136" y="336652"/>
                    </a:lnTo>
                    <a:cubicBezTo>
                      <a:pt x="555127" y="333985"/>
                      <a:pt x="553631" y="331537"/>
                      <a:pt x="551259" y="330308"/>
                    </a:cubicBezTo>
                    <a:close/>
                    <a:moveTo>
                      <a:pt x="50787" y="245745"/>
                    </a:moveTo>
                    <a:cubicBezTo>
                      <a:pt x="50787" y="214827"/>
                      <a:pt x="74162" y="189424"/>
                      <a:pt x="105156" y="186652"/>
                    </a:cubicBezTo>
                    <a:cubicBezTo>
                      <a:pt x="107099" y="186471"/>
                      <a:pt x="108890" y="185518"/>
                      <a:pt x="110109" y="183985"/>
                    </a:cubicBezTo>
                    <a:cubicBezTo>
                      <a:pt x="111328" y="182461"/>
                      <a:pt x="111871" y="180499"/>
                      <a:pt x="111604" y="178575"/>
                    </a:cubicBezTo>
                    <a:cubicBezTo>
                      <a:pt x="110957" y="173822"/>
                      <a:pt x="110652" y="169897"/>
                      <a:pt x="110652" y="166211"/>
                    </a:cubicBezTo>
                    <a:cubicBezTo>
                      <a:pt x="110652" y="116357"/>
                      <a:pt x="151200" y="75809"/>
                      <a:pt x="201330" y="75809"/>
                    </a:cubicBezTo>
                    <a:cubicBezTo>
                      <a:pt x="201330" y="75809"/>
                      <a:pt x="201339" y="75809"/>
                      <a:pt x="201349" y="75809"/>
                    </a:cubicBezTo>
                    <a:cubicBezTo>
                      <a:pt x="203292" y="75809"/>
                      <a:pt x="205149" y="75019"/>
                      <a:pt x="206502" y="73619"/>
                    </a:cubicBezTo>
                    <a:cubicBezTo>
                      <a:pt x="207855" y="72219"/>
                      <a:pt x="208569" y="70323"/>
                      <a:pt x="208493" y="68390"/>
                    </a:cubicBezTo>
                    <a:cubicBezTo>
                      <a:pt x="208464" y="67713"/>
                      <a:pt x="208378" y="67046"/>
                      <a:pt x="208217" y="65875"/>
                    </a:cubicBezTo>
                    <a:cubicBezTo>
                      <a:pt x="208217" y="37433"/>
                      <a:pt x="231362" y="14288"/>
                      <a:pt x="259804" y="14288"/>
                    </a:cubicBezTo>
                    <a:cubicBezTo>
                      <a:pt x="276292" y="14288"/>
                      <a:pt x="291932" y="22384"/>
                      <a:pt x="301657" y="35928"/>
                    </a:cubicBezTo>
                    <a:cubicBezTo>
                      <a:pt x="303676" y="38748"/>
                      <a:pt x="307419" y="39700"/>
                      <a:pt x="310534" y="38214"/>
                    </a:cubicBezTo>
                    <a:cubicBezTo>
                      <a:pt x="326174" y="30775"/>
                      <a:pt x="342729" y="27003"/>
                      <a:pt x="359759" y="27003"/>
                    </a:cubicBezTo>
                    <a:cubicBezTo>
                      <a:pt x="423072" y="27003"/>
                      <a:pt x="474583" y="78505"/>
                      <a:pt x="474583" y="141808"/>
                    </a:cubicBezTo>
                    <a:cubicBezTo>
                      <a:pt x="474583" y="155829"/>
                      <a:pt x="471973" y="169726"/>
                      <a:pt x="466801" y="183109"/>
                    </a:cubicBezTo>
                    <a:cubicBezTo>
                      <a:pt x="465458" y="186585"/>
                      <a:pt x="467011" y="190500"/>
                      <a:pt x="470373" y="192119"/>
                    </a:cubicBezTo>
                    <a:cubicBezTo>
                      <a:pt x="491328" y="202197"/>
                      <a:pt x="504349" y="222742"/>
                      <a:pt x="504349" y="245735"/>
                    </a:cubicBezTo>
                    <a:cubicBezTo>
                      <a:pt x="504349" y="264747"/>
                      <a:pt x="495357" y="282264"/>
                      <a:pt x="480231" y="293522"/>
                    </a:cubicBezTo>
                    <a:lnTo>
                      <a:pt x="461715" y="283940"/>
                    </a:lnTo>
                    <a:cubicBezTo>
                      <a:pt x="462144" y="281083"/>
                      <a:pt x="462429" y="278197"/>
                      <a:pt x="462429" y="275301"/>
                    </a:cubicBezTo>
                    <a:cubicBezTo>
                      <a:pt x="462429" y="255108"/>
                      <a:pt x="452123" y="236868"/>
                      <a:pt x="435150" y="226333"/>
                    </a:cubicBezTo>
                    <a:cubicBezTo>
                      <a:pt x="438245" y="216579"/>
                      <a:pt x="439807" y="206512"/>
                      <a:pt x="439807" y="196339"/>
                    </a:cubicBezTo>
                    <a:cubicBezTo>
                      <a:pt x="439807" y="141313"/>
                      <a:pt x="395040" y="96545"/>
                      <a:pt x="340004" y="96545"/>
                    </a:cubicBezTo>
                    <a:cubicBezTo>
                      <a:pt x="327060" y="96545"/>
                      <a:pt x="314430" y="99050"/>
                      <a:pt x="302400" y="103984"/>
                    </a:cubicBezTo>
                    <a:cubicBezTo>
                      <a:pt x="292627" y="93183"/>
                      <a:pt x="278692" y="86878"/>
                      <a:pt x="264090" y="86878"/>
                    </a:cubicBezTo>
                    <a:cubicBezTo>
                      <a:pt x="237144" y="86878"/>
                      <a:pt x="214941" y="107566"/>
                      <a:pt x="212541" y="133902"/>
                    </a:cubicBezTo>
                    <a:cubicBezTo>
                      <a:pt x="170964" y="137427"/>
                      <a:pt x="138208" y="172403"/>
                      <a:pt x="138208" y="214874"/>
                    </a:cubicBezTo>
                    <a:cubicBezTo>
                      <a:pt x="138208" y="216198"/>
                      <a:pt x="138246" y="217551"/>
                      <a:pt x="138332" y="218961"/>
                    </a:cubicBezTo>
                    <a:cubicBezTo>
                      <a:pt x="111881" y="224609"/>
                      <a:pt x="92716" y="247698"/>
                      <a:pt x="92716" y="275311"/>
                    </a:cubicBezTo>
                    <a:cubicBezTo>
                      <a:pt x="92716" y="278206"/>
                      <a:pt x="93002" y="281083"/>
                      <a:pt x="93440" y="283950"/>
                    </a:cubicBezTo>
                    <a:lnTo>
                      <a:pt x="74924" y="293532"/>
                    </a:lnTo>
                    <a:cubicBezTo>
                      <a:pt x="59807" y="282283"/>
                      <a:pt x="50787" y="264671"/>
                      <a:pt x="50787" y="245745"/>
                    </a:cubicBezTo>
                    <a:close/>
                    <a:moveTo>
                      <a:pt x="107090" y="276873"/>
                    </a:moveTo>
                    <a:cubicBezTo>
                      <a:pt x="107071" y="276349"/>
                      <a:pt x="106994" y="275834"/>
                      <a:pt x="106994" y="275311"/>
                    </a:cubicBezTo>
                    <a:cubicBezTo>
                      <a:pt x="106994" y="252717"/>
                      <a:pt x="124082" y="234153"/>
                      <a:pt x="146733" y="232124"/>
                    </a:cubicBezTo>
                    <a:cubicBezTo>
                      <a:pt x="148676" y="231953"/>
                      <a:pt x="150466" y="230991"/>
                      <a:pt x="151676" y="229467"/>
                    </a:cubicBezTo>
                    <a:cubicBezTo>
                      <a:pt x="152895" y="227943"/>
                      <a:pt x="153438" y="225990"/>
                      <a:pt x="153172" y="224057"/>
                    </a:cubicBezTo>
                    <a:cubicBezTo>
                      <a:pt x="152695" y="220513"/>
                      <a:pt x="152476" y="217599"/>
                      <a:pt x="152476" y="214884"/>
                    </a:cubicBezTo>
                    <a:cubicBezTo>
                      <a:pt x="152476" y="177965"/>
                      <a:pt x="182499" y="147923"/>
                      <a:pt x="219637" y="147923"/>
                    </a:cubicBezTo>
                    <a:cubicBezTo>
                      <a:pt x="219647" y="147923"/>
                      <a:pt x="219656" y="147923"/>
                      <a:pt x="219666" y="147923"/>
                    </a:cubicBezTo>
                    <a:cubicBezTo>
                      <a:pt x="221628" y="147923"/>
                      <a:pt x="223495" y="147123"/>
                      <a:pt x="224847" y="145704"/>
                    </a:cubicBezTo>
                    <a:cubicBezTo>
                      <a:pt x="226200" y="144285"/>
                      <a:pt x="226905" y="142370"/>
                      <a:pt x="226800" y="140418"/>
                    </a:cubicBezTo>
                    <a:cubicBezTo>
                      <a:pt x="226790" y="140208"/>
                      <a:pt x="226619" y="138875"/>
                      <a:pt x="226600" y="138665"/>
                    </a:cubicBezTo>
                    <a:cubicBezTo>
                      <a:pt x="226600" y="118005"/>
                      <a:pt x="243411" y="101184"/>
                      <a:pt x="264081" y="101184"/>
                    </a:cubicBezTo>
                    <a:cubicBezTo>
                      <a:pt x="276044" y="101184"/>
                      <a:pt x="287407" y="107061"/>
                      <a:pt x="294475" y="116910"/>
                    </a:cubicBezTo>
                    <a:cubicBezTo>
                      <a:pt x="296494" y="119729"/>
                      <a:pt x="300238" y="120682"/>
                      <a:pt x="303352" y="119196"/>
                    </a:cubicBezTo>
                    <a:cubicBezTo>
                      <a:pt x="315001" y="113652"/>
                      <a:pt x="327336" y="110852"/>
                      <a:pt x="340004" y="110852"/>
                    </a:cubicBezTo>
                    <a:cubicBezTo>
                      <a:pt x="387153" y="110852"/>
                      <a:pt x="425520" y="149209"/>
                      <a:pt x="425520" y="196358"/>
                    </a:cubicBezTo>
                    <a:cubicBezTo>
                      <a:pt x="425520" y="206845"/>
                      <a:pt x="423577" y="217189"/>
                      <a:pt x="419748" y="227114"/>
                    </a:cubicBezTo>
                    <a:cubicBezTo>
                      <a:pt x="418376" y="230581"/>
                      <a:pt x="419929" y="234506"/>
                      <a:pt x="423291" y="236125"/>
                    </a:cubicBezTo>
                    <a:cubicBezTo>
                      <a:pt x="438607" y="243497"/>
                      <a:pt x="448123" y="258518"/>
                      <a:pt x="448123" y="275311"/>
                    </a:cubicBezTo>
                    <a:cubicBezTo>
                      <a:pt x="448123" y="275834"/>
                      <a:pt x="448037" y="276349"/>
                      <a:pt x="448018" y="276873"/>
                    </a:cubicBezTo>
                    <a:lnTo>
                      <a:pt x="280845" y="190329"/>
                    </a:lnTo>
                    <a:cubicBezTo>
                      <a:pt x="278787" y="189262"/>
                      <a:pt x="276330" y="189262"/>
                      <a:pt x="274282" y="190329"/>
                    </a:cubicBezTo>
                    <a:lnTo>
                      <a:pt x="107090" y="276873"/>
                    </a:lnTo>
                    <a:close/>
                    <a:moveTo>
                      <a:pt x="277559" y="204721"/>
                    </a:moveTo>
                    <a:lnTo>
                      <a:pt x="477383" y="308153"/>
                    </a:lnTo>
                    <a:cubicBezTo>
                      <a:pt x="477460" y="308191"/>
                      <a:pt x="477536" y="308229"/>
                      <a:pt x="477603" y="308267"/>
                    </a:cubicBezTo>
                    <a:lnTo>
                      <a:pt x="540839" y="341005"/>
                    </a:lnTo>
                    <a:lnTo>
                      <a:pt x="540839" y="384315"/>
                    </a:lnTo>
                    <a:lnTo>
                      <a:pt x="280845" y="249726"/>
                    </a:lnTo>
                    <a:cubicBezTo>
                      <a:pt x="278787" y="248660"/>
                      <a:pt x="276330" y="248660"/>
                      <a:pt x="274282" y="249726"/>
                    </a:cubicBezTo>
                    <a:lnTo>
                      <a:pt x="14278" y="384315"/>
                    </a:lnTo>
                    <a:lnTo>
                      <a:pt x="14278" y="340995"/>
                    </a:lnTo>
                    <a:lnTo>
                      <a:pt x="277559" y="204721"/>
                    </a:lnTo>
                    <a:close/>
                    <a:moveTo>
                      <a:pt x="464563" y="616220"/>
                    </a:moveTo>
                    <a:lnTo>
                      <a:pt x="284702" y="616220"/>
                    </a:lnTo>
                    <a:lnTo>
                      <a:pt x="284702" y="583597"/>
                    </a:lnTo>
                    <a:lnTo>
                      <a:pt x="464563" y="583597"/>
                    </a:lnTo>
                    <a:lnTo>
                      <a:pt x="464563" y="616220"/>
                    </a:lnTo>
                    <a:close/>
                    <a:moveTo>
                      <a:pt x="270396" y="616220"/>
                    </a:moveTo>
                    <a:lnTo>
                      <a:pt x="90545" y="616220"/>
                    </a:lnTo>
                    <a:lnTo>
                      <a:pt x="90545" y="583597"/>
                    </a:lnTo>
                    <a:lnTo>
                      <a:pt x="270396" y="583597"/>
                    </a:lnTo>
                    <a:lnTo>
                      <a:pt x="270396" y="616220"/>
                    </a:lnTo>
                    <a:close/>
                    <a:moveTo>
                      <a:pt x="90545" y="630507"/>
                    </a:moveTo>
                    <a:lnTo>
                      <a:pt x="270396" y="630507"/>
                    </a:lnTo>
                    <a:lnTo>
                      <a:pt x="270396" y="663159"/>
                    </a:lnTo>
                    <a:lnTo>
                      <a:pt x="90545" y="663159"/>
                    </a:lnTo>
                    <a:lnTo>
                      <a:pt x="90545" y="630507"/>
                    </a:lnTo>
                    <a:close/>
                    <a:moveTo>
                      <a:pt x="284702" y="630507"/>
                    </a:moveTo>
                    <a:lnTo>
                      <a:pt x="464563" y="630507"/>
                    </a:lnTo>
                    <a:lnTo>
                      <a:pt x="464563" y="663159"/>
                    </a:lnTo>
                    <a:lnTo>
                      <a:pt x="284702" y="663159"/>
                    </a:lnTo>
                    <a:lnTo>
                      <a:pt x="284702" y="630507"/>
                    </a:lnTo>
                    <a:close/>
                    <a:moveTo>
                      <a:pt x="464563" y="569309"/>
                    </a:moveTo>
                    <a:lnTo>
                      <a:pt x="284702" y="569309"/>
                    </a:lnTo>
                    <a:lnTo>
                      <a:pt x="284702" y="534391"/>
                    </a:lnTo>
                    <a:cubicBezTo>
                      <a:pt x="284702" y="522284"/>
                      <a:pt x="294561" y="512416"/>
                      <a:pt x="306676" y="512416"/>
                    </a:cubicBezTo>
                    <a:lnTo>
                      <a:pt x="442589" y="512416"/>
                    </a:lnTo>
                    <a:cubicBezTo>
                      <a:pt x="454704" y="512416"/>
                      <a:pt x="464572" y="522275"/>
                      <a:pt x="464572" y="534391"/>
                    </a:cubicBezTo>
                    <a:lnTo>
                      <a:pt x="464572" y="569309"/>
                    </a:lnTo>
                    <a:close/>
                    <a:moveTo>
                      <a:pt x="270396" y="569309"/>
                    </a:moveTo>
                    <a:lnTo>
                      <a:pt x="90545" y="569309"/>
                    </a:lnTo>
                    <a:lnTo>
                      <a:pt x="90545" y="534391"/>
                    </a:lnTo>
                    <a:cubicBezTo>
                      <a:pt x="90545" y="522284"/>
                      <a:pt x="100403" y="512416"/>
                      <a:pt x="112528" y="512416"/>
                    </a:cubicBezTo>
                    <a:lnTo>
                      <a:pt x="248431" y="512416"/>
                    </a:lnTo>
                    <a:cubicBezTo>
                      <a:pt x="260547" y="512416"/>
                      <a:pt x="270405" y="522275"/>
                      <a:pt x="270405" y="534391"/>
                    </a:cubicBezTo>
                    <a:lnTo>
                      <a:pt x="270405" y="569309"/>
                    </a:lnTo>
                    <a:close/>
                    <a:moveTo>
                      <a:pt x="248422" y="938213"/>
                    </a:moveTo>
                    <a:lnTo>
                      <a:pt x="112528" y="938213"/>
                    </a:lnTo>
                    <a:cubicBezTo>
                      <a:pt x="100413" y="938213"/>
                      <a:pt x="90545" y="928354"/>
                      <a:pt x="90545" y="916219"/>
                    </a:cubicBezTo>
                    <a:lnTo>
                      <a:pt x="90545" y="677447"/>
                    </a:lnTo>
                    <a:lnTo>
                      <a:pt x="270396" y="677447"/>
                    </a:lnTo>
                    <a:lnTo>
                      <a:pt x="270396" y="916219"/>
                    </a:lnTo>
                    <a:cubicBezTo>
                      <a:pt x="270396" y="928354"/>
                      <a:pt x="260537" y="938213"/>
                      <a:pt x="248422" y="938213"/>
                    </a:cubicBezTo>
                    <a:close/>
                    <a:moveTo>
                      <a:pt x="464563" y="916219"/>
                    </a:moveTo>
                    <a:cubicBezTo>
                      <a:pt x="464563" y="928345"/>
                      <a:pt x="454704" y="938213"/>
                      <a:pt x="442579" y="938213"/>
                    </a:cubicBezTo>
                    <a:lnTo>
                      <a:pt x="306676" y="938213"/>
                    </a:lnTo>
                    <a:cubicBezTo>
                      <a:pt x="294570" y="938213"/>
                      <a:pt x="284702" y="928354"/>
                      <a:pt x="284702" y="916219"/>
                    </a:cubicBezTo>
                    <a:lnTo>
                      <a:pt x="284702" y="677447"/>
                    </a:lnTo>
                    <a:lnTo>
                      <a:pt x="464563" y="677447"/>
                    </a:lnTo>
                    <a:lnTo>
                      <a:pt x="464563" y="916219"/>
                    </a:lnTo>
                    <a:close/>
                    <a:moveTo>
                      <a:pt x="478850" y="755818"/>
                    </a:moveTo>
                    <a:lnTo>
                      <a:pt x="478850" y="670303"/>
                    </a:lnTo>
                    <a:lnTo>
                      <a:pt x="478850" y="623364"/>
                    </a:lnTo>
                    <a:lnTo>
                      <a:pt x="478850" y="576453"/>
                    </a:lnTo>
                    <a:lnTo>
                      <a:pt x="478850" y="534391"/>
                    </a:lnTo>
                    <a:cubicBezTo>
                      <a:pt x="478850" y="514398"/>
                      <a:pt x="462582" y="498129"/>
                      <a:pt x="442579" y="498129"/>
                    </a:cubicBezTo>
                    <a:lnTo>
                      <a:pt x="306676" y="498129"/>
                    </a:lnTo>
                    <a:cubicBezTo>
                      <a:pt x="294704" y="498129"/>
                      <a:pt x="284169" y="504025"/>
                      <a:pt x="277549" y="513007"/>
                    </a:cubicBezTo>
                    <a:cubicBezTo>
                      <a:pt x="270948" y="504034"/>
                      <a:pt x="260394" y="498129"/>
                      <a:pt x="248422" y="498129"/>
                    </a:cubicBezTo>
                    <a:lnTo>
                      <a:pt x="112528" y="498129"/>
                    </a:lnTo>
                    <a:cubicBezTo>
                      <a:pt x="92526" y="498129"/>
                      <a:pt x="76257" y="514398"/>
                      <a:pt x="76257" y="534391"/>
                    </a:cubicBezTo>
                    <a:lnTo>
                      <a:pt x="76257" y="576453"/>
                    </a:lnTo>
                    <a:lnTo>
                      <a:pt x="76257" y="623373"/>
                    </a:lnTo>
                    <a:lnTo>
                      <a:pt x="76257" y="670312"/>
                    </a:lnTo>
                    <a:lnTo>
                      <a:pt x="76257" y="755828"/>
                    </a:lnTo>
                    <a:lnTo>
                      <a:pt x="14278" y="755828"/>
                    </a:lnTo>
                    <a:lnTo>
                      <a:pt x="14278" y="400393"/>
                    </a:lnTo>
                    <a:lnTo>
                      <a:pt x="277559" y="264119"/>
                    </a:lnTo>
                    <a:lnTo>
                      <a:pt x="540839" y="400393"/>
                    </a:lnTo>
                    <a:lnTo>
                      <a:pt x="540839" y="755809"/>
                    </a:lnTo>
                    <a:lnTo>
                      <a:pt x="478850" y="75580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BD662FBD-AC89-8979-3C11-BBD025312694}"/>
                  </a:ext>
                </a:extLst>
              </p:cNvPr>
              <p:cNvSpPr/>
              <p:nvPr/>
            </p:nvSpPr>
            <p:spPr>
              <a:xfrm>
                <a:off x="-1506230" y="3515267"/>
                <a:ext cx="74152" cy="74171"/>
              </a:xfrm>
              <a:custGeom>
                <a:avLst/>
                <a:gdLst>
                  <a:gd name="connsiteX0" fmla="*/ 37071 w 74152"/>
                  <a:gd name="connsiteY0" fmla="*/ 0 h 74171"/>
                  <a:gd name="connsiteX1" fmla="*/ 0 w 74152"/>
                  <a:gd name="connsiteY1" fmla="*/ 37081 h 74171"/>
                  <a:gd name="connsiteX2" fmla="*/ 37071 w 74152"/>
                  <a:gd name="connsiteY2" fmla="*/ 74171 h 74171"/>
                  <a:gd name="connsiteX3" fmla="*/ 74152 w 74152"/>
                  <a:gd name="connsiteY3" fmla="*/ 37081 h 74171"/>
                  <a:gd name="connsiteX4" fmla="*/ 37071 w 74152"/>
                  <a:gd name="connsiteY4" fmla="*/ 0 h 74171"/>
                  <a:gd name="connsiteX5" fmla="*/ 37071 w 74152"/>
                  <a:gd name="connsiteY5" fmla="*/ 59874 h 74171"/>
                  <a:gd name="connsiteX6" fmla="*/ 14288 w 74152"/>
                  <a:gd name="connsiteY6" fmla="*/ 37071 h 74171"/>
                  <a:gd name="connsiteX7" fmla="*/ 37071 w 74152"/>
                  <a:gd name="connsiteY7" fmla="*/ 14278 h 74171"/>
                  <a:gd name="connsiteX8" fmla="*/ 59865 w 74152"/>
                  <a:gd name="connsiteY8" fmla="*/ 37071 h 74171"/>
                  <a:gd name="connsiteX9" fmla="*/ 37071 w 74152"/>
                  <a:gd name="connsiteY9" fmla="*/ 59874 h 74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4152" h="74171">
                    <a:moveTo>
                      <a:pt x="37071" y="0"/>
                    </a:moveTo>
                    <a:cubicBezTo>
                      <a:pt x="16631" y="0"/>
                      <a:pt x="0" y="16631"/>
                      <a:pt x="0" y="37081"/>
                    </a:cubicBezTo>
                    <a:cubicBezTo>
                      <a:pt x="0" y="57531"/>
                      <a:pt x="16631" y="74171"/>
                      <a:pt x="37071" y="74171"/>
                    </a:cubicBezTo>
                    <a:cubicBezTo>
                      <a:pt x="57512" y="74171"/>
                      <a:pt x="74152" y="57531"/>
                      <a:pt x="74152" y="37081"/>
                    </a:cubicBezTo>
                    <a:cubicBezTo>
                      <a:pt x="74152" y="16631"/>
                      <a:pt x="57512" y="0"/>
                      <a:pt x="37071" y="0"/>
                    </a:cubicBezTo>
                    <a:close/>
                    <a:moveTo>
                      <a:pt x="37071" y="59874"/>
                    </a:moveTo>
                    <a:cubicBezTo>
                      <a:pt x="24508" y="59874"/>
                      <a:pt x="14288" y="49644"/>
                      <a:pt x="14288" y="37071"/>
                    </a:cubicBezTo>
                    <a:cubicBezTo>
                      <a:pt x="14288" y="24498"/>
                      <a:pt x="24508" y="14278"/>
                      <a:pt x="37071" y="14278"/>
                    </a:cubicBezTo>
                    <a:cubicBezTo>
                      <a:pt x="49635" y="14278"/>
                      <a:pt x="59865" y="24498"/>
                      <a:pt x="59865" y="37071"/>
                    </a:cubicBezTo>
                    <a:cubicBezTo>
                      <a:pt x="59865" y="49644"/>
                      <a:pt x="49635" y="59874"/>
                      <a:pt x="37071" y="59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B98E3089-4C49-DF49-2683-E87ED83D2EA0}"/>
                  </a:ext>
                </a:extLst>
              </p:cNvPr>
              <p:cNvSpPr/>
              <p:nvPr/>
            </p:nvSpPr>
            <p:spPr>
              <a:xfrm>
                <a:off x="-1415638" y="3515267"/>
                <a:ext cx="57997" cy="14287"/>
              </a:xfrm>
              <a:custGeom>
                <a:avLst/>
                <a:gdLst>
                  <a:gd name="connsiteX0" fmla="*/ 50854 w 57997"/>
                  <a:gd name="connsiteY0" fmla="*/ 0 h 14287"/>
                  <a:gd name="connsiteX1" fmla="*/ 7144 w 57997"/>
                  <a:gd name="connsiteY1" fmla="*/ 0 h 14287"/>
                  <a:gd name="connsiteX2" fmla="*/ 0 w 57997"/>
                  <a:gd name="connsiteY2" fmla="*/ 7144 h 14287"/>
                  <a:gd name="connsiteX3" fmla="*/ 7144 w 57997"/>
                  <a:gd name="connsiteY3" fmla="*/ 14288 h 14287"/>
                  <a:gd name="connsiteX4" fmla="*/ 50854 w 57997"/>
                  <a:gd name="connsiteY4" fmla="*/ 14288 h 14287"/>
                  <a:gd name="connsiteX5" fmla="*/ 57998 w 57997"/>
                  <a:gd name="connsiteY5" fmla="*/ 7144 h 14287"/>
                  <a:gd name="connsiteX6" fmla="*/ 50854 w 57997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97" h="14287">
                    <a:moveTo>
                      <a:pt x="50854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50854" y="14288"/>
                    </a:lnTo>
                    <a:cubicBezTo>
                      <a:pt x="54797" y="14288"/>
                      <a:pt x="57998" y="11087"/>
                      <a:pt x="57998" y="7144"/>
                    </a:cubicBezTo>
                    <a:cubicBezTo>
                      <a:pt x="57998" y="3200"/>
                      <a:pt x="54797" y="0"/>
                      <a:pt x="5085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C3BC76DB-81B8-2092-02F8-66F461343705}"/>
                  </a:ext>
                </a:extLst>
              </p:cNvPr>
              <p:cNvSpPr/>
              <p:nvPr/>
            </p:nvSpPr>
            <p:spPr>
              <a:xfrm>
                <a:off x="-1393778" y="3545204"/>
                <a:ext cx="36137" cy="14287"/>
              </a:xfrm>
              <a:custGeom>
                <a:avLst/>
                <a:gdLst>
                  <a:gd name="connsiteX0" fmla="*/ 28994 w 36137"/>
                  <a:gd name="connsiteY0" fmla="*/ 0 h 14287"/>
                  <a:gd name="connsiteX1" fmla="*/ 7144 w 36137"/>
                  <a:gd name="connsiteY1" fmla="*/ 0 h 14287"/>
                  <a:gd name="connsiteX2" fmla="*/ 0 w 36137"/>
                  <a:gd name="connsiteY2" fmla="*/ 7144 h 14287"/>
                  <a:gd name="connsiteX3" fmla="*/ 7144 w 36137"/>
                  <a:gd name="connsiteY3" fmla="*/ 14288 h 14287"/>
                  <a:gd name="connsiteX4" fmla="*/ 28994 w 36137"/>
                  <a:gd name="connsiteY4" fmla="*/ 14288 h 14287"/>
                  <a:gd name="connsiteX5" fmla="*/ 36138 w 36137"/>
                  <a:gd name="connsiteY5" fmla="*/ 7144 h 14287"/>
                  <a:gd name="connsiteX6" fmla="*/ 28994 w 36137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137" h="14287">
                    <a:moveTo>
                      <a:pt x="28994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28994" y="14288"/>
                    </a:lnTo>
                    <a:cubicBezTo>
                      <a:pt x="32937" y="14288"/>
                      <a:pt x="36138" y="11087"/>
                      <a:pt x="36138" y="7144"/>
                    </a:cubicBezTo>
                    <a:cubicBezTo>
                      <a:pt x="36138" y="3200"/>
                      <a:pt x="32937" y="0"/>
                      <a:pt x="289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0725CB7D-202C-A0D0-1862-823E96119179}"/>
                  </a:ext>
                </a:extLst>
              </p:cNvPr>
              <p:cNvSpPr/>
              <p:nvPr/>
            </p:nvSpPr>
            <p:spPr>
              <a:xfrm>
                <a:off x="-1312082" y="3515267"/>
                <a:ext cx="74161" cy="74171"/>
              </a:xfrm>
              <a:custGeom>
                <a:avLst/>
                <a:gdLst>
                  <a:gd name="connsiteX0" fmla="*/ 37071 w 74161"/>
                  <a:gd name="connsiteY0" fmla="*/ 0 h 74171"/>
                  <a:gd name="connsiteX1" fmla="*/ 0 w 74161"/>
                  <a:gd name="connsiteY1" fmla="*/ 37081 h 74171"/>
                  <a:gd name="connsiteX2" fmla="*/ 37071 w 74161"/>
                  <a:gd name="connsiteY2" fmla="*/ 74171 h 74171"/>
                  <a:gd name="connsiteX3" fmla="*/ 74162 w 74161"/>
                  <a:gd name="connsiteY3" fmla="*/ 37081 h 74171"/>
                  <a:gd name="connsiteX4" fmla="*/ 37071 w 74161"/>
                  <a:gd name="connsiteY4" fmla="*/ 0 h 74171"/>
                  <a:gd name="connsiteX5" fmla="*/ 37071 w 74161"/>
                  <a:gd name="connsiteY5" fmla="*/ 59874 h 74171"/>
                  <a:gd name="connsiteX6" fmla="*/ 14288 w 74161"/>
                  <a:gd name="connsiteY6" fmla="*/ 37071 h 74171"/>
                  <a:gd name="connsiteX7" fmla="*/ 37071 w 74161"/>
                  <a:gd name="connsiteY7" fmla="*/ 14278 h 74171"/>
                  <a:gd name="connsiteX8" fmla="*/ 59874 w 74161"/>
                  <a:gd name="connsiteY8" fmla="*/ 37071 h 74171"/>
                  <a:gd name="connsiteX9" fmla="*/ 37071 w 74161"/>
                  <a:gd name="connsiteY9" fmla="*/ 59874 h 74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4161" h="74171">
                    <a:moveTo>
                      <a:pt x="37071" y="0"/>
                    </a:moveTo>
                    <a:cubicBezTo>
                      <a:pt x="16631" y="0"/>
                      <a:pt x="0" y="16631"/>
                      <a:pt x="0" y="37081"/>
                    </a:cubicBezTo>
                    <a:cubicBezTo>
                      <a:pt x="0" y="57531"/>
                      <a:pt x="16631" y="74171"/>
                      <a:pt x="37071" y="74171"/>
                    </a:cubicBezTo>
                    <a:cubicBezTo>
                      <a:pt x="57512" y="74171"/>
                      <a:pt x="74162" y="57531"/>
                      <a:pt x="74162" y="37081"/>
                    </a:cubicBezTo>
                    <a:cubicBezTo>
                      <a:pt x="74162" y="16631"/>
                      <a:pt x="57521" y="0"/>
                      <a:pt x="37071" y="0"/>
                    </a:cubicBezTo>
                    <a:close/>
                    <a:moveTo>
                      <a:pt x="37071" y="59874"/>
                    </a:moveTo>
                    <a:cubicBezTo>
                      <a:pt x="24517" y="59874"/>
                      <a:pt x="14288" y="49644"/>
                      <a:pt x="14288" y="37071"/>
                    </a:cubicBezTo>
                    <a:cubicBezTo>
                      <a:pt x="14288" y="24498"/>
                      <a:pt x="24508" y="14278"/>
                      <a:pt x="37071" y="14278"/>
                    </a:cubicBezTo>
                    <a:cubicBezTo>
                      <a:pt x="49635" y="14278"/>
                      <a:pt x="59874" y="24498"/>
                      <a:pt x="59874" y="37071"/>
                    </a:cubicBezTo>
                    <a:cubicBezTo>
                      <a:pt x="59874" y="49644"/>
                      <a:pt x="49644" y="59874"/>
                      <a:pt x="37071" y="59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54EC0E31-6EEB-F571-2555-04C0DE92F7B4}"/>
                  </a:ext>
                </a:extLst>
              </p:cNvPr>
              <p:cNvSpPr/>
              <p:nvPr/>
            </p:nvSpPr>
            <p:spPr>
              <a:xfrm>
                <a:off x="-1221480" y="3515267"/>
                <a:ext cx="57978" cy="14287"/>
              </a:xfrm>
              <a:custGeom>
                <a:avLst/>
                <a:gdLst>
                  <a:gd name="connsiteX0" fmla="*/ 50835 w 57978"/>
                  <a:gd name="connsiteY0" fmla="*/ 0 h 14287"/>
                  <a:gd name="connsiteX1" fmla="*/ 7144 w 57978"/>
                  <a:gd name="connsiteY1" fmla="*/ 0 h 14287"/>
                  <a:gd name="connsiteX2" fmla="*/ 0 w 57978"/>
                  <a:gd name="connsiteY2" fmla="*/ 7144 h 14287"/>
                  <a:gd name="connsiteX3" fmla="*/ 7144 w 57978"/>
                  <a:gd name="connsiteY3" fmla="*/ 14288 h 14287"/>
                  <a:gd name="connsiteX4" fmla="*/ 50835 w 57978"/>
                  <a:gd name="connsiteY4" fmla="*/ 14288 h 14287"/>
                  <a:gd name="connsiteX5" fmla="*/ 57979 w 57978"/>
                  <a:gd name="connsiteY5" fmla="*/ 7144 h 14287"/>
                  <a:gd name="connsiteX6" fmla="*/ 50835 w 57978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78" h="14287">
                    <a:moveTo>
                      <a:pt x="50835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50835" y="14288"/>
                    </a:lnTo>
                    <a:cubicBezTo>
                      <a:pt x="54778" y="14288"/>
                      <a:pt x="57979" y="11087"/>
                      <a:pt x="57979" y="7144"/>
                    </a:cubicBezTo>
                    <a:cubicBezTo>
                      <a:pt x="57979" y="3200"/>
                      <a:pt x="54778" y="0"/>
                      <a:pt x="508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FB832742-BA73-4413-2DE0-981E9B2D760D}"/>
                  </a:ext>
                </a:extLst>
              </p:cNvPr>
              <p:cNvSpPr/>
              <p:nvPr/>
            </p:nvSpPr>
            <p:spPr>
              <a:xfrm>
                <a:off x="-1199620" y="3545204"/>
                <a:ext cx="36118" cy="14287"/>
              </a:xfrm>
              <a:custGeom>
                <a:avLst/>
                <a:gdLst>
                  <a:gd name="connsiteX0" fmla="*/ 28975 w 36118"/>
                  <a:gd name="connsiteY0" fmla="*/ 0 h 14287"/>
                  <a:gd name="connsiteX1" fmla="*/ 7144 w 36118"/>
                  <a:gd name="connsiteY1" fmla="*/ 0 h 14287"/>
                  <a:gd name="connsiteX2" fmla="*/ 0 w 36118"/>
                  <a:gd name="connsiteY2" fmla="*/ 7144 h 14287"/>
                  <a:gd name="connsiteX3" fmla="*/ 7144 w 36118"/>
                  <a:gd name="connsiteY3" fmla="*/ 14288 h 14287"/>
                  <a:gd name="connsiteX4" fmla="*/ 28975 w 36118"/>
                  <a:gd name="connsiteY4" fmla="*/ 14288 h 14287"/>
                  <a:gd name="connsiteX5" fmla="*/ 36119 w 36118"/>
                  <a:gd name="connsiteY5" fmla="*/ 7144 h 14287"/>
                  <a:gd name="connsiteX6" fmla="*/ 28975 w 36118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118" h="14287">
                    <a:moveTo>
                      <a:pt x="28975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28975" y="14288"/>
                    </a:lnTo>
                    <a:cubicBezTo>
                      <a:pt x="32918" y="14288"/>
                      <a:pt x="36119" y="11087"/>
                      <a:pt x="36119" y="7144"/>
                    </a:cubicBezTo>
                    <a:cubicBezTo>
                      <a:pt x="36119" y="3200"/>
                      <a:pt x="32918" y="0"/>
                      <a:pt x="2897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E7857D7-73E1-5DFC-21C5-84F5467071E6}"/>
                  </a:ext>
                </a:extLst>
              </p:cNvPr>
              <p:cNvSpPr/>
              <p:nvPr/>
            </p:nvSpPr>
            <p:spPr>
              <a:xfrm>
                <a:off x="-1430211" y="3027235"/>
                <a:ext cx="195557" cy="59531"/>
              </a:xfrm>
              <a:custGeom>
                <a:avLst/>
                <a:gdLst>
                  <a:gd name="connsiteX0" fmla="*/ 165792 w 195557"/>
                  <a:gd name="connsiteY0" fmla="*/ 0 h 59531"/>
                  <a:gd name="connsiteX1" fmla="*/ 29766 w 195557"/>
                  <a:gd name="connsiteY1" fmla="*/ 0 h 59531"/>
                  <a:gd name="connsiteX2" fmla="*/ 0 w 195557"/>
                  <a:gd name="connsiteY2" fmla="*/ 29766 h 59531"/>
                  <a:gd name="connsiteX3" fmla="*/ 29766 w 195557"/>
                  <a:gd name="connsiteY3" fmla="*/ 59531 h 59531"/>
                  <a:gd name="connsiteX4" fmla="*/ 165792 w 195557"/>
                  <a:gd name="connsiteY4" fmla="*/ 59531 h 59531"/>
                  <a:gd name="connsiteX5" fmla="*/ 195558 w 195557"/>
                  <a:gd name="connsiteY5" fmla="*/ 29766 h 59531"/>
                  <a:gd name="connsiteX6" fmla="*/ 165792 w 195557"/>
                  <a:gd name="connsiteY6" fmla="*/ 0 h 59531"/>
                  <a:gd name="connsiteX7" fmla="*/ 14288 w 195557"/>
                  <a:gd name="connsiteY7" fmla="*/ 29766 h 59531"/>
                  <a:gd name="connsiteX8" fmla="*/ 29766 w 195557"/>
                  <a:gd name="connsiteY8" fmla="*/ 14288 h 59531"/>
                  <a:gd name="connsiteX9" fmla="*/ 90630 w 195557"/>
                  <a:gd name="connsiteY9" fmla="*/ 14288 h 59531"/>
                  <a:gd name="connsiteX10" fmla="*/ 90630 w 195557"/>
                  <a:gd name="connsiteY10" fmla="*/ 45244 h 59531"/>
                  <a:gd name="connsiteX11" fmla="*/ 29766 w 195557"/>
                  <a:gd name="connsiteY11" fmla="*/ 45244 h 59531"/>
                  <a:gd name="connsiteX12" fmla="*/ 14288 w 195557"/>
                  <a:gd name="connsiteY12" fmla="*/ 29766 h 59531"/>
                  <a:gd name="connsiteX13" fmla="*/ 165792 w 195557"/>
                  <a:gd name="connsiteY13" fmla="*/ 45244 h 59531"/>
                  <a:gd name="connsiteX14" fmla="*/ 104918 w 195557"/>
                  <a:gd name="connsiteY14" fmla="*/ 45244 h 59531"/>
                  <a:gd name="connsiteX15" fmla="*/ 104918 w 195557"/>
                  <a:gd name="connsiteY15" fmla="*/ 14288 h 59531"/>
                  <a:gd name="connsiteX16" fmla="*/ 165792 w 195557"/>
                  <a:gd name="connsiteY16" fmla="*/ 14288 h 59531"/>
                  <a:gd name="connsiteX17" fmla="*/ 181270 w 195557"/>
                  <a:gd name="connsiteY17" fmla="*/ 29766 h 59531"/>
                  <a:gd name="connsiteX18" fmla="*/ 165792 w 195557"/>
                  <a:gd name="connsiteY18" fmla="*/ 45244 h 59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5557" h="59531">
                    <a:moveTo>
                      <a:pt x="165792" y="0"/>
                    </a:moveTo>
                    <a:lnTo>
                      <a:pt x="29766" y="0"/>
                    </a:lnTo>
                    <a:cubicBezTo>
                      <a:pt x="13354" y="0"/>
                      <a:pt x="0" y="13354"/>
                      <a:pt x="0" y="29766"/>
                    </a:cubicBezTo>
                    <a:cubicBezTo>
                      <a:pt x="0" y="46177"/>
                      <a:pt x="13354" y="59531"/>
                      <a:pt x="29766" y="59531"/>
                    </a:cubicBezTo>
                    <a:lnTo>
                      <a:pt x="165792" y="59531"/>
                    </a:lnTo>
                    <a:cubicBezTo>
                      <a:pt x="182204" y="59531"/>
                      <a:pt x="195558" y="46177"/>
                      <a:pt x="195558" y="29766"/>
                    </a:cubicBezTo>
                    <a:cubicBezTo>
                      <a:pt x="195558" y="13354"/>
                      <a:pt x="182194" y="0"/>
                      <a:pt x="165792" y="0"/>
                    </a:cubicBezTo>
                    <a:close/>
                    <a:moveTo>
                      <a:pt x="14288" y="29766"/>
                    </a:moveTo>
                    <a:cubicBezTo>
                      <a:pt x="14288" y="21231"/>
                      <a:pt x="21231" y="14288"/>
                      <a:pt x="29766" y="14288"/>
                    </a:cubicBezTo>
                    <a:lnTo>
                      <a:pt x="90630" y="14288"/>
                    </a:lnTo>
                    <a:lnTo>
                      <a:pt x="90630" y="45244"/>
                    </a:lnTo>
                    <a:lnTo>
                      <a:pt x="29766" y="45244"/>
                    </a:lnTo>
                    <a:cubicBezTo>
                      <a:pt x="21231" y="45244"/>
                      <a:pt x="14288" y="38300"/>
                      <a:pt x="14288" y="29766"/>
                    </a:cubicBezTo>
                    <a:close/>
                    <a:moveTo>
                      <a:pt x="165792" y="45244"/>
                    </a:moveTo>
                    <a:lnTo>
                      <a:pt x="104918" y="45244"/>
                    </a:lnTo>
                    <a:lnTo>
                      <a:pt x="104918" y="14288"/>
                    </a:lnTo>
                    <a:lnTo>
                      <a:pt x="165792" y="14288"/>
                    </a:lnTo>
                    <a:cubicBezTo>
                      <a:pt x="174327" y="14288"/>
                      <a:pt x="181270" y="21231"/>
                      <a:pt x="181270" y="29766"/>
                    </a:cubicBezTo>
                    <a:cubicBezTo>
                      <a:pt x="181270" y="38300"/>
                      <a:pt x="174327" y="45244"/>
                      <a:pt x="165792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B5519688-04EE-E127-59F6-C18D09F75C3A}"/>
              </a:ext>
            </a:extLst>
          </p:cNvPr>
          <p:cNvGrpSpPr/>
          <p:nvPr/>
        </p:nvGrpSpPr>
        <p:grpSpPr>
          <a:xfrm>
            <a:off x="4581972" y="2357373"/>
            <a:ext cx="702195" cy="477231"/>
            <a:chOff x="1192331" y="4918169"/>
            <a:chExt cx="702195" cy="477231"/>
          </a:xfrm>
        </p:grpSpPr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112848FE-1619-0E8B-4C16-26AFE567387F}"/>
                </a:ext>
              </a:extLst>
            </p:cNvPr>
            <p:cNvSpPr>
              <a:spLocks/>
            </p:cNvSpPr>
            <p:nvPr/>
          </p:nvSpPr>
          <p:spPr>
            <a:xfrm>
              <a:off x="1192331" y="4918169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Applications</a:t>
              </a:r>
            </a:p>
          </p:txBody>
        </p:sp>
        <p:grpSp>
          <p:nvGrpSpPr>
            <p:cNvPr id="228" name="Graphic 243">
              <a:extLst>
                <a:ext uri="{FF2B5EF4-FFF2-40B4-BE49-F238E27FC236}">
                  <a16:creationId xmlns:a16="http://schemas.microsoft.com/office/drawing/2014/main" id="{2103596D-8A6F-EBCE-094A-F4652DF0141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36226" y="5116000"/>
              <a:ext cx="214406" cy="279400"/>
              <a:chOff x="-1950604" y="2362747"/>
              <a:chExt cx="1118893" cy="1458067"/>
            </a:xfrm>
            <a:solidFill>
              <a:schemeClr val="bg1"/>
            </a:solidFill>
          </p:grpSpPr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5BB5290A-41A2-6C54-AF20-64B24A248F5F}"/>
                  </a:ext>
                </a:extLst>
              </p:cNvPr>
              <p:cNvSpPr/>
              <p:nvPr/>
            </p:nvSpPr>
            <p:spPr>
              <a:xfrm>
                <a:off x="-1625772" y="3571548"/>
                <a:ext cx="95194" cy="201598"/>
              </a:xfrm>
              <a:custGeom>
                <a:avLst/>
                <a:gdLst>
                  <a:gd name="connsiteX0" fmla="*/ 12797 w 95194"/>
                  <a:gd name="connsiteY0" fmla="*/ 201599 h 201598"/>
                  <a:gd name="connsiteX1" fmla="*/ 8062 w 95194"/>
                  <a:gd name="connsiteY1" fmla="*/ 200666 h 201598"/>
                  <a:gd name="connsiteX2" fmla="*/ 901 w 95194"/>
                  <a:gd name="connsiteY2" fmla="*/ 184081 h 201598"/>
                  <a:gd name="connsiteX3" fmla="*/ 70516 w 95194"/>
                  <a:gd name="connsiteY3" fmla="*/ 8093 h 201598"/>
                  <a:gd name="connsiteX4" fmla="*/ 87096 w 95194"/>
                  <a:gd name="connsiteY4" fmla="*/ 899 h 201598"/>
                  <a:gd name="connsiteX5" fmla="*/ 94290 w 95194"/>
                  <a:gd name="connsiteY5" fmla="*/ 17484 h 201598"/>
                  <a:gd name="connsiteX6" fmla="*/ 24681 w 95194"/>
                  <a:gd name="connsiteY6" fmla="*/ 193506 h 201598"/>
                  <a:gd name="connsiteX7" fmla="*/ 12797 w 95194"/>
                  <a:gd name="connsiteY7" fmla="*/ 201599 h 20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5194" h="201598">
                    <a:moveTo>
                      <a:pt x="12797" y="201599"/>
                    </a:moveTo>
                    <a:cubicBezTo>
                      <a:pt x="11238" y="201599"/>
                      <a:pt x="9627" y="201299"/>
                      <a:pt x="8062" y="200666"/>
                    </a:cubicBezTo>
                    <a:cubicBezTo>
                      <a:pt x="1512" y="198101"/>
                      <a:pt x="-1696" y="190642"/>
                      <a:pt x="901" y="184081"/>
                    </a:cubicBezTo>
                    <a:lnTo>
                      <a:pt x="70516" y="8093"/>
                    </a:lnTo>
                    <a:cubicBezTo>
                      <a:pt x="73107" y="1531"/>
                      <a:pt x="80535" y="-1700"/>
                      <a:pt x="87096" y="899"/>
                    </a:cubicBezTo>
                    <a:cubicBezTo>
                      <a:pt x="93700" y="3496"/>
                      <a:pt x="96891" y="10924"/>
                      <a:pt x="94290" y="17484"/>
                    </a:cubicBezTo>
                    <a:lnTo>
                      <a:pt x="24681" y="193506"/>
                    </a:lnTo>
                    <a:cubicBezTo>
                      <a:pt x="22690" y="198534"/>
                      <a:pt x="17854" y="201599"/>
                      <a:pt x="12797" y="2015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346499A3-2D7F-4745-5CCA-37BC5B200E05}"/>
                  </a:ext>
                </a:extLst>
              </p:cNvPr>
              <p:cNvSpPr/>
              <p:nvPr/>
            </p:nvSpPr>
            <p:spPr>
              <a:xfrm>
                <a:off x="-1556153" y="3571548"/>
                <a:ext cx="95216" cy="201599"/>
              </a:xfrm>
              <a:custGeom>
                <a:avLst/>
                <a:gdLst>
                  <a:gd name="connsiteX0" fmla="*/ 82431 w 95216"/>
                  <a:gd name="connsiteY0" fmla="*/ 201599 h 201599"/>
                  <a:gd name="connsiteX1" fmla="*/ 70535 w 95216"/>
                  <a:gd name="connsiteY1" fmla="*/ 193506 h 201599"/>
                  <a:gd name="connsiteX2" fmla="*/ 897 w 95216"/>
                  <a:gd name="connsiteY2" fmla="*/ 17484 h 201599"/>
                  <a:gd name="connsiteX3" fmla="*/ 8084 w 95216"/>
                  <a:gd name="connsiteY3" fmla="*/ 899 h 201599"/>
                  <a:gd name="connsiteX4" fmla="*/ 24672 w 95216"/>
                  <a:gd name="connsiteY4" fmla="*/ 8093 h 201599"/>
                  <a:gd name="connsiteX5" fmla="*/ 94315 w 95216"/>
                  <a:gd name="connsiteY5" fmla="*/ 184081 h 201599"/>
                  <a:gd name="connsiteX6" fmla="*/ 87121 w 95216"/>
                  <a:gd name="connsiteY6" fmla="*/ 200667 h 201599"/>
                  <a:gd name="connsiteX7" fmla="*/ 82431 w 95216"/>
                  <a:gd name="connsiteY7" fmla="*/ 201599 h 201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5216" h="201599">
                    <a:moveTo>
                      <a:pt x="82431" y="201599"/>
                    </a:moveTo>
                    <a:cubicBezTo>
                      <a:pt x="77332" y="201599"/>
                      <a:pt x="72499" y="198535"/>
                      <a:pt x="70535" y="193506"/>
                    </a:cubicBezTo>
                    <a:lnTo>
                      <a:pt x="897" y="17484"/>
                    </a:lnTo>
                    <a:cubicBezTo>
                      <a:pt x="-1696" y="10923"/>
                      <a:pt x="1524" y="3496"/>
                      <a:pt x="8084" y="899"/>
                    </a:cubicBezTo>
                    <a:cubicBezTo>
                      <a:pt x="14655" y="-1700"/>
                      <a:pt x="22074" y="1531"/>
                      <a:pt x="24672" y="8093"/>
                    </a:cubicBezTo>
                    <a:lnTo>
                      <a:pt x="94315" y="184081"/>
                    </a:lnTo>
                    <a:cubicBezTo>
                      <a:pt x="96922" y="190642"/>
                      <a:pt x="93680" y="198103"/>
                      <a:pt x="87121" y="200667"/>
                    </a:cubicBezTo>
                    <a:cubicBezTo>
                      <a:pt x="85591" y="201299"/>
                      <a:pt x="83990" y="201599"/>
                      <a:pt x="82431" y="2015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FF05F703-304E-151C-F3DE-1C9199998C12}"/>
                  </a:ext>
                </a:extLst>
              </p:cNvPr>
              <p:cNvSpPr/>
              <p:nvPr/>
            </p:nvSpPr>
            <p:spPr>
              <a:xfrm>
                <a:off x="-1599124" y="3680531"/>
                <a:ext cx="111508" cy="25578"/>
              </a:xfrm>
              <a:custGeom>
                <a:avLst/>
                <a:gdLst>
                  <a:gd name="connsiteX0" fmla="*/ 98721 w 111508"/>
                  <a:gd name="connsiteY0" fmla="*/ 25579 h 25578"/>
                  <a:gd name="connsiteX1" fmla="*/ 12798 w 111508"/>
                  <a:gd name="connsiteY1" fmla="*/ 25579 h 25578"/>
                  <a:gd name="connsiteX2" fmla="*/ 0 w 111508"/>
                  <a:gd name="connsiteY2" fmla="*/ 12790 h 25578"/>
                  <a:gd name="connsiteX3" fmla="*/ 12789 w 111508"/>
                  <a:gd name="connsiteY3" fmla="*/ 1 h 25578"/>
                  <a:gd name="connsiteX4" fmla="*/ 98721 w 111508"/>
                  <a:gd name="connsiteY4" fmla="*/ 0 h 25578"/>
                  <a:gd name="connsiteX5" fmla="*/ 111508 w 111508"/>
                  <a:gd name="connsiteY5" fmla="*/ 12790 h 25578"/>
                  <a:gd name="connsiteX6" fmla="*/ 98721 w 111508"/>
                  <a:gd name="connsiteY6" fmla="*/ 25579 h 25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508" h="25578">
                    <a:moveTo>
                      <a:pt x="98721" y="25579"/>
                    </a:moveTo>
                    <a:lnTo>
                      <a:pt x="12798" y="25579"/>
                    </a:lnTo>
                    <a:cubicBezTo>
                      <a:pt x="5738" y="25579"/>
                      <a:pt x="0" y="19851"/>
                      <a:pt x="0" y="12790"/>
                    </a:cubicBezTo>
                    <a:cubicBezTo>
                      <a:pt x="13" y="5727"/>
                      <a:pt x="5727" y="1"/>
                      <a:pt x="12789" y="1"/>
                    </a:cubicBezTo>
                    <a:lnTo>
                      <a:pt x="98721" y="0"/>
                    </a:lnTo>
                    <a:cubicBezTo>
                      <a:pt x="105781" y="0"/>
                      <a:pt x="111508" y="5729"/>
                      <a:pt x="111508" y="12790"/>
                    </a:cubicBezTo>
                    <a:cubicBezTo>
                      <a:pt x="111521" y="19850"/>
                      <a:pt x="105777" y="25579"/>
                      <a:pt x="98721" y="25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26437D8C-FA8D-D64F-66DD-68AE942EBD35}"/>
                  </a:ext>
                </a:extLst>
              </p:cNvPr>
              <p:cNvSpPr/>
              <p:nvPr/>
            </p:nvSpPr>
            <p:spPr>
              <a:xfrm>
                <a:off x="-1428367" y="3571682"/>
                <a:ext cx="119600" cy="113438"/>
              </a:xfrm>
              <a:custGeom>
                <a:avLst/>
                <a:gdLst>
                  <a:gd name="connsiteX0" fmla="*/ 25579 w 119600"/>
                  <a:gd name="connsiteY0" fmla="*/ 87860 h 113438"/>
                  <a:gd name="connsiteX1" fmla="*/ 62883 w 119600"/>
                  <a:gd name="connsiteY1" fmla="*/ 87860 h 113438"/>
                  <a:gd name="connsiteX2" fmla="*/ 94023 w 119600"/>
                  <a:gd name="connsiteY2" fmla="*/ 56720 h 113438"/>
                  <a:gd name="connsiteX3" fmla="*/ 62883 w 119600"/>
                  <a:gd name="connsiteY3" fmla="*/ 25579 h 113438"/>
                  <a:gd name="connsiteX4" fmla="*/ 25579 w 119600"/>
                  <a:gd name="connsiteY4" fmla="*/ 25578 h 113438"/>
                  <a:gd name="connsiteX5" fmla="*/ 25579 w 119600"/>
                  <a:gd name="connsiteY5" fmla="*/ 87860 h 113438"/>
                  <a:gd name="connsiteX6" fmla="*/ 62883 w 119600"/>
                  <a:gd name="connsiteY6" fmla="*/ 113439 h 113438"/>
                  <a:gd name="connsiteX7" fmla="*/ 12795 w 119600"/>
                  <a:gd name="connsiteY7" fmla="*/ 113439 h 113438"/>
                  <a:gd name="connsiteX8" fmla="*/ 0 w 119600"/>
                  <a:gd name="connsiteY8" fmla="*/ 100651 h 113438"/>
                  <a:gd name="connsiteX9" fmla="*/ 10 w 119600"/>
                  <a:gd name="connsiteY9" fmla="*/ 12787 h 113438"/>
                  <a:gd name="connsiteX10" fmla="*/ 12791 w 119600"/>
                  <a:gd name="connsiteY10" fmla="*/ 1 h 113438"/>
                  <a:gd name="connsiteX11" fmla="*/ 62883 w 119600"/>
                  <a:gd name="connsiteY11" fmla="*/ 0 h 113438"/>
                  <a:gd name="connsiteX12" fmla="*/ 119601 w 119600"/>
                  <a:gd name="connsiteY12" fmla="*/ 56720 h 113438"/>
                  <a:gd name="connsiteX13" fmla="*/ 62883 w 119600"/>
                  <a:gd name="connsiteY13" fmla="*/ 113439 h 11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9600" h="113438">
                    <a:moveTo>
                      <a:pt x="25579" y="87860"/>
                    </a:moveTo>
                    <a:lnTo>
                      <a:pt x="62883" y="87860"/>
                    </a:lnTo>
                    <a:cubicBezTo>
                      <a:pt x="80073" y="87860"/>
                      <a:pt x="94023" y="73906"/>
                      <a:pt x="94023" y="56720"/>
                    </a:cubicBezTo>
                    <a:cubicBezTo>
                      <a:pt x="94027" y="39567"/>
                      <a:pt x="80069" y="25579"/>
                      <a:pt x="62883" y="25579"/>
                    </a:cubicBezTo>
                    <a:lnTo>
                      <a:pt x="25579" y="25578"/>
                    </a:lnTo>
                    <a:lnTo>
                      <a:pt x="25579" y="87860"/>
                    </a:lnTo>
                    <a:close/>
                    <a:moveTo>
                      <a:pt x="62883" y="113439"/>
                    </a:moveTo>
                    <a:lnTo>
                      <a:pt x="12795" y="113439"/>
                    </a:lnTo>
                    <a:cubicBezTo>
                      <a:pt x="5735" y="113439"/>
                      <a:pt x="0" y="107712"/>
                      <a:pt x="0" y="100651"/>
                    </a:cubicBezTo>
                    <a:lnTo>
                      <a:pt x="10" y="12787"/>
                    </a:lnTo>
                    <a:cubicBezTo>
                      <a:pt x="10" y="5728"/>
                      <a:pt x="5731" y="1"/>
                      <a:pt x="12791" y="1"/>
                    </a:cubicBezTo>
                    <a:lnTo>
                      <a:pt x="62883" y="0"/>
                    </a:lnTo>
                    <a:cubicBezTo>
                      <a:pt x="94163" y="0"/>
                      <a:pt x="119601" y="25446"/>
                      <a:pt x="119601" y="56720"/>
                    </a:cubicBezTo>
                    <a:cubicBezTo>
                      <a:pt x="119612" y="87994"/>
                      <a:pt x="94156" y="113440"/>
                      <a:pt x="62883" y="1134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6007D5EB-C1C4-CBA9-3574-341CB4490CDB}"/>
                  </a:ext>
                </a:extLst>
              </p:cNvPr>
              <p:cNvSpPr/>
              <p:nvPr/>
            </p:nvSpPr>
            <p:spPr>
              <a:xfrm>
                <a:off x="-1428367" y="3659545"/>
                <a:ext cx="25579" cy="113439"/>
              </a:xfrm>
              <a:custGeom>
                <a:avLst/>
                <a:gdLst>
                  <a:gd name="connsiteX0" fmla="*/ 12795 w 25579"/>
                  <a:gd name="connsiteY0" fmla="*/ 113440 h 113439"/>
                  <a:gd name="connsiteX1" fmla="*/ 0 w 25579"/>
                  <a:gd name="connsiteY1" fmla="*/ 100651 h 113439"/>
                  <a:gd name="connsiteX2" fmla="*/ 10 w 25579"/>
                  <a:gd name="connsiteY2" fmla="*/ 12789 h 113439"/>
                  <a:gd name="connsiteX3" fmla="*/ 12791 w 25579"/>
                  <a:gd name="connsiteY3" fmla="*/ 0 h 113439"/>
                  <a:gd name="connsiteX4" fmla="*/ 25579 w 25579"/>
                  <a:gd name="connsiteY4" fmla="*/ 12790 h 113439"/>
                  <a:gd name="connsiteX5" fmla="*/ 25579 w 25579"/>
                  <a:gd name="connsiteY5" fmla="*/ 100650 h 113439"/>
                  <a:gd name="connsiteX6" fmla="*/ 12795 w 25579"/>
                  <a:gd name="connsiteY6" fmla="*/ 113440 h 113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579" h="113439">
                    <a:moveTo>
                      <a:pt x="12795" y="113440"/>
                    </a:moveTo>
                    <a:cubicBezTo>
                      <a:pt x="5735" y="113440"/>
                      <a:pt x="0" y="107711"/>
                      <a:pt x="0" y="100651"/>
                    </a:cubicBezTo>
                    <a:lnTo>
                      <a:pt x="10" y="12789"/>
                    </a:lnTo>
                    <a:cubicBezTo>
                      <a:pt x="10" y="5727"/>
                      <a:pt x="5731" y="0"/>
                      <a:pt x="12791" y="0"/>
                    </a:cubicBezTo>
                    <a:cubicBezTo>
                      <a:pt x="19855" y="0"/>
                      <a:pt x="25579" y="5729"/>
                      <a:pt x="25579" y="12790"/>
                    </a:cubicBezTo>
                    <a:lnTo>
                      <a:pt x="25579" y="100650"/>
                    </a:lnTo>
                    <a:cubicBezTo>
                      <a:pt x="25579" y="107711"/>
                      <a:pt x="19851" y="113441"/>
                      <a:pt x="12795" y="1134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5268AE72-25FF-7B74-7B0B-B9D3A500236E}"/>
                  </a:ext>
                </a:extLst>
              </p:cNvPr>
              <p:cNvSpPr/>
              <p:nvPr/>
            </p:nvSpPr>
            <p:spPr>
              <a:xfrm>
                <a:off x="-1276191" y="3571682"/>
                <a:ext cx="119633" cy="113438"/>
              </a:xfrm>
              <a:custGeom>
                <a:avLst/>
                <a:gdLst>
                  <a:gd name="connsiteX0" fmla="*/ 25587 w 119633"/>
                  <a:gd name="connsiteY0" fmla="*/ 87860 h 113438"/>
                  <a:gd name="connsiteX1" fmla="*/ 62920 w 119633"/>
                  <a:gd name="connsiteY1" fmla="*/ 87860 h 113438"/>
                  <a:gd name="connsiteX2" fmla="*/ 94055 w 119633"/>
                  <a:gd name="connsiteY2" fmla="*/ 56720 h 113438"/>
                  <a:gd name="connsiteX3" fmla="*/ 62911 w 119633"/>
                  <a:gd name="connsiteY3" fmla="*/ 25579 h 113438"/>
                  <a:gd name="connsiteX4" fmla="*/ 25587 w 119633"/>
                  <a:gd name="connsiteY4" fmla="*/ 25578 h 113438"/>
                  <a:gd name="connsiteX5" fmla="*/ 25587 w 119633"/>
                  <a:gd name="connsiteY5" fmla="*/ 87860 h 113438"/>
                  <a:gd name="connsiteX6" fmla="*/ 62920 w 119633"/>
                  <a:gd name="connsiteY6" fmla="*/ 113439 h 113438"/>
                  <a:gd name="connsiteX7" fmla="*/ 12786 w 119633"/>
                  <a:gd name="connsiteY7" fmla="*/ 113439 h 113438"/>
                  <a:gd name="connsiteX8" fmla="*/ 0 w 119633"/>
                  <a:gd name="connsiteY8" fmla="*/ 100651 h 113438"/>
                  <a:gd name="connsiteX9" fmla="*/ 4 w 119633"/>
                  <a:gd name="connsiteY9" fmla="*/ 12787 h 113438"/>
                  <a:gd name="connsiteX10" fmla="*/ 12786 w 119633"/>
                  <a:gd name="connsiteY10" fmla="*/ 1 h 113438"/>
                  <a:gd name="connsiteX11" fmla="*/ 62920 w 119633"/>
                  <a:gd name="connsiteY11" fmla="*/ 0 h 113438"/>
                  <a:gd name="connsiteX12" fmla="*/ 119633 w 119633"/>
                  <a:gd name="connsiteY12" fmla="*/ 56720 h 113438"/>
                  <a:gd name="connsiteX13" fmla="*/ 62920 w 119633"/>
                  <a:gd name="connsiteY13" fmla="*/ 113439 h 11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9633" h="113438">
                    <a:moveTo>
                      <a:pt x="25587" y="87860"/>
                    </a:moveTo>
                    <a:lnTo>
                      <a:pt x="62920" y="87860"/>
                    </a:lnTo>
                    <a:cubicBezTo>
                      <a:pt x="80113" y="87860"/>
                      <a:pt x="94055" y="73906"/>
                      <a:pt x="94055" y="56720"/>
                    </a:cubicBezTo>
                    <a:cubicBezTo>
                      <a:pt x="94066" y="39567"/>
                      <a:pt x="80098" y="25579"/>
                      <a:pt x="62911" y="25579"/>
                    </a:cubicBezTo>
                    <a:lnTo>
                      <a:pt x="25587" y="25578"/>
                    </a:lnTo>
                    <a:lnTo>
                      <a:pt x="25587" y="87860"/>
                    </a:lnTo>
                    <a:close/>
                    <a:moveTo>
                      <a:pt x="62920" y="113439"/>
                    </a:moveTo>
                    <a:lnTo>
                      <a:pt x="12786" y="113439"/>
                    </a:lnTo>
                    <a:cubicBezTo>
                      <a:pt x="5728" y="113439"/>
                      <a:pt x="0" y="107712"/>
                      <a:pt x="0" y="100651"/>
                    </a:cubicBezTo>
                    <a:lnTo>
                      <a:pt x="4" y="12787"/>
                    </a:lnTo>
                    <a:cubicBezTo>
                      <a:pt x="4" y="5728"/>
                      <a:pt x="5725" y="1"/>
                      <a:pt x="12786" y="1"/>
                    </a:cubicBezTo>
                    <a:lnTo>
                      <a:pt x="62920" y="0"/>
                    </a:lnTo>
                    <a:cubicBezTo>
                      <a:pt x="94200" y="0"/>
                      <a:pt x="119633" y="25446"/>
                      <a:pt x="119633" y="56720"/>
                    </a:cubicBezTo>
                    <a:cubicBezTo>
                      <a:pt x="119633" y="87994"/>
                      <a:pt x="94187" y="113440"/>
                      <a:pt x="62920" y="1134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BE8365E7-03EE-6C75-F0C8-AA9D86B03799}"/>
                  </a:ext>
                </a:extLst>
              </p:cNvPr>
              <p:cNvSpPr/>
              <p:nvPr/>
            </p:nvSpPr>
            <p:spPr>
              <a:xfrm>
                <a:off x="-1276192" y="3659545"/>
                <a:ext cx="25587" cy="113439"/>
              </a:xfrm>
              <a:custGeom>
                <a:avLst/>
                <a:gdLst>
                  <a:gd name="connsiteX0" fmla="*/ 12786 w 25587"/>
                  <a:gd name="connsiteY0" fmla="*/ 113440 h 113439"/>
                  <a:gd name="connsiteX1" fmla="*/ 0 w 25587"/>
                  <a:gd name="connsiteY1" fmla="*/ 100651 h 113439"/>
                  <a:gd name="connsiteX2" fmla="*/ 4 w 25587"/>
                  <a:gd name="connsiteY2" fmla="*/ 12789 h 113439"/>
                  <a:gd name="connsiteX3" fmla="*/ 12786 w 25587"/>
                  <a:gd name="connsiteY3" fmla="*/ 0 h 113439"/>
                  <a:gd name="connsiteX4" fmla="*/ 25578 w 25587"/>
                  <a:gd name="connsiteY4" fmla="*/ 12790 h 113439"/>
                  <a:gd name="connsiteX5" fmla="*/ 25587 w 25587"/>
                  <a:gd name="connsiteY5" fmla="*/ 100650 h 113439"/>
                  <a:gd name="connsiteX6" fmla="*/ 12786 w 25587"/>
                  <a:gd name="connsiteY6" fmla="*/ 113440 h 113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587" h="113439">
                    <a:moveTo>
                      <a:pt x="12786" y="113440"/>
                    </a:moveTo>
                    <a:cubicBezTo>
                      <a:pt x="5728" y="113440"/>
                      <a:pt x="0" y="107711"/>
                      <a:pt x="0" y="100651"/>
                    </a:cubicBezTo>
                    <a:lnTo>
                      <a:pt x="4" y="12789"/>
                    </a:lnTo>
                    <a:cubicBezTo>
                      <a:pt x="4" y="5727"/>
                      <a:pt x="5725" y="0"/>
                      <a:pt x="12786" y="0"/>
                    </a:cubicBezTo>
                    <a:cubicBezTo>
                      <a:pt x="19890" y="0"/>
                      <a:pt x="25578" y="5729"/>
                      <a:pt x="25578" y="12790"/>
                    </a:cubicBezTo>
                    <a:lnTo>
                      <a:pt x="25587" y="100650"/>
                    </a:lnTo>
                    <a:cubicBezTo>
                      <a:pt x="25587" y="107711"/>
                      <a:pt x="19883" y="113441"/>
                      <a:pt x="12786" y="1134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5E0FBC87-C110-ADD3-FA2F-66B9366AEC63}"/>
                  </a:ext>
                </a:extLst>
              </p:cNvPr>
              <p:cNvSpPr/>
              <p:nvPr/>
            </p:nvSpPr>
            <p:spPr>
              <a:xfrm>
                <a:off x="-1950604" y="2362747"/>
                <a:ext cx="1118884" cy="1458063"/>
              </a:xfrm>
              <a:custGeom>
                <a:avLst/>
                <a:gdLst>
                  <a:gd name="connsiteX0" fmla="*/ 1106089 w 1118884"/>
                  <a:gd name="connsiteY0" fmla="*/ 1458063 h 1458063"/>
                  <a:gd name="connsiteX1" fmla="*/ 12800 w 1118884"/>
                  <a:gd name="connsiteY1" fmla="*/ 1458063 h 1458063"/>
                  <a:gd name="connsiteX2" fmla="*/ 0 w 1118884"/>
                  <a:gd name="connsiteY2" fmla="*/ 1445274 h 1458063"/>
                  <a:gd name="connsiteX3" fmla="*/ 2 w 1118884"/>
                  <a:gd name="connsiteY3" fmla="*/ 12790 h 1458063"/>
                  <a:gd name="connsiteX4" fmla="*/ 12788 w 1118884"/>
                  <a:gd name="connsiteY4" fmla="*/ 1 h 1458063"/>
                  <a:gd name="connsiteX5" fmla="*/ 775369 w 1118884"/>
                  <a:gd name="connsiteY5" fmla="*/ 0 h 1458063"/>
                  <a:gd name="connsiteX6" fmla="*/ 788149 w 1118884"/>
                  <a:gd name="connsiteY6" fmla="*/ 12790 h 1458063"/>
                  <a:gd name="connsiteX7" fmla="*/ 775358 w 1118884"/>
                  <a:gd name="connsiteY7" fmla="*/ 25579 h 1458063"/>
                  <a:gd name="connsiteX8" fmla="*/ 25587 w 1118884"/>
                  <a:gd name="connsiteY8" fmla="*/ 25579 h 1458063"/>
                  <a:gd name="connsiteX9" fmla="*/ 25587 w 1118884"/>
                  <a:gd name="connsiteY9" fmla="*/ 1432479 h 1458063"/>
                  <a:gd name="connsiteX10" fmla="*/ 1093302 w 1118884"/>
                  <a:gd name="connsiteY10" fmla="*/ 1432479 h 1458063"/>
                  <a:gd name="connsiteX11" fmla="*/ 1093302 w 1118884"/>
                  <a:gd name="connsiteY11" fmla="*/ 343543 h 1458063"/>
                  <a:gd name="connsiteX12" fmla="*/ 1106082 w 1118884"/>
                  <a:gd name="connsiteY12" fmla="*/ 330754 h 1458063"/>
                  <a:gd name="connsiteX13" fmla="*/ 1118873 w 1118884"/>
                  <a:gd name="connsiteY13" fmla="*/ 343544 h 1458063"/>
                  <a:gd name="connsiteX14" fmla="*/ 1118885 w 1118884"/>
                  <a:gd name="connsiteY14" fmla="*/ 1445263 h 1458063"/>
                  <a:gd name="connsiteX15" fmla="*/ 1106086 w 1118884"/>
                  <a:gd name="connsiteY15" fmla="*/ 1458052 h 1458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18884" h="1458063">
                    <a:moveTo>
                      <a:pt x="1106089" y="1458063"/>
                    </a:moveTo>
                    <a:lnTo>
                      <a:pt x="12800" y="1458063"/>
                    </a:lnTo>
                    <a:cubicBezTo>
                      <a:pt x="5697" y="1458063"/>
                      <a:pt x="0" y="1452368"/>
                      <a:pt x="0" y="1445274"/>
                    </a:cubicBezTo>
                    <a:lnTo>
                      <a:pt x="2" y="12790"/>
                    </a:lnTo>
                    <a:cubicBezTo>
                      <a:pt x="2" y="5729"/>
                      <a:pt x="5695" y="1"/>
                      <a:pt x="12788" y="1"/>
                    </a:cubicBezTo>
                    <a:lnTo>
                      <a:pt x="775369" y="0"/>
                    </a:lnTo>
                    <a:cubicBezTo>
                      <a:pt x="782429" y="0"/>
                      <a:pt x="788149" y="5729"/>
                      <a:pt x="788149" y="12790"/>
                    </a:cubicBezTo>
                    <a:cubicBezTo>
                      <a:pt x="788157" y="19851"/>
                      <a:pt x="782420" y="25579"/>
                      <a:pt x="775358" y="25579"/>
                    </a:cubicBezTo>
                    <a:lnTo>
                      <a:pt x="25587" y="25579"/>
                    </a:lnTo>
                    <a:lnTo>
                      <a:pt x="25587" y="1432479"/>
                    </a:lnTo>
                    <a:lnTo>
                      <a:pt x="1093302" y="1432479"/>
                    </a:lnTo>
                    <a:lnTo>
                      <a:pt x="1093302" y="343543"/>
                    </a:lnTo>
                    <a:cubicBezTo>
                      <a:pt x="1093302" y="336449"/>
                      <a:pt x="1099022" y="330754"/>
                      <a:pt x="1106082" y="330754"/>
                    </a:cubicBezTo>
                    <a:cubicBezTo>
                      <a:pt x="1113190" y="330753"/>
                      <a:pt x="1118873" y="336450"/>
                      <a:pt x="1118873" y="343544"/>
                    </a:cubicBezTo>
                    <a:lnTo>
                      <a:pt x="1118885" y="1445263"/>
                    </a:lnTo>
                    <a:cubicBezTo>
                      <a:pt x="1118885" y="1452357"/>
                      <a:pt x="1113178" y="1458052"/>
                      <a:pt x="1106086" y="14580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03ED530C-40C7-F88D-2E78-3FFBF756A3C5}"/>
                  </a:ext>
                </a:extLst>
              </p:cNvPr>
              <p:cNvSpPr/>
              <p:nvPr/>
            </p:nvSpPr>
            <p:spPr>
              <a:xfrm>
                <a:off x="-1188027" y="2362755"/>
                <a:ext cx="356316" cy="356300"/>
              </a:xfrm>
              <a:custGeom>
                <a:avLst/>
                <a:gdLst>
                  <a:gd name="connsiteX0" fmla="*/ 25587 w 356316"/>
                  <a:gd name="connsiteY0" fmla="*/ 43660 h 356300"/>
                  <a:gd name="connsiteX1" fmla="*/ 25587 w 356316"/>
                  <a:gd name="connsiteY1" fmla="*/ 303579 h 356300"/>
                  <a:gd name="connsiteX2" fmla="*/ 52758 w 356316"/>
                  <a:gd name="connsiteY2" fmla="*/ 330756 h 356300"/>
                  <a:gd name="connsiteX3" fmla="*/ 312643 w 356316"/>
                  <a:gd name="connsiteY3" fmla="*/ 330755 h 356300"/>
                  <a:gd name="connsiteX4" fmla="*/ 25587 w 356316"/>
                  <a:gd name="connsiteY4" fmla="*/ 43660 h 356300"/>
                  <a:gd name="connsiteX5" fmla="*/ 356317 w 356316"/>
                  <a:gd name="connsiteY5" fmla="*/ 343980 h 356300"/>
                  <a:gd name="connsiteX6" fmla="*/ 356317 w 356316"/>
                  <a:gd name="connsiteY6" fmla="*/ 343038 h 356300"/>
                  <a:gd name="connsiteX7" fmla="*/ 352585 w 356316"/>
                  <a:gd name="connsiteY7" fmla="*/ 334485 h 356300"/>
                  <a:gd name="connsiteX8" fmla="*/ 21848 w 356316"/>
                  <a:gd name="connsiteY8" fmla="*/ 3760 h 356300"/>
                  <a:gd name="connsiteX9" fmla="*/ 7894 w 356316"/>
                  <a:gd name="connsiteY9" fmla="*/ 962 h 356300"/>
                  <a:gd name="connsiteX10" fmla="*/ 1 w 356316"/>
                  <a:gd name="connsiteY10" fmla="*/ 12786 h 356300"/>
                  <a:gd name="connsiteX11" fmla="*/ 0 w 356316"/>
                  <a:gd name="connsiteY11" fmla="*/ 303579 h 356300"/>
                  <a:gd name="connsiteX12" fmla="*/ 52758 w 356316"/>
                  <a:gd name="connsiteY12" fmla="*/ 356301 h 356300"/>
                  <a:gd name="connsiteX13" fmla="*/ 343518 w 356316"/>
                  <a:gd name="connsiteY13" fmla="*/ 356301 h 356300"/>
                  <a:gd name="connsiteX14" fmla="*/ 355339 w 356316"/>
                  <a:gd name="connsiteY14" fmla="*/ 348409 h 356300"/>
                  <a:gd name="connsiteX15" fmla="*/ 356317 w 356316"/>
                  <a:gd name="connsiteY15" fmla="*/ 343980 h 35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6316" h="356300">
                    <a:moveTo>
                      <a:pt x="25587" y="43660"/>
                    </a:moveTo>
                    <a:lnTo>
                      <a:pt x="25587" y="303579"/>
                    </a:lnTo>
                    <a:cubicBezTo>
                      <a:pt x="25587" y="318532"/>
                      <a:pt x="37769" y="330756"/>
                      <a:pt x="52758" y="330756"/>
                    </a:cubicBezTo>
                    <a:lnTo>
                      <a:pt x="312643" y="330755"/>
                    </a:lnTo>
                    <a:lnTo>
                      <a:pt x="25587" y="43660"/>
                    </a:lnTo>
                    <a:close/>
                    <a:moveTo>
                      <a:pt x="356317" y="343980"/>
                    </a:moveTo>
                    <a:lnTo>
                      <a:pt x="356317" y="343038"/>
                    </a:lnTo>
                    <a:cubicBezTo>
                      <a:pt x="356200" y="339887"/>
                      <a:pt x="354910" y="336815"/>
                      <a:pt x="352585" y="334485"/>
                    </a:cubicBezTo>
                    <a:lnTo>
                      <a:pt x="21848" y="3760"/>
                    </a:lnTo>
                    <a:cubicBezTo>
                      <a:pt x="18185" y="96"/>
                      <a:pt x="12696" y="-1003"/>
                      <a:pt x="7894" y="962"/>
                    </a:cubicBezTo>
                    <a:cubicBezTo>
                      <a:pt x="3130" y="2962"/>
                      <a:pt x="1" y="7622"/>
                      <a:pt x="1" y="12786"/>
                    </a:cubicBezTo>
                    <a:lnTo>
                      <a:pt x="0" y="303579"/>
                    </a:lnTo>
                    <a:cubicBezTo>
                      <a:pt x="0" y="332654"/>
                      <a:pt x="23681" y="356301"/>
                      <a:pt x="52758" y="356301"/>
                    </a:cubicBezTo>
                    <a:lnTo>
                      <a:pt x="343518" y="356301"/>
                    </a:lnTo>
                    <a:cubicBezTo>
                      <a:pt x="348713" y="356302"/>
                      <a:pt x="353379" y="353204"/>
                      <a:pt x="355339" y="348409"/>
                    </a:cubicBezTo>
                    <a:cubicBezTo>
                      <a:pt x="355940" y="346975"/>
                      <a:pt x="356260" y="345476"/>
                      <a:pt x="356317" y="3439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650AB07B-CCDE-B84F-0A9A-82006BDEBBA2}"/>
                  </a:ext>
                </a:extLst>
              </p:cNvPr>
              <p:cNvSpPr/>
              <p:nvPr/>
            </p:nvSpPr>
            <p:spPr>
              <a:xfrm>
                <a:off x="-1819076" y="3523860"/>
                <a:ext cx="855827" cy="296954"/>
              </a:xfrm>
              <a:custGeom>
                <a:avLst/>
                <a:gdLst>
                  <a:gd name="connsiteX0" fmla="*/ 25591 w 855827"/>
                  <a:gd name="connsiteY0" fmla="*/ 271375 h 296954"/>
                  <a:gd name="connsiteX1" fmla="*/ 830247 w 855827"/>
                  <a:gd name="connsiteY1" fmla="*/ 271375 h 296954"/>
                  <a:gd name="connsiteX2" fmla="*/ 830247 w 855827"/>
                  <a:gd name="connsiteY2" fmla="*/ 66878 h 296954"/>
                  <a:gd name="connsiteX3" fmla="*/ 788948 w 855827"/>
                  <a:gd name="connsiteY3" fmla="*/ 25579 h 296954"/>
                  <a:gd name="connsiteX4" fmla="*/ 66881 w 855827"/>
                  <a:gd name="connsiteY4" fmla="*/ 25578 h 296954"/>
                  <a:gd name="connsiteX5" fmla="*/ 25577 w 855827"/>
                  <a:gd name="connsiteY5" fmla="*/ 66879 h 296954"/>
                  <a:gd name="connsiteX6" fmla="*/ 25591 w 855827"/>
                  <a:gd name="connsiteY6" fmla="*/ 271375 h 296954"/>
                  <a:gd name="connsiteX7" fmla="*/ 843044 w 855827"/>
                  <a:gd name="connsiteY7" fmla="*/ 296954 h 296954"/>
                  <a:gd name="connsiteX8" fmla="*/ 12791 w 855827"/>
                  <a:gd name="connsiteY8" fmla="*/ 296954 h 296954"/>
                  <a:gd name="connsiteX9" fmla="*/ 0 w 855827"/>
                  <a:gd name="connsiteY9" fmla="*/ 284165 h 296954"/>
                  <a:gd name="connsiteX10" fmla="*/ 8 w 855827"/>
                  <a:gd name="connsiteY10" fmla="*/ 66878 h 296954"/>
                  <a:gd name="connsiteX11" fmla="*/ 66877 w 855827"/>
                  <a:gd name="connsiteY11" fmla="*/ 1 h 296954"/>
                  <a:gd name="connsiteX12" fmla="*/ 788956 w 855827"/>
                  <a:gd name="connsiteY12" fmla="*/ 0 h 296954"/>
                  <a:gd name="connsiteX13" fmla="*/ 855824 w 855827"/>
                  <a:gd name="connsiteY13" fmla="*/ 66879 h 296954"/>
                  <a:gd name="connsiteX14" fmla="*/ 855828 w 855827"/>
                  <a:gd name="connsiteY14" fmla="*/ 284165 h 296954"/>
                  <a:gd name="connsiteX15" fmla="*/ 843044 w 855827"/>
                  <a:gd name="connsiteY15" fmla="*/ 296954 h 296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55827" h="296954">
                    <a:moveTo>
                      <a:pt x="25591" y="271375"/>
                    </a:moveTo>
                    <a:lnTo>
                      <a:pt x="830247" y="271375"/>
                    </a:lnTo>
                    <a:lnTo>
                      <a:pt x="830247" y="66878"/>
                    </a:lnTo>
                    <a:cubicBezTo>
                      <a:pt x="830247" y="44097"/>
                      <a:pt x="811727" y="25579"/>
                      <a:pt x="788948" y="25579"/>
                    </a:cubicBezTo>
                    <a:lnTo>
                      <a:pt x="66881" y="25578"/>
                    </a:lnTo>
                    <a:cubicBezTo>
                      <a:pt x="44101" y="25578"/>
                      <a:pt x="25577" y="44098"/>
                      <a:pt x="25577" y="66879"/>
                    </a:cubicBezTo>
                    <a:lnTo>
                      <a:pt x="25591" y="271375"/>
                    </a:lnTo>
                    <a:close/>
                    <a:moveTo>
                      <a:pt x="843044" y="296954"/>
                    </a:moveTo>
                    <a:lnTo>
                      <a:pt x="12791" y="296954"/>
                    </a:lnTo>
                    <a:cubicBezTo>
                      <a:pt x="5733" y="296954"/>
                      <a:pt x="0" y="291259"/>
                      <a:pt x="0" y="284165"/>
                    </a:cubicBezTo>
                    <a:lnTo>
                      <a:pt x="8" y="66878"/>
                    </a:lnTo>
                    <a:cubicBezTo>
                      <a:pt x="8" y="30008"/>
                      <a:pt x="30008" y="1"/>
                      <a:pt x="66877" y="1"/>
                    </a:cubicBezTo>
                    <a:lnTo>
                      <a:pt x="788956" y="0"/>
                    </a:lnTo>
                    <a:cubicBezTo>
                      <a:pt x="825824" y="0"/>
                      <a:pt x="855824" y="30008"/>
                      <a:pt x="855824" y="66879"/>
                    </a:cubicBezTo>
                    <a:lnTo>
                      <a:pt x="855828" y="284165"/>
                    </a:lnTo>
                    <a:cubicBezTo>
                      <a:pt x="855828" y="291259"/>
                      <a:pt x="850096" y="296954"/>
                      <a:pt x="843044" y="296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8DF1976B-0FA7-352E-ACDD-87327A97AC29}"/>
                  </a:ext>
                </a:extLst>
              </p:cNvPr>
              <p:cNvSpPr/>
              <p:nvPr/>
            </p:nvSpPr>
            <p:spPr>
              <a:xfrm>
                <a:off x="-1686188" y="2975444"/>
                <a:ext cx="422319" cy="422316"/>
              </a:xfrm>
              <a:custGeom>
                <a:avLst/>
                <a:gdLst>
                  <a:gd name="connsiteX0" fmla="*/ 70575 w 422319"/>
                  <a:gd name="connsiteY0" fmla="*/ 25577 h 422316"/>
                  <a:gd name="connsiteX1" fmla="*/ 25581 w 422319"/>
                  <a:gd name="connsiteY1" fmla="*/ 70576 h 422316"/>
                  <a:gd name="connsiteX2" fmla="*/ 25581 w 422319"/>
                  <a:gd name="connsiteY2" fmla="*/ 351741 h 422316"/>
                  <a:gd name="connsiteX3" fmla="*/ 70575 w 422319"/>
                  <a:gd name="connsiteY3" fmla="*/ 396739 h 422316"/>
                  <a:gd name="connsiteX4" fmla="*/ 351742 w 422319"/>
                  <a:gd name="connsiteY4" fmla="*/ 396738 h 422316"/>
                  <a:gd name="connsiteX5" fmla="*/ 396740 w 422319"/>
                  <a:gd name="connsiteY5" fmla="*/ 351742 h 422316"/>
                  <a:gd name="connsiteX6" fmla="*/ 396751 w 422319"/>
                  <a:gd name="connsiteY6" fmla="*/ 232706 h 422316"/>
                  <a:gd name="connsiteX7" fmla="*/ 238317 w 422319"/>
                  <a:gd name="connsiteY7" fmla="*/ 232706 h 422316"/>
                  <a:gd name="connsiteX8" fmla="*/ 167730 w 422319"/>
                  <a:gd name="connsiteY8" fmla="*/ 162133 h 422316"/>
                  <a:gd name="connsiteX9" fmla="*/ 167741 w 422319"/>
                  <a:gd name="connsiteY9" fmla="*/ 25577 h 422316"/>
                  <a:gd name="connsiteX10" fmla="*/ 70575 w 422319"/>
                  <a:gd name="connsiteY10" fmla="*/ 25577 h 422316"/>
                  <a:gd name="connsiteX11" fmla="*/ 351742 w 422319"/>
                  <a:gd name="connsiteY11" fmla="*/ 422317 h 422316"/>
                  <a:gd name="connsiteX12" fmla="*/ 70575 w 422319"/>
                  <a:gd name="connsiteY12" fmla="*/ 422317 h 422316"/>
                  <a:gd name="connsiteX13" fmla="*/ 0 w 422319"/>
                  <a:gd name="connsiteY13" fmla="*/ 351742 h 422316"/>
                  <a:gd name="connsiteX14" fmla="*/ 15 w 422319"/>
                  <a:gd name="connsiteY14" fmla="*/ 70574 h 422316"/>
                  <a:gd name="connsiteX15" fmla="*/ 70575 w 422319"/>
                  <a:gd name="connsiteY15" fmla="*/ 1 h 422316"/>
                  <a:gd name="connsiteX16" fmla="*/ 180524 w 422319"/>
                  <a:gd name="connsiteY16" fmla="*/ 0 h 422316"/>
                  <a:gd name="connsiteX17" fmla="*/ 193309 w 422319"/>
                  <a:gd name="connsiteY17" fmla="*/ 12790 h 422316"/>
                  <a:gd name="connsiteX18" fmla="*/ 193309 w 422319"/>
                  <a:gd name="connsiteY18" fmla="*/ 162132 h 422316"/>
                  <a:gd name="connsiteX19" fmla="*/ 238302 w 422319"/>
                  <a:gd name="connsiteY19" fmla="*/ 207129 h 422316"/>
                  <a:gd name="connsiteX20" fmla="*/ 409536 w 422319"/>
                  <a:gd name="connsiteY20" fmla="*/ 207128 h 422316"/>
                  <a:gd name="connsiteX21" fmla="*/ 422318 w 422319"/>
                  <a:gd name="connsiteY21" fmla="*/ 219919 h 422316"/>
                  <a:gd name="connsiteX22" fmla="*/ 422319 w 422319"/>
                  <a:gd name="connsiteY22" fmla="*/ 351741 h 422316"/>
                  <a:gd name="connsiteX23" fmla="*/ 351742 w 422319"/>
                  <a:gd name="connsiteY23" fmla="*/ 422317 h 422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22319" h="422316">
                    <a:moveTo>
                      <a:pt x="70575" y="25577"/>
                    </a:moveTo>
                    <a:cubicBezTo>
                      <a:pt x="45771" y="25577"/>
                      <a:pt x="25581" y="45762"/>
                      <a:pt x="25581" y="70576"/>
                    </a:cubicBezTo>
                    <a:lnTo>
                      <a:pt x="25581" y="351741"/>
                    </a:lnTo>
                    <a:cubicBezTo>
                      <a:pt x="25581" y="376556"/>
                      <a:pt x="45763" y="396739"/>
                      <a:pt x="70575" y="396739"/>
                    </a:cubicBezTo>
                    <a:lnTo>
                      <a:pt x="351742" y="396738"/>
                    </a:lnTo>
                    <a:cubicBezTo>
                      <a:pt x="376562" y="396738"/>
                      <a:pt x="396740" y="376556"/>
                      <a:pt x="396740" y="351742"/>
                    </a:cubicBezTo>
                    <a:lnTo>
                      <a:pt x="396751" y="232706"/>
                    </a:lnTo>
                    <a:lnTo>
                      <a:pt x="238317" y="232706"/>
                    </a:lnTo>
                    <a:cubicBezTo>
                      <a:pt x="199410" y="232706"/>
                      <a:pt x="167730" y="201034"/>
                      <a:pt x="167730" y="162133"/>
                    </a:cubicBezTo>
                    <a:lnTo>
                      <a:pt x="167741" y="25577"/>
                    </a:lnTo>
                    <a:lnTo>
                      <a:pt x="70575" y="25577"/>
                    </a:lnTo>
                    <a:close/>
                    <a:moveTo>
                      <a:pt x="351742" y="422317"/>
                    </a:moveTo>
                    <a:lnTo>
                      <a:pt x="70575" y="422317"/>
                    </a:lnTo>
                    <a:cubicBezTo>
                      <a:pt x="31654" y="422317"/>
                      <a:pt x="0" y="390643"/>
                      <a:pt x="0" y="351742"/>
                    </a:cubicBezTo>
                    <a:lnTo>
                      <a:pt x="15" y="70574"/>
                    </a:lnTo>
                    <a:cubicBezTo>
                      <a:pt x="15" y="31640"/>
                      <a:pt x="31643" y="1"/>
                      <a:pt x="70575" y="1"/>
                    </a:cubicBezTo>
                    <a:lnTo>
                      <a:pt x="180524" y="0"/>
                    </a:lnTo>
                    <a:cubicBezTo>
                      <a:pt x="187583" y="0"/>
                      <a:pt x="193309" y="5729"/>
                      <a:pt x="193309" y="12790"/>
                    </a:cubicBezTo>
                    <a:lnTo>
                      <a:pt x="193309" y="162132"/>
                    </a:lnTo>
                    <a:cubicBezTo>
                      <a:pt x="193309" y="186946"/>
                      <a:pt x="213491" y="207129"/>
                      <a:pt x="238302" y="207129"/>
                    </a:cubicBezTo>
                    <a:lnTo>
                      <a:pt x="409536" y="207128"/>
                    </a:lnTo>
                    <a:cubicBezTo>
                      <a:pt x="416594" y="207128"/>
                      <a:pt x="422318" y="212858"/>
                      <a:pt x="422318" y="219919"/>
                    </a:cubicBezTo>
                    <a:lnTo>
                      <a:pt x="422319" y="351741"/>
                    </a:lnTo>
                    <a:cubicBezTo>
                      <a:pt x="422319" y="390642"/>
                      <a:pt x="390647" y="422318"/>
                      <a:pt x="351742" y="42231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CB6EF8D1-FD26-3331-8B3B-A7E3B5BDB663}"/>
                  </a:ext>
                </a:extLst>
              </p:cNvPr>
              <p:cNvSpPr/>
              <p:nvPr/>
            </p:nvSpPr>
            <p:spPr>
              <a:xfrm>
                <a:off x="-1518458" y="2785834"/>
                <a:ext cx="422329" cy="422316"/>
              </a:xfrm>
              <a:custGeom>
                <a:avLst/>
                <a:gdLst>
                  <a:gd name="connsiteX0" fmla="*/ 70588 w 422329"/>
                  <a:gd name="connsiteY0" fmla="*/ 25578 h 422316"/>
                  <a:gd name="connsiteX1" fmla="*/ 25579 w 422329"/>
                  <a:gd name="connsiteY1" fmla="*/ 70576 h 422316"/>
                  <a:gd name="connsiteX2" fmla="*/ 25579 w 422329"/>
                  <a:gd name="connsiteY2" fmla="*/ 351742 h 422316"/>
                  <a:gd name="connsiteX3" fmla="*/ 70573 w 422329"/>
                  <a:gd name="connsiteY3" fmla="*/ 396739 h 422316"/>
                  <a:gd name="connsiteX4" fmla="*/ 351754 w 422329"/>
                  <a:gd name="connsiteY4" fmla="*/ 396738 h 422316"/>
                  <a:gd name="connsiteX5" fmla="*/ 396737 w 422329"/>
                  <a:gd name="connsiteY5" fmla="*/ 351743 h 422316"/>
                  <a:gd name="connsiteX6" fmla="*/ 396749 w 422329"/>
                  <a:gd name="connsiteY6" fmla="*/ 70575 h 422316"/>
                  <a:gd name="connsiteX7" fmla="*/ 351741 w 422329"/>
                  <a:gd name="connsiteY7" fmla="*/ 25580 h 422316"/>
                  <a:gd name="connsiteX8" fmla="*/ 70588 w 422329"/>
                  <a:gd name="connsiteY8" fmla="*/ 25578 h 422316"/>
                  <a:gd name="connsiteX9" fmla="*/ 351754 w 422329"/>
                  <a:gd name="connsiteY9" fmla="*/ 422317 h 422316"/>
                  <a:gd name="connsiteX10" fmla="*/ 70588 w 422329"/>
                  <a:gd name="connsiteY10" fmla="*/ 422317 h 422316"/>
                  <a:gd name="connsiteX11" fmla="*/ 0 w 422329"/>
                  <a:gd name="connsiteY11" fmla="*/ 351743 h 422316"/>
                  <a:gd name="connsiteX12" fmla="*/ 11 w 422329"/>
                  <a:gd name="connsiteY12" fmla="*/ 70575 h 422316"/>
                  <a:gd name="connsiteX13" fmla="*/ 70573 w 422329"/>
                  <a:gd name="connsiteY13" fmla="*/ 2 h 422316"/>
                  <a:gd name="connsiteX14" fmla="*/ 351754 w 422329"/>
                  <a:gd name="connsiteY14" fmla="*/ 0 h 422316"/>
                  <a:gd name="connsiteX15" fmla="*/ 422318 w 422329"/>
                  <a:gd name="connsiteY15" fmla="*/ 70576 h 422316"/>
                  <a:gd name="connsiteX16" fmla="*/ 422330 w 422329"/>
                  <a:gd name="connsiteY16" fmla="*/ 351742 h 422316"/>
                  <a:gd name="connsiteX17" fmla="*/ 351754 w 422329"/>
                  <a:gd name="connsiteY17" fmla="*/ 422317 h 422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22329" h="422316">
                    <a:moveTo>
                      <a:pt x="70588" y="25578"/>
                    </a:moveTo>
                    <a:cubicBezTo>
                      <a:pt x="45768" y="25578"/>
                      <a:pt x="25579" y="45763"/>
                      <a:pt x="25579" y="70576"/>
                    </a:cubicBezTo>
                    <a:lnTo>
                      <a:pt x="25579" y="351742"/>
                    </a:lnTo>
                    <a:cubicBezTo>
                      <a:pt x="25579" y="376557"/>
                      <a:pt x="45762" y="396739"/>
                      <a:pt x="70573" y="396739"/>
                    </a:cubicBezTo>
                    <a:lnTo>
                      <a:pt x="351754" y="396738"/>
                    </a:lnTo>
                    <a:cubicBezTo>
                      <a:pt x="376560" y="396738"/>
                      <a:pt x="396737" y="376557"/>
                      <a:pt x="396737" y="351743"/>
                    </a:cubicBezTo>
                    <a:lnTo>
                      <a:pt x="396749" y="70575"/>
                    </a:lnTo>
                    <a:cubicBezTo>
                      <a:pt x="396749" y="45762"/>
                      <a:pt x="376557" y="25580"/>
                      <a:pt x="351741" y="25580"/>
                    </a:cubicBezTo>
                    <a:lnTo>
                      <a:pt x="70588" y="25578"/>
                    </a:lnTo>
                    <a:close/>
                    <a:moveTo>
                      <a:pt x="351754" y="422317"/>
                    </a:moveTo>
                    <a:lnTo>
                      <a:pt x="70588" y="422317"/>
                    </a:lnTo>
                    <a:cubicBezTo>
                      <a:pt x="31680" y="422317"/>
                      <a:pt x="0" y="390644"/>
                      <a:pt x="0" y="351743"/>
                    </a:cubicBezTo>
                    <a:lnTo>
                      <a:pt x="11" y="70575"/>
                    </a:lnTo>
                    <a:cubicBezTo>
                      <a:pt x="11" y="31640"/>
                      <a:pt x="31674" y="2"/>
                      <a:pt x="70573" y="2"/>
                    </a:cubicBezTo>
                    <a:lnTo>
                      <a:pt x="351754" y="0"/>
                    </a:lnTo>
                    <a:cubicBezTo>
                      <a:pt x="390676" y="0"/>
                      <a:pt x="422318" y="31641"/>
                      <a:pt x="422318" y="70576"/>
                    </a:cubicBezTo>
                    <a:lnTo>
                      <a:pt x="422330" y="351742"/>
                    </a:lnTo>
                    <a:cubicBezTo>
                      <a:pt x="422330" y="390644"/>
                      <a:pt x="390676" y="422319"/>
                      <a:pt x="351754" y="42231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4F07743A-8248-8DBF-20C2-843F615AB14D}"/>
              </a:ext>
            </a:extLst>
          </p:cNvPr>
          <p:cNvGrpSpPr/>
          <p:nvPr/>
        </p:nvGrpSpPr>
        <p:grpSpPr>
          <a:xfrm>
            <a:off x="3654544" y="2359401"/>
            <a:ext cx="702195" cy="460595"/>
            <a:chOff x="1574695" y="4292795"/>
            <a:chExt cx="702195" cy="460595"/>
          </a:xfrm>
        </p:grpSpPr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A36B443C-D71A-5A1D-34A7-87AFCCEA778F}"/>
                </a:ext>
              </a:extLst>
            </p:cNvPr>
            <p:cNvSpPr>
              <a:spLocks/>
            </p:cNvSpPr>
            <p:nvPr/>
          </p:nvSpPr>
          <p:spPr>
            <a:xfrm>
              <a:off x="1574695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Database</a:t>
              </a:r>
            </a:p>
          </p:txBody>
        </p:sp>
        <p:grpSp>
          <p:nvGrpSpPr>
            <p:cNvPr id="243" name="Graphic 216">
              <a:extLst>
                <a:ext uri="{FF2B5EF4-FFF2-40B4-BE49-F238E27FC236}">
                  <a16:creationId xmlns:a16="http://schemas.microsoft.com/office/drawing/2014/main" id="{BDAA3446-63F6-E228-1361-3CC16B9ACCD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41999" y="4473990"/>
              <a:ext cx="167588" cy="279400"/>
              <a:chOff x="-768941" y="4047690"/>
              <a:chExt cx="69135" cy="115261"/>
            </a:xfrm>
            <a:solidFill>
              <a:schemeClr val="bg1"/>
            </a:solidFill>
          </p:grpSpPr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D5A64145-1382-5949-2D5D-1096E5BA24C4}"/>
                  </a:ext>
                </a:extLst>
              </p:cNvPr>
              <p:cNvSpPr/>
              <p:nvPr/>
            </p:nvSpPr>
            <p:spPr>
              <a:xfrm>
                <a:off x="-768941" y="4047690"/>
                <a:ext cx="69135" cy="27723"/>
              </a:xfrm>
              <a:custGeom>
                <a:avLst/>
                <a:gdLst>
                  <a:gd name="connsiteX0" fmla="*/ 34567 w 69135"/>
                  <a:gd name="connsiteY0" fmla="*/ 2022 h 27723"/>
                  <a:gd name="connsiteX1" fmla="*/ 2022 w 69135"/>
                  <a:gd name="connsiteY1" fmla="*/ 13862 h 27723"/>
                  <a:gd name="connsiteX2" fmla="*/ 34566 w 69135"/>
                  <a:gd name="connsiteY2" fmla="*/ 25702 h 27723"/>
                  <a:gd name="connsiteX3" fmla="*/ 67113 w 69135"/>
                  <a:gd name="connsiteY3" fmla="*/ 13862 h 27723"/>
                  <a:gd name="connsiteX4" fmla="*/ 34567 w 69135"/>
                  <a:gd name="connsiteY4" fmla="*/ 2022 h 27723"/>
                  <a:gd name="connsiteX5" fmla="*/ 34567 w 69135"/>
                  <a:gd name="connsiteY5" fmla="*/ 27723 h 27723"/>
                  <a:gd name="connsiteX6" fmla="*/ 0 w 69135"/>
                  <a:gd name="connsiteY6" fmla="*/ 13862 h 27723"/>
                  <a:gd name="connsiteX7" fmla="*/ 34566 w 69135"/>
                  <a:gd name="connsiteY7" fmla="*/ 0 h 27723"/>
                  <a:gd name="connsiteX8" fmla="*/ 69136 w 69135"/>
                  <a:gd name="connsiteY8" fmla="*/ 13862 h 27723"/>
                  <a:gd name="connsiteX9" fmla="*/ 34567 w 69135"/>
                  <a:gd name="connsiteY9" fmla="*/ 27723 h 27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9135" h="27723">
                    <a:moveTo>
                      <a:pt x="34567" y="2022"/>
                    </a:moveTo>
                    <a:cubicBezTo>
                      <a:pt x="15100" y="2022"/>
                      <a:pt x="2022" y="8144"/>
                      <a:pt x="2022" y="13862"/>
                    </a:cubicBezTo>
                    <a:cubicBezTo>
                      <a:pt x="2022" y="19580"/>
                      <a:pt x="15099" y="25702"/>
                      <a:pt x="34566" y="25702"/>
                    </a:cubicBezTo>
                    <a:cubicBezTo>
                      <a:pt x="54037" y="25701"/>
                      <a:pt x="67113" y="19580"/>
                      <a:pt x="67113" y="13862"/>
                    </a:cubicBezTo>
                    <a:cubicBezTo>
                      <a:pt x="67114" y="8144"/>
                      <a:pt x="54036" y="2022"/>
                      <a:pt x="34567" y="2022"/>
                    </a:cubicBezTo>
                    <a:close/>
                    <a:moveTo>
                      <a:pt x="34567" y="27723"/>
                    </a:moveTo>
                    <a:cubicBezTo>
                      <a:pt x="15184" y="27723"/>
                      <a:pt x="0" y="21635"/>
                      <a:pt x="0" y="13862"/>
                    </a:cubicBezTo>
                    <a:cubicBezTo>
                      <a:pt x="0" y="6089"/>
                      <a:pt x="15184" y="0"/>
                      <a:pt x="34566" y="0"/>
                    </a:cubicBezTo>
                    <a:cubicBezTo>
                      <a:pt x="53952" y="0"/>
                      <a:pt x="69136" y="6089"/>
                      <a:pt x="69136" y="13862"/>
                    </a:cubicBezTo>
                    <a:cubicBezTo>
                      <a:pt x="69136" y="21635"/>
                      <a:pt x="53952" y="27724"/>
                      <a:pt x="34567" y="27723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3DAB8726-4FD0-4C52-7E7F-0B7F19A71DCE}"/>
                  </a:ext>
                </a:extLst>
              </p:cNvPr>
              <p:cNvSpPr/>
              <p:nvPr/>
            </p:nvSpPr>
            <p:spPr>
              <a:xfrm>
                <a:off x="-768941" y="4060540"/>
                <a:ext cx="69135" cy="34429"/>
              </a:xfrm>
              <a:custGeom>
                <a:avLst/>
                <a:gdLst>
                  <a:gd name="connsiteX0" fmla="*/ 34567 w 69135"/>
                  <a:gd name="connsiteY0" fmla="*/ 34430 h 34429"/>
                  <a:gd name="connsiteX1" fmla="*/ 0 w 69135"/>
                  <a:gd name="connsiteY1" fmla="*/ 23711 h 34429"/>
                  <a:gd name="connsiteX2" fmla="*/ 0 w 69135"/>
                  <a:gd name="connsiteY2" fmla="*/ 1011 h 34429"/>
                  <a:gd name="connsiteX3" fmla="*/ 1011 w 69135"/>
                  <a:gd name="connsiteY3" fmla="*/ 0 h 34429"/>
                  <a:gd name="connsiteX4" fmla="*/ 2022 w 69135"/>
                  <a:gd name="connsiteY4" fmla="*/ 1011 h 34429"/>
                  <a:gd name="connsiteX5" fmla="*/ 2022 w 69135"/>
                  <a:gd name="connsiteY5" fmla="*/ 23711 h 34429"/>
                  <a:gd name="connsiteX6" fmla="*/ 34567 w 69135"/>
                  <a:gd name="connsiteY6" fmla="*/ 32408 h 34429"/>
                  <a:gd name="connsiteX7" fmla="*/ 67114 w 69135"/>
                  <a:gd name="connsiteY7" fmla="*/ 23711 h 34429"/>
                  <a:gd name="connsiteX8" fmla="*/ 67114 w 69135"/>
                  <a:gd name="connsiteY8" fmla="*/ 1011 h 34429"/>
                  <a:gd name="connsiteX9" fmla="*/ 68125 w 69135"/>
                  <a:gd name="connsiteY9" fmla="*/ 0 h 34429"/>
                  <a:gd name="connsiteX10" fmla="*/ 69136 w 69135"/>
                  <a:gd name="connsiteY10" fmla="*/ 1011 h 34429"/>
                  <a:gd name="connsiteX11" fmla="*/ 69136 w 69135"/>
                  <a:gd name="connsiteY11" fmla="*/ 23711 h 34429"/>
                  <a:gd name="connsiteX12" fmla="*/ 34567 w 69135"/>
                  <a:gd name="connsiteY12" fmla="*/ 34430 h 34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429">
                    <a:moveTo>
                      <a:pt x="34567" y="34430"/>
                    </a:moveTo>
                    <a:cubicBezTo>
                      <a:pt x="17809" y="34430"/>
                      <a:pt x="0" y="30673"/>
                      <a:pt x="0" y="23711"/>
                    </a:cubicBezTo>
                    <a:lnTo>
                      <a:pt x="0" y="1011"/>
                    </a:lnTo>
                    <a:cubicBezTo>
                      <a:pt x="0" y="453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711"/>
                    </a:lnTo>
                    <a:cubicBezTo>
                      <a:pt x="2022" y="27824"/>
                      <a:pt x="15389" y="32408"/>
                      <a:pt x="34567" y="32408"/>
                    </a:cubicBezTo>
                    <a:cubicBezTo>
                      <a:pt x="53747" y="32408"/>
                      <a:pt x="67114" y="27824"/>
                      <a:pt x="67114" y="2371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711"/>
                    </a:lnTo>
                    <a:cubicBezTo>
                      <a:pt x="69136" y="30673"/>
                      <a:pt x="51324" y="34430"/>
                      <a:pt x="34567" y="3443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B1594780-04E4-7113-2ED8-086CD3FA37BD}"/>
                  </a:ext>
                </a:extLst>
              </p:cNvPr>
              <p:cNvSpPr/>
              <p:nvPr/>
            </p:nvSpPr>
            <p:spPr>
              <a:xfrm>
                <a:off x="-768941" y="4083240"/>
                <a:ext cx="69135" cy="34390"/>
              </a:xfrm>
              <a:custGeom>
                <a:avLst/>
                <a:gdLst>
                  <a:gd name="connsiteX0" fmla="*/ 34567 w 69135"/>
                  <a:gd name="connsiteY0" fmla="*/ 34390 h 34390"/>
                  <a:gd name="connsiteX1" fmla="*/ 0 w 69135"/>
                  <a:gd name="connsiteY1" fmla="*/ 23671 h 34390"/>
                  <a:gd name="connsiteX2" fmla="*/ 0 w 69135"/>
                  <a:gd name="connsiteY2" fmla="*/ 1011 h 34390"/>
                  <a:gd name="connsiteX3" fmla="*/ 1011 w 69135"/>
                  <a:gd name="connsiteY3" fmla="*/ 0 h 34390"/>
                  <a:gd name="connsiteX4" fmla="*/ 2022 w 69135"/>
                  <a:gd name="connsiteY4" fmla="*/ 1011 h 34390"/>
                  <a:gd name="connsiteX5" fmla="*/ 2022 w 69135"/>
                  <a:gd name="connsiteY5" fmla="*/ 23670 h 34390"/>
                  <a:gd name="connsiteX6" fmla="*/ 34567 w 69135"/>
                  <a:gd name="connsiteY6" fmla="*/ 32368 h 34390"/>
                  <a:gd name="connsiteX7" fmla="*/ 67114 w 69135"/>
                  <a:gd name="connsiteY7" fmla="*/ 23671 h 34390"/>
                  <a:gd name="connsiteX8" fmla="*/ 67114 w 69135"/>
                  <a:gd name="connsiteY8" fmla="*/ 1011 h 34390"/>
                  <a:gd name="connsiteX9" fmla="*/ 68125 w 69135"/>
                  <a:gd name="connsiteY9" fmla="*/ 0 h 34390"/>
                  <a:gd name="connsiteX10" fmla="*/ 69136 w 69135"/>
                  <a:gd name="connsiteY10" fmla="*/ 1011 h 34390"/>
                  <a:gd name="connsiteX11" fmla="*/ 69136 w 69135"/>
                  <a:gd name="connsiteY11" fmla="*/ 23671 h 34390"/>
                  <a:gd name="connsiteX12" fmla="*/ 34567 w 69135"/>
                  <a:gd name="connsiteY12" fmla="*/ 34390 h 3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0">
                    <a:moveTo>
                      <a:pt x="34567" y="34390"/>
                    </a:moveTo>
                    <a:cubicBezTo>
                      <a:pt x="17809" y="34390"/>
                      <a:pt x="0" y="30633"/>
                      <a:pt x="0" y="23671"/>
                    </a:cubicBezTo>
                    <a:lnTo>
                      <a:pt x="0" y="1011"/>
                    </a:lnTo>
                    <a:cubicBezTo>
                      <a:pt x="0" y="453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0"/>
                    </a:lnTo>
                    <a:cubicBezTo>
                      <a:pt x="2022" y="27784"/>
                      <a:pt x="15389" y="32368"/>
                      <a:pt x="34567" y="32368"/>
                    </a:cubicBezTo>
                    <a:cubicBezTo>
                      <a:pt x="53747" y="32368"/>
                      <a:pt x="67114" y="27785"/>
                      <a:pt x="67114" y="2367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3"/>
                      <a:pt x="51324" y="34390"/>
                      <a:pt x="34567" y="3439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EB38FAAE-9426-3536-975B-41F46F7A3093}"/>
                  </a:ext>
                </a:extLst>
              </p:cNvPr>
              <p:cNvSpPr/>
              <p:nvPr/>
            </p:nvSpPr>
            <p:spPr>
              <a:xfrm>
                <a:off x="-768941" y="4105900"/>
                <a:ext cx="69135" cy="34390"/>
              </a:xfrm>
              <a:custGeom>
                <a:avLst/>
                <a:gdLst>
                  <a:gd name="connsiteX0" fmla="*/ 34567 w 69135"/>
                  <a:gd name="connsiteY0" fmla="*/ 34390 h 34390"/>
                  <a:gd name="connsiteX1" fmla="*/ 0 w 69135"/>
                  <a:gd name="connsiteY1" fmla="*/ 23671 h 34390"/>
                  <a:gd name="connsiteX2" fmla="*/ 0 w 69135"/>
                  <a:gd name="connsiteY2" fmla="*/ 1011 h 34390"/>
                  <a:gd name="connsiteX3" fmla="*/ 1011 w 69135"/>
                  <a:gd name="connsiteY3" fmla="*/ 0 h 34390"/>
                  <a:gd name="connsiteX4" fmla="*/ 2022 w 69135"/>
                  <a:gd name="connsiteY4" fmla="*/ 1011 h 34390"/>
                  <a:gd name="connsiteX5" fmla="*/ 2022 w 69135"/>
                  <a:gd name="connsiteY5" fmla="*/ 23670 h 34390"/>
                  <a:gd name="connsiteX6" fmla="*/ 34567 w 69135"/>
                  <a:gd name="connsiteY6" fmla="*/ 32368 h 34390"/>
                  <a:gd name="connsiteX7" fmla="*/ 67114 w 69135"/>
                  <a:gd name="connsiteY7" fmla="*/ 23671 h 34390"/>
                  <a:gd name="connsiteX8" fmla="*/ 67114 w 69135"/>
                  <a:gd name="connsiteY8" fmla="*/ 1011 h 34390"/>
                  <a:gd name="connsiteX9" fmla="*/ 68125 w 69135"/>
                  <a:gd name="connsiteY9" fmla="*/ 0 h 34390"/>
                  <a:gd name="connsiteX10" fmla="*/ 69136 w 69135"/>
                  <a:gd name="connsiteY10" fmla="*/ 1011 h 34390"/>
                  <a:gd name="connsiteX11" fmla="*/ 69136 w 69135"/>
                  <a:gd name="connsiteY11" fmla="*/ 23671 h 34390"/>
                  <a:gd name="connsiteX12" fmla="*/ 34567 w 69135"/>
                  <a:gd name="connsiteY12" fmla="*/ 34390 h 3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0">
                    <a:moveTo>
                      <a:pt x="34567" y="34390"/>
                    </a:moveTo>
                    <a:cubicBezTo>
                      <a:pt x="17809" y="34390"/>
                      <a:pt x="0" y="30633"/>
                      <a:pt x="0" y="23671"/>
                    </a:cubicBezTo>
                    <a:lnTo>
                      <a:pt x="0" y="1011"/>
                    </a:lnTo>
                    <a:cubicBezTo>
                      <a:pt x="0" y="452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0"/>
                    </a:lnTo>
                    <a:cubicBezTo>
                      <a:pt x="2022" y="27784"/>
                      <a:pt x="15389" y="32368"/>
                      <a:pt x="34567" y="32368"/>
                    </a:cubicBezTo>
                    <a:cubicBezTo>
                      <a:pt x="53747" y="32368"/>
                      <a:pt x="67114" y="27785"/>
                      <a:pt x="67114" y="2367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3"/>
                      <a:pt x="51324" y="34390"/>
                      <a:pt x="34567" y="3439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C15D91F2-199D-4611-A36C-D91546D12F44}"/>
                  </a:ext>
                </a:extLst>
              </p:cNvPr>
              <p:cNvSpPr/>
              <p:nvPr/>
            </p:nvSpPr>
            <p:spPr>
              <a:xfrm>
                <a:off x="-768941" y="4128560"/>
                <a:ext cx="69135" cy="34391"/>
              </a:xfrm>
              <a:custGeom>
                <a:avLst/>
                <a:gdLst>
                  <a:gd name="connsiteX0" fmla="*/ 34567 w 69135"/>
                  <a:gd name="connsiteY0" fmla="*/ 34391 h 34391"/>
                  <a:gd name="connsiteX1" fmla="*/ 0 w 69135"/>
                  <a:gd name="connsiteY1" fmla="*/ 23671 h 34391"/>
                  <a:gd name="connsiteX2" fmla="*/ 0 w 69135"/>
                  <a:gd name="connsiteY2" fmla="*/ 1011 h 34391"/>
                  <a:gd name="connsiteX3" fmla="*/ 1011 w 69135"/>
                  <a:gd name="connsiteY3" fmla="*/ 0 h 34391"/>
                  <a:gd name="connsiteX4" fmla="*/ 2022 w 69135"/>
                  <a:gd name="connsiteY4" fmla="*/ 1011 h 34391"/>
                  <a:gd name="connsiteX5" fmla="*/ 2022 w 69135"/>
                  <a:gd name="connsiteY5" fmla="*/ 23671 h 34391"/>
                  <a:gd name="connsiteX6" fmla="*/ 34567 w 69135"/>
                  <a:gd name="connsiteY6" fmla="*/ 32369 h 34391"/>
                  <a:gd name="connsiteX7" fmla="*/ 67114 w 69135"/>
                  <a:gd name="connsiteY7" fmla="*/ 23671 h 34391"/>
                  <a:gd name="connsiteX8" fmla="*/ 67114 w 69135"/>
                  <a:gd name="connsiteY8" fmla="*/ 1011 h 34391"/>
                  <a:gd name="connsiteX9" fmla="*/ 68125 w 69135"/>
                  <a:gd name="connsiteY9" fmla="*/ 0 h 34391"/>
                  <a:gd name="connsiteX10" fmla="*/ 69136 w 69135"/>
                  <a:gd name="connsiteY10" fmla="*/ 1011 h 34391"/>
                  <a:gd name="connsiteX11" fmla="*/ 69136 w 69135"/>
                  <a:gd name="connsiteY11" fmla="*/ 23671 h 34391"/>
                  <a:gd name="connsiteX12" fmla="*/ 34567 w 69135"/>
                  <a:gd name="connsiteY12" fmla="*/ 34391 h 34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1">
                    <a:moveTo>
                      <a:pt x="34567" y="34391"/>
                    </a:moveTo>
                    <a:cubicBezTo>
                      <a:pt x="17809" y="34391"/>
                      <a:pt x="0" y="30634"/>
                      <a:pt x="0" y="23671"/>
                    </a:cubicBezTo>
                    <a:lnTo>
                      <a:pt x="0" y="1011"/>
                    </a:lnTo>
                    <a:cubicBezTo>
                      <a:pt x="0" y="452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1"/>
                    </a:lnTo>
                    <a:cubicBezTo>
                      <a:pt x="2022" y="27785"/>
                      <a:pt x="15389" y="32369"/>
                      <a:pt x="34567" y="32369"/>
                    </a:cubicBezTo>
                    <a:cubicBezTo>
                      <a:pt x="53747" y="32369"/>
                      <a:pt x="67114" y="27786"/>
                      <a:pt x="67114" y="23671"/>
                    </a:cubicBezTo>
                    <a:lnTo>
                      <a:pt x="67114" y="1011"/>
                    </a:lnTo>
                    <a:cubicBezTo>
                      <a:pt x="67114" y="452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4"/>
                      <a:pt x="51324" y="34391"/>
                      <a:pt x="34567" y="34391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35" name="TextBox 334">
            <a:extLst>
              <a:ext uri="{FF2B5EF4-FFF2-40B4-BE49-F238E27FC236}">
                <a16:creationId xmlns:a16="http://schemas.microsoft.com/office/drawing/2014/main" id="{1B93594B-49B7-6380-68D5-3F5C4874B9B5}"/>
              </a:ext>
            </a:extLst>
          </p:cNvPr>
          <p:cNvSpPr txBox="1"/>
          <p:nvPr/>
        </p:nvSpPr>
        <p:spPr>
          <a:xfrm>
            <a:off x="3654466" y="5993363"/>
            <a:ext cx="132802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3-Node HSX Appliance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150TB Usable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35" name="Group 434">
            <a:extLst>
              <a:ext uri="{FF2B5EF4-FFF2-40B4-BE49-F238E27FC236}">
                <a16:creationId xmlns:a16="http://schemas.microsoft.com/office/drawing/2014/main" id="{5E71460B-825F-917B-E608-E26AC206F589}"/>
              </a:ext>
            </a:extLst>
          </p:cNvPr>
          <p:cNvGrpSpPr/>
          <p:nvPr/>
        </p:nvGrpSpPr>
        <p:grpSpPr>
          <a:xfrm>
            <a:off x="3150407" y="3448158"/>
            <a:ext cx="1708464" cy="803161"/>
            <a:chOff x="1907341" y="2973966"/>
            <a:chExt cx="1708464" cy="803161"/>
          </a:xfrm>
        </p:grpSpPr>
        <p:pic>
          <p:nvPicPr>
            <p:cNvPr id="9" name="Graphic 8" descr="Lock outline">
              <a:extLst>
                <a:ext uri="{FF2B5EF4-FFF2-40B4-BE49-F238E27FC236}">
                  <a16:creationId xmlns:a16="http://schemas.microsoft.com/office/drawing/2014/main" id="{F549E255-EAC3-C845-F1BC-172B4152A76D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907341" y="3200554"/>
              <a:ext cx="243822" cy="24382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BB99A11-8D46-4FDB-1C1F-EE3B8AAAF9C4}"/>
                </a:ext>
              </a:extLst>
            </p:cNvPr>
            <p:cNvSpPr txBox="1"/>
            <p:nvPr/>
          </p:nvSpPr>
          <p:spPr>
            <a:xfrm>
              <a:off x="2153194" y="3561683"/>
              <a:ext cx="146261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Command Center (Standby)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6BC495C5-25B5-7F74-C06E-EAA2AA71E5A7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021153" y="3040029"/>
              <a:ext cx="571500" cy="571500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4311780D-923A-21BA-067D-939A079FDADB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2493263" y="2973966"/>
              <a:ext cx="772642" cy="521654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</p:pic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EFAD1101-C161-D281-2A02-5739EBB1ADB4}"/>
                </a:ext>
              </a:extLst>
            </p:cNvPr>
            <p:cNvSpPr/>
            <p:nvPr/>
          </p:nvSpPr>
          <p:spPr>
            <a:xfrm>
              <a:off x="2248575" y="3339829"/>
              <a:ext cx="182880" cy="182880"/>
            </a:xfrm>
            <a:prstGeom prst="ellipse">
              <a:avLst/>
            </a:prstGeom>
            <a:solidFill>
              <a:srgbClr val="7030A0"/>
            </a:solidFill>
            <a:ln w="12700" cap="flat" cmpd="sng" algn="ctr">
              <a:solidFill>
                <a:srgbClr val="83489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CS</a:t>
              </a:r>
            </a:p>
          </p:txBody>
        </p:sp>
      </p:grpSp>
      <p:sp>
        <p:nvSpPr>
          <p:cNvPr id="454" name="TextBox 453">
            <a:extLst>
              <a:ext uri="{FF2B5EF4-FFF2-40B4-BE49-F238E27FC236}">
                <a16:creationId xmlns:a16="http://schemas.microsoft.com/office/drawing/2014/main" id="{410CD70F-0D42-F858-150B-C483FEB72CBC}"/>
              </a:ext>
            </a:extLst>
          </p:cNvPr>
          <p:cNvSpPr txBox="1"/>
          <p:nvPr/>
        </p:nvSpPr>
        <p:spPr>
          <a:xfrm>
            <a:off x="448724" y="299694"/>
            <a:ext cx="7691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Future State – 2 Site with AGP &amp; Cleanroom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EBB1FA-8AE9-A9D3-11CC-4368F4F619E2}"/>
              </a:ext>
            </a:extLst>
          </p:cNvPr>
          <p:cNvSpPr txBox="1"/>
          <p:nvPr/>
        </p:nvSpPr>
        <p:spPr>
          <a:xfrm>
            <a:off x="2923104" y="3030191"/>
            <a:ext cx="21365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 VMs | 10TB Physical Servers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F16EA0-9305-8311-C0C7-6CDCDF6E75B1}"/>
              </a:ext>
            </a:extLst>
          </p:cNvPr>
          <p:cNvGraphicFramePr>
            <a:graphicFrameLocks noGrp="1"/>
          </p:cNvGraphicFramePr>
          <p:nvPr/>
        </p:nvGraphicFramePr>
        <p:xfrm>
          <a:off x="3760696" y="4762093"/>
          <a:ext cx="1232415" cy="1216401"/>
        </p:xfrm>
        <a:graphic>
          <a:graphicData uri="http://schemas.openxmlformats.org/drawingml/2006/table">
            <a:tbl>
              <a:tblPr/>
              <a:tblGrid>
                <a:gridCol w="182305">
                  <a:extLst>
                    <a:ext uri="{9D8B030D-6E8A-4147-A177-3AD203B41FA5}">
                      <a16:colId xmlns:a16="http://schemas.microsoft.com/office/drawing/2014/main" val="1943617465"/>
                    </a:ext>
                  </a:extLst>
                </a:gridCol>
                <a:gridCol w="1050110">
                  <a:extLst>
                    <a:ext uri="{9D8B030D-6E8A-4147-A177-3AD203B41FA5}">
                      <a16:colId xmlns:a16="http://schemas.microsoft.com/office/drawing/2014/main" val="1610732085"/>
                    </a:ext>
                  </a:extLst>
                </a:gridCol>
              </a:tblGrid>
              <a:tr h="984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HSX - 01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375994"/>
                  </a:ext>
                </a:extLst>
              </a:tr>
              <a:tr h="133055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4754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chemeClr val="accent3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321552"/>
                  </a:ext>
                </a:extLst>
              </a:tr>
              <a:tr h="984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HSX - 02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426515"/>
                  </a:ext>
                </a:extLst>
              </a:tr>
              <a:tr h="984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marL="0" marR="0" lvl="0" indent="0" algn="ctr" defTabSz="4754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chemeClr val="accent3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989832"/>
                  </a:ext>
                </a:extLst>
              </a:tr>
              <a:tr h="984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HSX - 03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915622"/>
                  </a:ext>
                </a:extLst>
              </a:tr>
              <a:tr h="984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4754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chemeClr val="accent3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544070"/>
                  </a:ext>
                </a:extLst>
              </a:tr>
              <a:tr h="984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Future expansion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456767"/>
                  </a:ext>
                </a:extLst>
              </a:tr>
              <a:tr h="984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754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rgbClr val="FFFFFF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653806"/>
                  </a:ext>
                </a:extLst>
              </a:tr>
              <a:tr h="984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Future expansion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811976"/>
                  </a:ext>
                </a:extLst>
              </a:tr>
              <a:tr h="984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rgbClr val="FFFFFF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014965"/>
                  </a:ext>
                </a:extLst>
              </a:tr>
              <a:tr h="984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Future expansion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293231"/>
                  </a:ext>
                </a:extLst>
              </a:tr>
              <a:tr h="984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rgbClr val="FFFFFF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096555"/>
                  </a:ext>
                </a:extLst>
              </a:tr>
            </a:tbl>
          </a:graphicData>
        </a:graphic>
      </p:graphicFrame>
      <p:grpSp>
        <p:nvGrpSpPr>
          <p:cNvPr id="18" name="Graphic 9">
            <a:extLst>
              <a:ext uri="{FF2B5EF4-FFF2-40B4-BE49-F238E27FC236}">
                <a16:creationId xmlns:a16="http://schemas.microsoft.com/office/drawing/2014/main" id="{2F2E3079-0B0D-E07D-0761-EF57FAF62480}"/>
              </a:ext>
            </a:extLst>
          </p:cNvPr>
          <p:cNvGrpSpPr/>
          <p:nvPr/>
        </p:nvGrpSpPr>
        <p:grpSpPr>
          <a:xfrm>
            <a:off x="9273832" y="4608407"/>
            <a:ext cx="1190477" cy="681883"/>
            <a:chOff x="9733629" y="3230548"/>
            <a:chExt cx="1556822" cy="874085"/>
          </a:xfrm>
          <a:solidFill>
            <a:schemeClr val="accent1"/>
          </a:solidFill>
        </p:grpSpPr>
        <p:sp>
          <p:nvSpPr>
            <p:cNvPr id="27" name="Freeform: Shape 146">
              <a:extLst>
                <a:ext uri="{FF2B5EF4-FFF2-40B4-BE49-F238E27FC236}">
                  <a16:creationId xmlns:a16="http://schemas.microsoft.com/office/drawing/2014/main" id="{08C1BA74-16C2-587F-B889-92219E89F4E6}"/>
                </a:ext>
              </a:extLst>
            </p:cNvPr>
            <p:cNvSpPr/>
            <p:nvPr/>
          </p:nvSpPr>
          <p:spPr>
            <a:xfrm>
              <a:off x="9756124" y="3258410"/>
              <a:ext cx="1505064" cy="831227"/>
            </a:xfrm>
            <a:custGeom>
              <a:avLst/>
              <a:gdLst>
                <a:gd name="connsiteX0" fmla="*/ 1503398 w 1505064"/>
                <a:gd name="connsiteY0" fmla="*/ 580037 h 831227"/>
                <a:gd name="connsiteX1" fmla="*/ 1469656 w 1505064"/>
                <a:gd name="connsiteY1" fmla="*/ 490058 h 831227"/>
                <a:gd name="connsiteX2" fmla="*/ 1402172 w 1505064"/>
                <a:gd name="connsiteY2" fmla="*/ 422573 h 831227"/>
                <a:gd name="connsiteX3" fmla="*/ 1312193 w 1505064"/>
                <a:gd name="connsiteY3" fmla="*/ 388831 h 831227"/>
                <a:gd name="connsiteX4" fmla="*/ 1218465 w 1505064"/>
                <a:gd name="connsiteY4" fmla="*/ 396329 h 831227"/>
                <a:gd name="connsiteX5" fmla="*/ 742326 w 1505064"/>
                <a:gd name="connsiteY5" fmla="*/ 205124 h 831227"/>
                <a:gd name="connsiteX6" fmla="*/ 592361 w 1505064"/>
                <a:gd name="connsiteY6" fmla="*/ 32665 h 831227"/>
                <a:gd name="connsiteX7" fmla="*/ 363665 w 1505064"/>
                <a:gd name="connsiteY7" fmla="*/ 13919 h 831227"/>
                <a:gd name="connsiteX8" fmla="*/ 352417 w 1505064"/>
                <a:gd name="connsiteY8" fmla="*/ 17668 h 831227"/>
                <a:gd name="connsiteX9" fmla="*/ 333672 w 1505064"/>
                <a:gd name="connsiteY9" fmla="*/ 25166 h 831227"/>
                <a:gd name="connsiteX10" fmla="*/ 194954 w 1505064"/>
                <a:gd name="connsiteY10" fmla="*/ 160135 h 831227"/>
                <a:gd name="connsiteX11" fmla="*/ 176209 w 1505064"/>
                <a:gd name="connsiteY11" fmla="*/ 381333 h 831227"/>
                <a:gd name="connsiteX12" fmla="*/ 176209 w 1505064"/>
                <a:gd name="connsiteY12" fmla="*/ 385082 h 831227"/>
                <a:gd name="connsiteX13" fmla="*/ 41240 w 1505064"/>
                <a:gd name="connsiteY13" fmla="*/ 467563 h 831227"/>
                <a:gd name="connsiteX14" fmla="*/ 7498 w 1505064"/>
                <a:gd name="connsiteY14" fmla="*/ 531298 h 831227"/>
                <a:gd name="connsiteX15" fmla="*/ 3749 w 1505064"/>
                <a:gd name="connsiteY15" fmla="*/ 546294 h 831227"/>
                <a:gd name="connsiteX16" fmla="*/ 3749 w 1505064"/>
                <a:gd name="connsiteY16" fmla="*/ 553793 h 831227"/>
                <a:gd name="connsiteX17" fmla="*/ 0 w 1505064"/>
                <a:gd name="connsiteY17" fmla="*/ 565040 h 831227"/>
                <a:gd name="connsiteX18" fmla="*/ 0 w 1505064"/>
                <a:gd name="connsiteY18" fmla="*/ 580037 h 831227"/>
                <a:gd name="connsiteX19" fmla="*/ 0 w 1505064"/>
                <a:gd name="connsiteY19" fmla="*/ 621277 h 831227"/>
                <a:gd name="connsiteX20" fmla="*/ 7498 w 1505064"/>
                <a:gd name="connsiteY20" fmla="*/ 658768 h 831227"/>
                <a:gd name="connsiteX21" fmla="*/ 29993 w 1505064"/>
                <a:gd name="connsiteY21" fmla="*/ 711256 h 831227"/>
                <a:gd name="connsiteX22" fmla="*/ 41240 w 1505064"/>
                <a:gd name="connsiteY22" fmla="*/ 730001 h 831227"/>
                <a:gd name="connsiteX23" fmla="*/ 71233 w 1505064"/>
                <a:gd name="connsiteY23" fmla="*/ 763743 h 831227"/>
                <a:gd name="connsiteX24" fmla="*/ 221198 w 1505064"/>
                <a:gd name="connsiteY24" fmla="*/ 823729 h 831227"/>
                <a:gd name="connsiteX25" fmla="*/ 221198 w 1505064"/>
                <a:gd name="connsiteY25" fmla="*/ 831228 h 831227"/>
                <a:gd name="connsiteX26" fmla="*/ 1289698 w 1505064"/>
                <a:gd name="connsiteY26" fmla="*/ 831228 h 831227"/>
                <a:gd name="connsiteX27" fmla="*/ 1383426 w 1505064"/>
                <a:gd name="connsiteY27" fmla="*/ 812482 h 831227"/>
                <a:gd name="connsiteX28" fmla="*/ 1458408 w 1505064"/>
                <a:gd name="connsiteY28" fmla="*/ 756245 h 831227"/>
                <a:gd name="connsiteX29" fmla="*/ 1503398 w 1505064"/>
                <a:gd name="connsiteY29" fmla="*/ 673765 h 831227"/>
                <a:gd name="connsiteX30" fmla="*/ 1503398 w 1505064"/>
                <a:gd name="connsiteY30" fmla="*/ 580037 h 831227"/>
                <a:gd name="connsiteX31" fmla="*/ 1473405 w 1505064"/>
                <a:gd name="connsiteY31" fmla="*/ 658768 h 831227"/>
                <a:gd name="connsiteX32" fmla="*/ 1432165 w 1505064"/>
                <a:gd name="connsiteY32" fmla="*/ 733750 h 831227"/>
                <a:gd name="connsiteX33" fmla="*/ 1364680 w 1505064"/>
                <a:gd name="connsiteY33" fmla="*/ 782489 h 831227"/>
                <a:gd name="connsiteX34" fmla="*/ 1282200 w 1505064"/>
                <a:gd name="connsiteY34" fmla="*/ 801235 h 831227"/>
                <a:gd name="connsiteX35" fmla="*/ 213700 w 1505064"/>
                <a:gd name="connsiteY35" fmla="*/ 801235 h 831227"/>
                <a:gd name="connsiteX36" fmla="*/ 78732 w 1505064"/>
                <a:gd name="connsiteY36" fmla="*/ 752496 h 831227"/>
                <a:gd name="connsiteX37" fmla="*/ 14996 w 1505064"/>
                <a:gd name="connsiteY37" fmla="*/ 621277 h 831227"/>
                <a:gd name="connsiteX38" fmla="*/ 56237 w 1505064"/>
                <a:gd name="connsiteY38" fmla="*/ 482559 h 831227"/>
                <a:gd name="connsiteX39" fmla="*/ 179958 w 1505064"/>
                <a:gd name="connsiteY39" fmla="*/ 407577 h 831227"/>
                <a:gd name="connsiteX40" fmla="*/ 194954 w 1505064"/>
                <a:gd name="connsiteY40" fmla="*/ 396329 h 831227"/>
                <a:gd name="connsiteX41" fmla="*/ 198703 w 1505064"/>
                <a:gd name="connsiteY41" fmla="*/ 377584 h 831227"/>
                <a:gd name="connsiteX42" fmla="*/ 217449 w 1505064"/>
                <a:gd name="connsiteY42" fmla="*/ 167633 h 831227"/>
                <a:gd name="connsiteX43" fmla="*/ 284933 w 1505064"/>
                <a:gd name="connsiteY43" fmla="*/ 85152 h 831227"/>
                <a:gd name="connsiteX44" fmla="*/ 299930 w 1505064"/>
                <a:gd name="connsiteY44" fmla="*/ 73905 h 831227"/>
                <a:gd name="connsiteX45" fmla="*/ 318675 w 1505064"/>
                <a:gd name="connsiteY45" fmla="*/ 58909 h 831227"/>
                <a:gd name="connsiteX46" fmla="*/ 333672 w 1505064"/>
                <a:gd name="connsiteY46" fmla="*/ 51410 h 831227"/>
                <a:gd name="connsiteX47" fmla="*/ 378661 w 1505064"/>
                <a:gd name="connsiteY47" fmla="*/ 32665 h 831227"/>
                <a:gd name="connsiteX48" fmla="*/ 588612 w 1505064"/>
                <a:gd name="connsiteY48" fmla="*/ 47661 h 831227"/>
                <a:gd name="connsiteX49" fmla="*/ 719831 w 1505064"/>
                <a:gd name="connsiteY49" fmla="*/ 205124 h 831227"/>
                <a:gd name="connsiteX50" fmla="*/ 738577 w 1505064"/>
                <a:gd name="connsiteY50" fmla="*/ 220121 h 831227"/>
                <a:gd name="connsiteX51" fmla="*/ 761072 w 1505064"/>
                <a:gd name="connsiteY51" fmla="*/ 212623 h 831227"/>
                <a:gd name="connsiteX52" fmla="*/ 1046005 w 1505064"/>
                <a:gd name="connsiteY52" fmla="*/ 137640 h 831227"/>
                <a:gd name="connsiteX53" fmla="*/ 1195970 w 1505064"/>
                <a:gd name="connsiteY53" fmla="*/ 385082 h 831227"/>
                <a:gd name="connsiteX54" fmla="*/ 1203468 w 1505064"/>
                <a:gd name="connsiteY54" fmla="*/ 403828 h 831227"/>
                <a:gd name="connsiteX55" fmla="*/ 1225963 w 1505064"/>
                <a:gd name="connsiteY55" fmla="*/ 407577 h 831227"/>
                <a:gd name="connsiteX56" fmla="*/ 1312193 w 1505064"/>
                <a:gd name="connsiteY56" fmla="*/ 403828 h 831227"/>
                <a:gd name="connsiteX57" fmla="*/ 1390924 w 1505064"/>
                <a:gd name="connsiteY57" fmla="*/ 433821 h 831227"/>
                <a:gd name="connsiteX58" fmla="*/ 1450910 w 1505064"/>
                <a:gd name="connsiteY58" fmla="*/ 493807 h 831227"/>
                <a:gd name="connsiteX59" fmla="*/ 1480903 w 1505064"/>
                <a:gd name="connsiteY59" fmla="*/ 572538 h 831227"/>
                <a:gd name="connsiteX60" fmla="*/ 1473405 w 1505064"/>
                <a:gd name="connsiteY60" fmla="*/ 658768 h 831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05064" h="831227">
                  <a:moveTo>
                    <a:pt x="1503398" y="580037"/>
                  </a:moveTo>
                  <a:cubicBezTo>
                    <a:pt x="1495900" y="546294"/>
                    <a:pt x="1488401" y="516301"/>
                    <a:pt x="1469656" y="490058"/>
                  </a:cubicBezTo>
                  <a:cubicBezTo>
                    <a:pt x="1450910" y="463814"/>
                    <a:pt x="1428415" y="441319"/>
                    <a:pt x="1402172" y="422573"/>
                  </a:cubicBezTo>
                  <a:cubicBezTo>
                    <a:pt x="1372179" y="403828"/>
                    <a:pt x="1342186" y="392580"/>
                    <a:pt x="1312193" y="388831"/>
                  </a:cubicBezTo>
                  <a:cubicBezTo>
                    <a:pt x="1282200" y="385082"/>
                    <a:pt x="1248458" y="388831"/>
                    <a:pt x="1218465" y="396329"/>
                  </a:cubicBezTo>
                  <a:cubicBezTo>
                    <a:pt x="1244708" y="133891"/>
                    <a:pt x="907287" y="-4827"/>
                    <a:pt x="742326" y="205124"/>
                  </a:cubicBezTo>
                  <a:cubicBezTo>
                    <a:pt x="716082" y="130142"/>
                    <a:pt x="663595" y="66407"/>
                    <a:pt x="592361" y="32665"/>
                  </a:cubicBezTo>
                  <a:cubicBezTo>
                    <a:pt x="521128" y="-4827"/>
                    <a:pt x="438647" y="-8576"/>
                    <a:pt x="363665" y="13919"/>
                  </a:cubicBezTo>
                  <a:cubicBezTo>
                    <a:pt x="359916" y="13919"/>
                    <a:pt x="356167" y="17668"/>
                    <a:pt x="352417" y="17668"/>
                  </a:cubicBezTo>
                  <a:cubicBezTo>
                    <a:pt x="344919" y="21417"/>
                    <a:pt x="337421" y="21417"/>
                    <a:pt x="333672" y="25166"/>
                  </a:cubicBezTo>
                  <a:cubicBezTo>
                    <a:pt x="273686" y="51410"/>
                    <a:pt x="224947" y="100149"/>
                    <a:pt x="194954" y="160135"/>
                  </a:cubicBezTo>
                  <a:cubicBezTo>
                    <a:pt x="161212" y="227619"/>
                    <a:pt x="153714" y="306351"/>
                    <a:pt x="176209" y="381333"/>
                  </a:cubicBezTo>
                  <a:cubicBezTo>
                    <a:pt x="176209" y="381333"/>
                    <a:pt x="176209" y="381333"/>
                    <a:pt x="176209" y="385082"/>
                  </a:cubicBezTo>
                  <a:cubicBezTo>
                    <a:pt x="123721" y="392580"/>
                    <a:pt x="74982" y="422573"/>
                    <a:pt x="41240" y="467563"/>
                  </a:cubicBezTo>
                  <a:cubicBezTo>
                    <a:pt x="26244" y="486308"/>
                    <a:pt x="14996" y="508803"/>
                    <a:pt x="7498" y="531298"/>
                  </a:cubicBezTo>
                  <a:cubicBezTo>
                    <a:pt x="7498" y="535047"/>
                    <a:pt x="3749" y="542545"/>
                    <a:pt x="3749" y="546294"/>
                  </a:cubicBezTo>
                  <a:cubicBezTo>
                    <a:pt x="3749" y="550043"/>
                    <a:pt x="3749" y="550043"/>
                    <a:pt x="3749" y="553793"/>
                  </a:cubicBezTo>
                  <a:cubicBezTo>
                    <a:pt x="3749" y="557542"/>
                    <a:pt x="3749" y="561291"/>
                    <a:pt x="0" y="565040"/>
                  </a:cubicBezTo>
                  <a:cubicBezTo>
                    <a:pt x="0" y="568789"/>
                    <a:pt x="0" y="572538"/>
                    <a:pt x="0" y="580037"/>
                  </a:cubicBezTo>
                  <a:cubicBezTo>
                    <a:pt x="0" y="595033"/>
                    <a:pt x="0" y="606280"/>
                    <a:pt x="0" y="621277"/>
                  </a:cubicBezTo>
                  <a:cubicBezTo>
                    <a:pt x="3749" y="632524"/>
                    <a:pt x="3749" y="647521"/>
                    <a:pt x="7498" y="658768"/>
                  </a:cubicBezTo>
                  <a:cubicBezTo>
                    <a:pt x="11247" y="677514"/>
                    <a:pt x="18746" y="696259"/>
                    <a:pt x="29993" y="711256"/>
                  </a:cubicBezTo>
                  <a:cubicBezTo>
                    <a:pt x="33742" y="718754"/>
                    <a:pt x="37491" y="726252"/>
                    <a:pt x="41240" y="730001"/>
                  </a:cubicBezTo>
                  <a:cubicBezTo>
                    <a:pt x="48739" y="741249"/>
                    <a:pt x="59986" y="752496"/>
                    <a:pt x="71233" y="763743"/>
                  </a:cubicBezTo>
                  <a:cubicBezTo>
                    <a:pt x="112474" y="801235"/>
                    <a:pt x="164961" y="823729"/>
                    <a:pt x="221198" y="823729"/>
                  </a:cubicBezTo>
                  <a:lnTo>
                    <a:pt x="221198" y="831228"/>
                  </a:lnTo>
                  <a:lnTo>
                    <a:pt x="1289698" y="831228"/>
                  </a:lnTo>
                  <a:cubicBezTo>
                    <a:pt x="1323440" y="831228"/>
                    <a:pt x="1353433" y="823729"/>
                    <a:pt x="1383426" y="812482"/>
                  </a:cubicBezTo>
                  <a:cubicBezTo>
                    <a:pt x="1409670" y="797486"/>
                    <a:pt x="1435914" y="778740"/>
                    <a:pt x="1458408" y="756245"/>
                  </a:cubicBezTo>
                  <a:cubicBezTo>
                    <a:pt x="1477154" y="733750"/>
                    <a:pt x="1495900" y="703757"/>
                    <a:pt x="1503398" y="673765"/>
                  </a:cubicBezTo>
                  <a:cubicBezTo>
                    <a:pt x="1503398" y="643771"/>
                    <a:pt x="1507147" y="610029"/>
                    <a:pt x="1503398" y="580037"/>
                  </a:cubicBezTo>
                  <a:close/>
                  <a:moveTo>
                    <a:pt x="1473405" y="658768"/>
                  </a:moveTo>
                  <a:cubicBezTo>
                    <a:pt x="1465907" y="688761"/>
                    <a:pt x="1450910" y="711256"/>
                    <a:pt x="1432165" y="733750"/>
                  </a:cubicBezTo>
                  <a:cubicBezTo>
                    <a:pt x="1413419" y="752496"/>
                    <a:pt x="1390924" y="771242"/>
                    <a:pt x="1364680" y="782489"/>
                  </a:cubicBezTo>
                  <a:cubicBezTo>
                    <a:pt x="1338436" y="793736"/>
                    <a:pt x="1312193" y="801235"/>
                    <a:pt x="1282200" y="801235"/>
                  </a:cubicBezTo>
                  <a:lnTo>
                    <a:pt x="213700" y="801235"/>
                  </a:lnTo>
                  <a:cubicBezTo>
                    <a:pt x="164961" y="801235"/>
                    <a:pt x="116223" y="782489"/>
                    <a:pt x="78732" y="752496"/>
                  </a:cubicBezTo>
                  <a:cubicBezTo>
                    <a:pt x="41240" y="715005"/>
                    <a:pt x="18746" y="670015"/>
                    <a:pt x="14996" y="621277"/>
                  </a:cubicBezTo>
                  <a:cubicBezTo>
                    <a:pt x="11247" y="572538"/>
                    <a:pt x="26244" y="523800"/>
                    <a:pt x="56237" y="482559"/>
                  </a:cubicBezTo>
                  <a:cubicBezTo>
                    <a:pt x="86230" y="445068"/>
                    <a:pt x="131219" y="415075"/>
                    <a:pt x="179958" y="407577"/>
                  </a:cubicBezTo>
                  <a:cubicBezTo>
                    <a:pt x="187456" y="403828"/>
                    <a:pt x="191205" y="400079"/>
                    <a:pt x="194954" y="396329"/>
                  </a:cubicBezTo>
                  <a:cubicBezTo>
                    <a:pt x="198703" y="388831"/>
                    <a:pt x="202453" y="385082"/>
                    <a:pt x="198703" y="377584"/>
                  </a:cubicBezTo>
                  <a:cubicBezTo>
                    <a:pt x="176209" y="306351"/>
                    <a:pt x="183707" y="231368"/>
                    <a:pt x="217449" y="167633"/>
                  </a:cubicBezTo>
                  <a:cubicBezTo>
                    <a:pt x="236195" y="133891"/>
                    <a:pt x="258689" y="107647"/>
                    <a:pt x="284933" y="85152"/>
                  </a:cubicBezTo>
                  <a:cubicBezTo>
                    <a:pt x="288682" y="81403"/>
                    <a:pt x="296181" y="77654"/>
                    <a:pt x="299930" y="73905"/>
                  </a:cubicBezTo>
                  <a:cubicBezTo>
                    <a:pt x="307428" y="70156"/>
                    <a:pt x="311177" y="66407"/>
                    <a:pt x="318675" y="58909"/>
                  </a:cubicBezTo>
                  <a:cubicBezTo>
                    <a:pt x="322424" y="55159"/>
                    <a:pt x="329923" y="51410"/>
                    <a:pt x="333672" y="51410"/>
                  </a:cubicBezTo>
                  <a:cubicBezTo>
                    <a:pt x="348668" y="43912"/>
                    <a:pt x="363665" y="36414"/>
                    <a:pt x="378661" y="32665"/>
                  </a:cubicBezTo>
                  <a:cubicBezTo>
                    <a:pt x="449895" y="10170"/>
                    <a:pt x="521128" y="13919"/>
                    <a:pt x="588612" y="47661"/>
                  </a:cubicBezTo>
                  <a:cubicBezTo>
                    <a:pt x="652347" y="77654"/>
                    <a:pt x="701086" y="133891"/>
                    <a:pt x="719831" y="205124"/>
                  </a:cubicBezTo>
                  <a:cubicBezTo>
                    <a:pt x="723580" y="212623"/>
                    <a:pt x="731079" y="220121"/>
                    <a:pt x="738577" y="220121"/>
                  </a:cubicBezTo>
                  <a:cubicBezTo>
                    <a:pt x="746075" y="223870"/>
                    <a:pt x="757323" y="220121"/>
                    <a:pt x="761072" y="212623"/>
                  </a:cubicBezTo>
                  <a:cubicBezTo>
                    <a:pt x="843552" y="107647"/>
                    <a:pt x="967273" y="103898"/>
                    <a:pt x="1046005" y="137640"/>
                  </a:cubicBezTo>
                  <a:cubicBezTo>
                    <a:pt x="1124737" y="167633"/>
                    <a:pt x="1210966" y="253863"/>
                    <a:pt x="1195970" y="385082"/>
                  </a:cubicBezTo>
                  <a:cubicBezTo>
                    <a:pt x="1195970" y="392580"/>
                    <a:pt x="1195970" y="400079"/>
                    <a:pt x="1203468" y="403828"/>
                  </a:cubicBezTo>
                  <a:cubicBezTo>
                    <a:pt x="1210966" y="407577"/>
                    <a:pt x="1218465" y="411326"/>
                    <a:pt x="1225963" y="407577"/>
                  </a:cubicBezTo>
                  <a:cubicBezTo>
                    <a:pt x="1255956" y="400079"/>
                    <a:pt x="1282200" y="400079"/>
                    <a:pt x="1312193" y="403828"/>
                  </a:cubicBezTo>
                  <a:cubicBezTo>
                    <a:pt x="1338436" y="407577"/>
                    <a:pt x="1368429" y="418824"/>
                    <a:pt x="1390924" y="433821"/>
                  </a:cubicBezTo>
                  <a:cubicBezTo>
                    <a:pt x="1417168" y="448817"/>
                    <a:pt x="1435914" y="467563"/>
                    <a:pt x="1450910" y="493807"/>
                  </a:cubicBezTo>
                  <a:cubicBezTo>
                    <a:pt x="1465907" y="516301"/>
                    <a:pt x="1477154" y="542545"/>
                    <a:pt x="1480903" y="572538"/>
                  </a:cubicBezTo>
                  <a:cubicBezTo>
                    <a:pt x="1484652" y="602531"/>
                    <a:pt x="1480903" y="628775"/>
                    <a:pt x="1473405" y="658768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8" name="Freeform: Shape 147">
              <a:extLst>
                <a:ext uri="{FF2B5EF4-FFF2-40B4-BE49-F238E27FC236}">
                  <a16:creationId xmlns:a16="http://schemas.microsoft.com/office/drawing/2014/main" id="{B8737D7B-A950-56E5-E99B-70E3E0528220}"/>
                </a:ext>
              </a:extLst>
            </p:cNvPr>
            <p:cNvSpPr/>
            <p:nvPr/>
          </p:nvSpPr>
          <p:spPr>
            <a:xfrm>
              <a:off x="9733629" y="3230548"/>
              <a:ext cx="1556822" cy="874085"/>
            </a:xfrm>
            <a:custGeom>
              <a:avLst/>
              <a:gdLst>
                <a:gd name="connsiteX0" fmla="*/ 1552136 w 1556822"/>
                <a:gd name="connsiteY0" fmla="*/ 600400 h 874085"/>
                <a:gd name="connsiteX1" fmla="*/ 1514645 w 1556822"/>
                <a:gd name="connsiteY1" fmla="*/ 502923 h 874085"/>
                <a:gd name="connsiteX2" fmla="*/ 1439663 w 1556822"/>
                <a:gd name="connsiteY2" fmla="*/ 427940 h 874085"/>
                <a:gd name="connsiteX3" fmla="*/ 1342186 w 1556822"/>
                <a:gd name="connsiteY3" fmla="*/ 390449 h 874085"/>
                <a:gd name="connsiteX4" fmla="*/ 1267203 w 1556822"/>
                <a:gd name="connsiteY4" fmla="*/ 390449 h 874085"/>
                <a:gd name="connsiteX5" fmla="*/ 1087245 w 1556822"/>
                <a:gd name="connsiteY5" fmla="*/ 124261 h 874085"/>
                <a:gd name="connsiteX6" fmla="*/ 776068 w 1556822"/>
                <a:gd name="connsiteY6" fmla="*/ 184247 h 874085"/>
                <a:gd name="connsiteX7" fmla="*/ 629852 w 1556822"/>
                <a:gd name="connsiteY7" fmla="*/ 34283 h 874085"/>
                <a:gd name="connsiteX8" fmla="*/ 386160 w 1556822"/>
                <a:gd name="connsiteY8" fmla="*/ 15537 h 874085"/>
                <a:gd name="connsiteX9" fmla="*/ 356167 w 1556822"/>
                <a:gd name="connsiteY9" fmla="*/ 26784 h 874085"/>
                <a:gd name="connsiteX10" fmla="*/ 337421 w 1556822"/>
                <a:gd name="connsiteY10" fmla="*/ 38032 h 874085"/>
                <a:gd name="connsiteX11" fmla="*/ 318675 w 1556822"/>
                <a:gd name="connsiteY11" fmla="*/ 49279 h 874085"/>
                <a:gd name="connsiteX12" fmla="*/ 202453 w 1556822"/>
                <a:gd name="connsiteY12" fmla="*/ 173000 h 874085"/>
                <a:gd name="connsiteX13" fmla="*/ 172460 w 1556822"/>
                <a:gd name="connsiteY13" fmla="*/ 390449 h 874085"/>
                <a:gd name="connsiteX14" fmla="*/ 172460 w 1556822"/>
                <a:gd name="connsiteY14" fmla="*/ 394198 h 874085"/>
                <a:gd name="connsiteX15" fmla="*/ 44989 w 1556822"/>
                <a:gd name="connsiteY15" fmla="*/ 480428 h 874085"/>
                <a:gd name="connsiteX16" fmla="*/ 14997 w 1556822"/>
                <a:gd name="connsiteY16" fmla="*/ 532916 h 874085"/>
                <a:gd name="connsiteX17" fmla="*/ 14997 w 1556822"/>
                <a:gd name="connsiteY17" fmla="*/ 532916 h 874085"/>
                <a:gd name="connsiteX18" fmla="*/ 7498 w 1556822"/>
                <a:gd name="connsiteY18" fmla="*/ 551661 h 874085"/>
                <a:gd name="connsiteX19" fmla="*/ 7498 w 1556822"/>
                <a:gd name="connsiteY19" fmla="*/ 551661 h 874085"/>
                <a:gd name="connsiteX20" fmla="*/ 3749 w 1556822"/>
                <a:gd name="connsiteY20" fmla="*/ 570407 h 874085"/>
                <a:gd name="connsiteX21" fmla="*/ 0 w 1556822"/>
                <a:gd name="connsiteY21" fmla="*/ 589153 h 874085"/>
                <a:gd name="connsiteX22" fmla="*/ 0 w 1556822"/>
                <a:gd name="connsiteY22" fmla="*/ 607898 h 874085"/>
                <a:gd name="connsiteX23" fmla="*/ 0 w 1556822"/>
                <a:gd name="connsiteY23" fmla="*/ 611647 h 874085"/>
                <a:gd name="connsiteX24" fmla="*/ 0 w 1556822"/>
                <a:gd name="connsiteY24" fmla="*/ 626644 h 874085"/>
                <a:gd name="connsiteX25" fmla="*/ 0 w 1556822"/>
                <a:gd name="connsiteY25" fmla="*/ 630393 h 874085"/>
                <a:gd name="connsiteX26" fmla="*/ 0 w 1556822"/>
                <a:gd name="connsiteY26" fmla="*/ 649138 h 874085"/>
                <a:gd name="connsiteX27" fmla="*/ 18746 w 1556822"/>
                <a:gd name="connsiteY27" fmla="*/ 716623 h 874085"/>
                <a:gd name="connsiteX28" fmla="*/ 29993 w 1556822"/>
                <a:gd name="connsiteY28" fmla="*/ 739117 h 874085"/>
                <a:gd name="connsiteX29" fmla="*/ 44989 w 1556822"/>
                <a:gd name="connsiteY29" fmla="*/ 761612 h 874085"/>
                <a:gd name="connsiteX30" fmla="*/ 82481 w 1556822"/>
                <a:gd name="connsiteY30" fmla="*/ 806602 h 874085"/>
                <a:gd name="connsiteX31" fmla="*/ 247442 w 1556822"/>
                <a:gd name="connsiteY31" fmla="*/ 874086 h 874085"/>
                <a:gd name="connsiteX32" fmla="*/ 1315942 w 1556822"/>
                <a:gd name="connsiteY32" fmla="*/ 874086 h 874085"/>
                <a:gd name="connsiteX33" fmla="*/ 1424666 w 1556822"/>
                <a:gd name="connsiteY33" fmla="*/ 855340 h 874085"/>
                <a:gd name="connsiteX34" fmla="*/ 1507147 w 1556822"/>
                <a:gd name="connsiteY34" fmla="*/ 795354 h 874085"/>
                <a:gd name="connsiteX35" fmla="*/ 1555886 w 1556822"/>
                <a:gd name="connsiteY35" fmla="*/ 705375 h 874085"/>
                <a:gd name="connsiteX36" fmla="*/ 1552136 w 1556822"/>
                <a:gd name="connsiteY36" fmla="*/ 600400 h 874085"/>
                <a:gd name="connsiteX37" fmla="*/ 1495900 w 1556822"/>
                <a:gd name="connsiteY37" fmla="*/ 686630 h 874085"/>
                <a:gd name="connsiteX38" fmla="*/ 1454659 w 1556822"/>
                <a:gd name="connsiteY38" fmla="*/ 761612 h 874085"/>
                <a:gd name="connsiteX39" fmla="*/ 1387175 w 1556822"/>
                <a:gd name="connsiteY39" fmla="*/ 810351 h 874085"/>
                <a:gd name="connsiteX40" fmla="*/ 1304694 w 1556822"/>
                <a:gd name="connsiteY40" fmla="*/ 829096 h 874085"/>
                <a:gd name="connsiteX41" fmla="*/ 236195 w 1556822"/>
                <a:gd name="connsiteY41" fmla="*/ 829096 h 874085"/>
                <a:gd name="connsiteX42" fmla="*/ 101226 w 1556822"/>
                <a:gd name="connsiteY42" fmla="*/ 780358 h 874085"/>
                <a:gd name="connsiteX43" fmla="*/ 37491 w 1556822"/>
                <a:gd name="connsiteY43" fmla="*/ 649138 h 874085"/>
                <a:gd name="connsiteX44" fmla="*/ 78732 w 1556822"/>
                <a:gd name="connsiteY44" fmla="*/ 510421 h 874085"/>
                <a:gd name="connsiteX45" fmla="*/ 202453 w 1556822"/>
                <a:gd name="connsiteY45" fmla="*/ 435438 h 874085"/>
                <a:gd name="connsiteX46" fmla="*/ 217449 w 1556822"/>
                <a:gd name="connsiteY46" fmla="*/ 424191 h 874085"/>
                <a:gd name="connsiteX47" fmla="*/ 221198 w 1556822"/>
                <a:gd name="connsiteY47" fmla="*/ 405446 h 874085"/>
                <a:gd name="connsiteX48" fmla="*/ 239944 w 1556822"/>
                <a:gd name="connsiteY48" fmla="*/ 195495 h 874085"/>
                <a:gd name="connsiteX49" fmla="*/ 307428 w 1556822"/>
                <a:gd name="connsiteY49" fmla="*/ 113014 h 874085"/>
                <a:gd name="connsiteX50" fmla="*/ 322424 w 1556822"/>
                <a:gd name="connsiteY50" fmla="*/ 101767 h 874085"/>
                <a:gd name="connsiteX51" fmla="*/ 341170 w 1556822"/>
                <a:gd name="connsiteY51" fmla="*/ 86770 h 874085"/>
                <a:gd name="connsiteX52" fmla="*/ 356167 w 1556822"/>
                <a:gd name="connsiteY52" fmla="*/ 79272 h 874085"/>
                <a:gd name="connsiteX53" fmla="*/ 401156 w 1556822"/>
                <a:gd name="connsiteY53" fmla="*/ 60526 h 874085"/>
                <a:gd name="connsiteX54" fmla="*/ 611107 w 1556822"/>
                <a:gd name="connsiteY54" fmla="*/ 75523 h 874085"/>
                <a:gd name="connsiteX55" fmla="*/ 742326 w 1556822"/>
                <a:gd name="connsiteY55" fmla="*/ 232986 h 874085"/>
                <a:gd name="connsiteX56" fmla="*/ 761072 w 1556822"/>
                <a:gd name="connsiteY56" fmla="*/ 247982 h 874085"/>
                <a:gd name="connsiteX57" fmla="*/ 783566 w 1556822"/>
                <a:gd name="connsiteY57" fmla="*/ 240484 h 874085"/>
                <a:gd name="connsiteX58" fmla="*/ 1068500 w 1556822"/>
                <a:gd name="connsiteY58" fmla="*/ 165502 h 874085"/>
                <a:gd name="connsiteX59" fmla="*/ 1218465 w 1556822"/>
                <a:gd name="connsiteY59" fmla="*/ 412944 h 874085"/>
                <a:gd name="connsiteX60" fmla="*/ 1225963 w 1556822"/>
                <a:gd name="connsiteY60" fmla="*/ 431689 h 874085"/>
                <a:gd name="connsiteX61" fmla="*/ 1248458 w 1556822"/>
                <a:gd name="connsiteY61" fmla="*/ 435438 h 874085"/>
                <a:gd name="connsiteX62" fmla="*/ 1334687 w 1556822"/>
                <a:gd name="connsiteY62" fmla="*/ 431689 h 874085"/>
                <a:gd name="connsiteX63" fmla="*/ 1413419 w 1556822"/>
                <a:gd name="connsiteY63" fmla="*/ 461682 h 874085"/>
                <a:gd name="connsiteX64" fmla="*/ 1473405 w 1556822"/>
                <a:gd name="connsiteY64" fmla="*/ 521668 h 874085"/>
                <a:gd name="connsiteX65" fmla="*/ 1503398 w 1556822"/>
                <a:gd name="connsiteY65" fmla="*/ 600400 h 874085"/>
                <a:gd name="connsiteX66" fmla="*/ 1495900 w 1556822"/>
                <a:gd name="connsiteY66" fmla="*/ 686630 h 874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556822" h="874085">
                  <a:moveTo>
                    <a:pt x="1552136" y="600400"/>
                  </a:moveTo>
                  <a:cubicBezTo>
                    <a:pt x="1544638" y="566658"/>
                    <a:pt x="1533391" y="532916"/>
                    <a:pt x="1514645" y="502923"/>
                  </a:cubicBezTo>
                  <a:cubicBezTo>
                    <a:pt x="1492150" y="472930"/>
                    <a:pt x="1469656" y="446686"/>
                    <a:pt x="1439663" y="427940"/>
                  </a:cubicBezTo>
                  <a:cubicBezTo>
                    <a:pt x="1409670" y="409195"/>
                    <a:pt x="1375928" y="394198"/>
                    <a:pt x="1342186" y="390449"/>
                  </a:cubicBezTo>
                  <a:cubicBezTo>
                    <a:pt x="1315942" y="386700"/>
                    <a:pt x="1289698" y="386700"/>
                    <a:pt x="1267203" y="390449"/>
                  </a:cubicBezTo>
                  <a:cubicBezTo>
                    <a:pt x="1267203" y="270477"/>
                    <a:pt x="1199719" y="169251"/>
                    <a:pt x="1087245" y="124261"/>
                  </a:cubicBezTo>
                  <a:cubicBezTo>
                    <a:pt x="974772" y="79272"/>
                    <a:pt x="858549" y="101767"/>
                    <a:pt x="776068" y="184247"/>
                  </a:cubicBezTo>
                  <a:cubicBezTo>
                    <a:pt x="746075" y="120512"/>
                    <a:pt x="693588" y="68025"/>
                    <a:pt x="629852" y="34283"/>
                  </a:cubicBezTo>
                  <a:cubicBezTo>
                    <a:pt x="554870" y="-3209"/>
                    <a:pt x="468640" y="-10707"/>
                    <a:pt x="386160" y="15537"/>
                  </a:cubicBezTo>
                  <a:cubicBezTo>
                    <a:pt x="374912" y="19286"/>
                    <a:pt x="367414" y="23035"/>
                    <a:pt x="356167" y="26784"/>
                  </a:cubicBezTo>
                  <a:cubicBezTo>
                    <a:pt x="348668" y="30533"/>
                    <a:pt x="341170" y="30533"/>
                    <a:pt x="337421" y="38032"/>
                  </a:cubicBezTo>
                  <a:cubicBezTo>
                    <a:pt x="329923" y="41781"/>
                    <a:pt x="322424" y="45530"/>
                    <a:pt x="318675" y="49279"/>
                  </a:cubicBezTo>
                  <a:cubicBezTo>
                    <a:pt x="266188" y="79272"/>
                    <a:pt x="228696" y="124261"/>
                    <a:pt x="202453" y="173000"/>
                  </a:cubicBezTo>
                  <a:cubicBezTo>
                    <a:pt x="164961" y="240484"/>
                    <a:pt x="153714" y="315467"/>
                    <a:pt x="172460" y="390449"/>
                  </a:cubicBezTo>
                  <a:cubicBezTo>
                    <a:pt x="172460" y="390449"/>
                    <a:pt x="172460" y="394198"/>
                    <a:pt x="172460" y="394198"/>
                  </a:cubicBezTo>
                  <a:cubicBezTo>
                    <a:pt x="119972" y="409195"/>
                    <a:pt x="78732" y="439188"/>
                    <a:pt x="44989" y="480428"/>
                  </a:cubicBezTo>
                  <a:cubicBezTo>
                    <a:pt x="33742" y="495425"/>
                    <a:pt x="22495" y="514170"/>
                    <a:pt x="14997" y="532916"/>
                  </a:cubicBezTo>
                  <a:lnTo>
                    <a:pt x="14997" y="532916"/>
                  </a:lnTo>
                  <a:cubicBezTo>
                    <a:pt x="11247" y="540414"/>
                    <a:pt x="11247" y="544163"/>
                    <a:pt x="7498" y="551661"/>
                  </a:cubicBezTo>
                  <a:lnTo>
                    <a:pt x="7498" y="551661"/>
                  </a:lnTo>
                  <a:cubicBezTo>
                    <a:pt x="3749" y="559159"/>
                    <a:pt x="3749" y="562909"/>
                    <a:pt x="3749" y="570407"/>
                  </a:cubicBezTo>
                  <a:cubicBezTo>
                    <a:pt x="3749" y="577905"/>
                    <a:pt x="0" y="585403"/>
                    <a:pt x="0" y="589153"/>
                  </a:cubicBezTo>
                  <a:cubicBezTo>
                    <a:pt x="0" y="596651"/>
                    <a:pt x="0" y="600400"/>
                    <a:pt x="0" y="607898"/>
                  </a:cubicBezTo>
                  <a:cubicBezTo>
                    <a:pt x="0" y="607898"/>
                    <a:pt x="0" y="607898"/>
                    <a:pt x="0" y="611647"/>
                  </a:cubicBezTo>
                  <a:cubicBezTo>
                    <a:pt x="0" y="615396"/>
                    <a:pt x="0" y="622895"/>
                    <a:pt x="0" y="626644"/>
                  </a:cubicBezTo>
                  <a:cubicBezTo>
                    <a:pt x="0" y="626644"/>
                    <a:pt x="0" y="630393"/>
                    <a:pt x="0" y="630393"/>
                  </a:cubicBezTo>
                  <a:cubicBezTo>
                    <a:pt x="0" y="637891"/>
                    <a:pt x="0" y="641640"/>
                    <a:pt x="0" y="649138"/>
                  </a:cubicBezTo>
                  <a:cubicBezTo>
                    <a:pt x="3749" y="671633"/>
                    <a:pt x="7498" y="694128"/>
                    <a:pt x="18746" y="716623"/>
                  </a:cubicBezTo>
                  <a:cubicBezTo>
                    <a:pt x="22495" y="724121"/>
                    <a:pt x="26244" y="731619"/>
                    <a:pt x="29993" y="739117"/>
                  </a:cubicBezTo>
                  <a:cubicBezTo>
                    <a:pt x="33742" y="746616"/>
                    <a:pt x="37491" y="754114"/>
                    <a:pt x="44989" y="761612"/>
                  </a:cubicBezTo>
                  <a:cubicBezTo>
                    <a:pt x="56237" y="776609"/>
                    <a:pt x="67484" y="791605"/>
                    <a:pt x="82481" y="806602"/>
                  </a:cubicBezTo>
                  <a:cubicBezTo>
                    <a:pt x="127470" y="851591"/>
                    <a:pt x="187456" y="874086"/>
                    <a:pt x="247442" y="874086"/>
                  </a:cubicBezTo>
                  <a:lnTo>
                    <a:pt x="1315942" y="874086"/>
                  </a:lnTo>
                  <a:cubicBezTo>
                    <a:pt x="1353433" y="874086"/>
                    <a:pt x="1387175" y="866588"/>
                    <a:pt x="1424666" y="855340"/>
                  </a:cubicBezTo>
                  <a:cubicBezTo>
                    <a:pt x="1454659" y="844093"/>
                    <a:pt x="1484652" y="821598"/>
                    <a:pt x="1507147" y="795354"/>
                  </a:cubicBezTo>
                  <a:cubicBezTo>
                    <a:pt x="1529642" y="769110"/>
                    <a:pt x="1544638" y="739117"/>
                    <a:pt x="1555886" y="705375"/>
                  </a:cubicBezTo>
                  <a:cubicBezTo>
                    <a:pt x="1555886" y="671633"/>
                    <a:pt x="1559635" y="634142"/>
                    <a:pt x="1552136" y="600400"/>
                  </a:cubicBezTo>
                  <a:close/>
                  <a:moveTo>
                    <a:pt x="1495900" y="686630"/>
                  </a:moveTo>
                  <a:cubicBezTo>
                    <a:pt x="1488401" y="716623"/>
                    <a:pt x="1473405" y="739117"/>
                    <a:pt x="1454659" y="761612"/>
                  </a:cubicBezTo>
                  <a:cubicBezTo>
                    <a:pt x="1435914" y="780358"/>
                    <a:pt x="1413419" y="799103"/>
                    <a:pt x="1387175" y="810351"/>
                  </a:cubicBezTo>
                  <a:cubicBezTo>
                    <a:pt x="1360931" y="821598"/>
                    <a:pt x="1334687" y="829096"/>
                    <a:pt x="1304694" y="829096"/>
                  </a:cubicBezTo>
                  <a:lnTo>
                    <a:pt x="236195" y="829096"/>
                  </a:lnTo>
                  <a:cubicBezTo>
                    <a:pt x="187456" y="829096"/>
                    <a:pt x="138718" y="810351"/>
                    <a:pt x="101226" y="780358"/>
                  </a:cubicBezTo>
                  <a:cubicBezTo>
                    <a:pt x="63735" y="742867"/>
                    <a:pt x="41240" y="697877"/>
                    <a:pt x="37491" y="649138"/>
                  </a:cubicBezTo>
                  <a:cubicBezTo>
                    <a:pt x="33742" y="600400"/>
                    <a:pt x="48739" y="551661"/>
                    <a:pt x="78732" y="510421"/>
                  </a:cubicBezTo>
                  <a:cubicBezTo>
                    <a:pt x="108725" y="472930"/>
                    <a:pt x="153714" y="442937"/>
                    <a:pt x="202453" y="435438"/>
                  </a:cubicBezTo>
                  <a:cubicBezTo>
                    <a:pt x="209951" y="431689"/>
                    <a:pt x="213700" y="427940"/>
                    <a:pt x="217449" y="424191"/>
                  </a:cubicBezTo>
                  <a:cubicBezTo>
                    <a:pt x="221198" y="416693"/>
                    <a:pt x="224947" y="412944"/>
                    <a:pt x="221198" y="405446"/>
                  </a:cubicBezTo>
                  <a:cubicBezTo>
                    <a:pt x="198703" y="334212"/>
                    <a:pt x="206202" y="259230"/>
                    <a:pt x="239944" y="195495"/>
                  </a:cubicBezTo>
                  <a:cubicBezTo>
                    <a:pt x="258689" y="161753"/>
                    <a:pt x="281184" y="135509"/>
                    <a:pt x="307428" y="113014"/>
                  </a:cubicBezTo>
                  <a:cubicBezTo>
                    <a:pt x="311177" y="109265"/>
                    <a:pt x="318675" y="105516"/>
                    <a:pt x="322424" y="101767"/>
                  </a:cubicBezTo>
                  <a:cubicBezTo>
                    <a:pt x="329923" y="98018"/>
                    <a:pt x="333672" y="90519"/>
                    <a:pt x="341170" y="86770"/>
                  </a:cubicBezTo>
                  <a:cubicBezTo>
                    <a:pt x="344919" y="83021"/>
                    <a:pt x="352417" y="79272"/>
                    <a:pt x="356167" y="79272"/>
                  </a:cubicBezTo>
                  <a:cubicBezTo>
                    <a:pt x="371163" y="71774"/>
                    <a:pt x="386160" y="64275"/>
                    <a:pt x="401156" y="60526"/>
                  </a:cubicBezTo>
                  <a:cubicBezTo>
                    <a:pt x="472389" y="38032"/>
                    <a:pt x="543623" y="41781"/>
                    <a:pt x="611107" y="75523"/>
                  </a:cubicBezTo>
                  <a:cubicBezTo>
                    <a:pt x="674842" y="105516"/>
                    <a:pt x="723581" y="161753"/>
                    <a:pt x="742326" y="232986"/>
                  </a:cubicBezTo>
                  <a:cubicBezTo>
                    <a:pt x="746075" y="240484"/>
                    <a:pt x="753573" y="247982"/>
                    <a:pt x="761072" y="247982"/>
                  </a:cubicBezTo>
                  <a:cubicBezTo>
                    <a:pt x="768570" y="251732"/>
                    <a:pt x="779817" y="247982"/>
                    <a:pt x="783566" y="240484"/>
                  </a:cubicBezTo>
                  <a:cubicBezTo>
                    <a:pt x="866047" y="135509"/>
                    <a:pt x="989768" y="131760"/>
                    <a:pt x="1068500" y="165502"/>
                  </a:cubicBezTo>
                  <a:cubicBezTo>
                    <a:pt x="1147231" y="195495"/>
                    <a:pt x="1233461" y="281725"/>
                    <a:pt x="1218465" y="412944"/>
                  </a:cubicBezTo>
                  <a:cubicBezTo>
                    <a:pt x="1218465" y="420442"/>
                    <a:pt x="1218465" y="427940"/>
                    <a:pt x="1225963" y="431689"/>
                  </a:cubicBezTo>
                  <a:cubicBezTo>
                    <a:pt x="1233461" y="435438"/>
                    <a:pt x="1240959" y="439188"/>
                    <a:pt x="1248458" y="435438"/>
                  </a:cubicBezTo>
                  <a:cubicBezTo>
                    <a:pt x="1278451" y="427940"/>
                    <a:pt x="1304694" y="427940"/>
                    <a:pt x="1334687" y="431689"/>
                  </a:cubicBezTo>
                  <a:cubicBezTo>
                    <a:pt x="1360931" y="435438"/>
                    <a:pt x="1390924" y="446686"/>
                    <a:pt x="1413419" y="461682"/>
                  </a:cubicBezTo>
                  <a:cubicBezTo>
                    <a:pt x="1439663" y="476679"/>
                    <a:pt x="1458408" y="495425"/>
                    <a:pt x="1473405" y="521668"/>
                  </a:cubicBezTo>
                  <a:cubicBezTo>
                    <a:pt x="1488401" y="544163"/>
                    <a:pt x="1499649" y="570407"/>
                    <a:pt x="1503398" y="600400"/>
                  </a:cubicBezTo>
                  <a:cubicBezTo>
                    <a:pt x="1507147" y="630393"/>
                    <a:pt x="1503398" y="656637"/>
                    <a:pt x="1495900" y="686630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24" name="Graphic 23">
            <a:extLst>
              <a:ext uri="{FF2B5EF4-FFF2-40B4-BE49-F238E27FC236}">
                <a16:creationId xmlns:a16="http://schemas.microsoft.com/office/drawing/2014/main" id="{8BD15E4B-AA22-4F35-B508-87F21C823F4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452832" y="4759473"/>
            <a:ext cx="530818" cy="530818"/>
          </a:xfrm>
          <a:prstGeom prst="rect">
            <a:avLst/>
          </a:prstGeom>
        </p:spPr>
      </p:pic>
      <p:sp>
        <p:nvSpPr>
          <p:cNvPr id="25" name="Freeform: Shape 34">
            <a:extLst>
              <a:ext uri="{FF2B5EF4-FFF2-40B4-BE49-F238E27FC236}">
                <a16:creationId xmlns:a16="http://schemas.microsoft.com/office/drawing/2014/main" id="{A4004875-928B-2CC1-67D9-43ECF4DDCD2F}"/>
              </a:ext>
            </a:extLst>
          </p:cNvPr>
          <p:cNvSpPr/>
          <p:nvPr/>
        </p:nvSpPr>
        <p:spPr>
          <a:xfrm>
            <a:off x="8878165" y="4871669"/>
            <a:ext cx="114424" cy="341414"/>
          </a:xfrm>
          <a:custGeom>
            <a:avLst/>
            <a:gdLst>
              <a:gd name="connsiteX0" fmla="*/ 0 w 249078"/>
              <a:gd name="connsiteY0" fmla="*/ 293132 h 743188"/>
              <a:gd name="connsiteX1" fmla="*/ 92869 w 249078"/>
              <a:gd name="connsiteY1" fmla="*/ 293132 h 743188"/>
              <a:gd name="connsiteX2" fmla="*/ 1429 w 249078"/>
              <a:gd name="connsiteY2" fmla="*/ 514588 h 743188"/>
              <a:gd name="connsiteX3" fmla="*/ 85725 w 249078"/>
              <a:gd name="connsiteY3" fmla="*/ 514588 h 743188"/>
              <a:gd name="connsiteX4" fmla="*/ 0 w 249078"/>
              <a:gd name="connsiteY4" fmla="*/ 743188 h 743188"/>
              <a:gd name="connsiteX5" fmla="*/ 210979 w 249078"/>
              <a:gd name="connsiteY5" fmla="*/ 445532 h 743188"/>
              <a:gd name="connsiteX6" fmla="*/ 123825 w 249078"/>
              <a:gd name="connsiteY6" fmla="*/ 445532 h 743188"/>
              <a:gd name="connsiteX7" fmla="*/ 233363 w 249078"/>
              <a:gd name="connsiteY7" fmla="*/ 221694 h 743188"/>
              <a:gd name="connsiteX8" fmla="*/ 147638 w 249078"/>
              <a:gd name="connsiteY8" fmla="*/ 221694 h 743188"/>
              <a:gd name="connsiteX9" fmla="*/ 249079 w 249078"/>
              <a:gd name="connsiteY9" fmla="*/ 238 h 743188"/>
              <a:gd name="connsiteX10" fmla="*/ 73343 w 249078"/>
              <a:gd name="connsiteY10" fmla="*/ 0 h 743188"/>
              <a:gd name="connsiteX11" fmla="*/ 0 w 249078"/>
              <a:gd name="connsiteY11" fmla="*/ 293132 h 74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9078" h="743188">
                <a:moveTo>
                  <a:pt x="0" y="293132"/>
                </a:moveTo>
                <a:lnTo>
                  <a:pt x="92869" y="293132"/>
                </a:lnTo>
                <a:lnTo>
                  <a:pt x="1429" y="514588"/>
                </a:lnTo>
                <a:lnTo>
                  <a:pt x="85725" y="514588"/>
                </a:lnTo>
                <a:lnTo>
                  <a:pt x="0" y="743188"/>
                </a:lnTo>
                <a:lnTo>
                  <a:pt x="210979" y="445532"/>
                </a:lnTo>
                <a:lnTo>
                  <a:pt x="123825" y="445532"/>
                </a:lnTo>
                <a:lnTo>
                  <a:pt x="233363" y="221694"/>
                </a:lnTo>
                <a:lnTo>
                  <a:pt x="147638" y="221694"/>
                </a:lnTo>
                <a:lnTo>
                  <a:pt x="249079" y="238"/>
                </a:lnTo>
                <a:lnTo>
                  <a:pt x="73343" y="0"/>
                </a:lnTo>
                <a:lnTo>
                  <a:pt x="0" y="293132"/>
                </a:lnTo>
                <a:close/>
              </a:path>
            </a:pathLst>
          </a:custGeom>
          <a:solidFill>
            <a:schemeClr val="accent3"/>
          </a:solidFill>
          <a:ln w="9525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83FDB7-2581-0FCB-93CD-FD91B332772C}"/>
              </a:ext>
            </a:extLst>
          </p:cNvPr>
          <p:cNvSpPr txBox="1"/>
          <p:nvPr/>
        </p:nvSpPr>
        <p:spPr>
          <a:xfrm>
            <a:off x="8271364" y="5563539"/>
            <a:ext cx="1328025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“Airgap”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A4B553-25DF-D0ED-BE8E-5DE8CF70FDB9}"/>
              </a:ext>
            </a:extLst>
          </p:cNvPr>
          <p:cNvSpPr txBox="1"/>
          <p:nvPr/>
        </p:nvSpPr>
        <p:spPr>
          <a:xfrm>
            <a:off x="2804946" y="5531206"/>
            <a:ext cx="9516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A3C9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Immutable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A3C9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Deduped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A3C9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Encrypted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7829DE7C-9A18-D016-CF8D-0F5E7E98119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078358" y="4994851"/>
            <a:ext cx="199254" cy="199254"/>
          </a:xfrm>
          <a:prstGeom prst="rect">
            <a:avLst/>
          </a:prstGeom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A1E152C1-C36B-110E-729B-358CCB283538}"/>
              </a:ext>
            </a:extLst>
          </p:cNvPr>
          <p:cNvSpPr/>
          <p:nvPr/>
        </p:nvSpPr>
        <p:spPr>
          <a:xfrm>
            <a:off x="5200852" y="5163363"/>
            <a:ext cx="341066" cy="341066"/>
          </a:xfrm>
          <a:prstGeom prst="ellipse">
            <a:avLst/>
          </a:prstGeom>
          <a:solidFill>
            <a:srgbClr val="7030A0"/>
          </a:solidFill>
          <a:ln w="12700" cap="flat" cmpd="sng" algn="ctr">
            <a:solidFill>
              <a:srgbClr val="83489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2</a:t>
            </a:r>
          </a:p>
        </p:txBody>
      </p:sp>
      <p:sp>
        <p:nvSpPr>
          <p:cNvPr id="10" name="Rectangle: Rounded Corners 22">
            <a:extLst>
              <a:ext uri="{FF2B5EF4-FFF2-40B4-BE49-F238E27FC236}">
                <a16:creationId xmlns:a16="http://schemas.microsoft.com/office/drawing/2014/main" id="{031BB0E3-8CC8-F1A9-9084-D6B78F0BAD2E}"/>
              </a:ext>
            </a:extLst>
          </p:cNvPr>
          <p:cNvSpPr/>
          <p:nvPr/>
        </p:nvSpPr>
        <p:spPr>
          <a:xfrm>
            <a:off x="9116659" y="1853853"/>
            <a:ext cx="2692484" cy="981105"/>
          </a:xfrm>
          <a:prstGeom prst="roundRect">
            <a:avLst>
              <a:gd name="adj" fmla="val 5858"/>
            </a:avLst>
          </a:prstGeom>
          <a:gradFill>
            <a:gsLst>
              <a:gs pos="1000">
                <a:srgbClr val="7030A0"/>
              </a:gs>
              <a:gs pos="50000">
                <a:srgbClr val="000218">
                  <a:lumMod val="100000"/>
                </a:srgbClr>
              </a:gs>
            </a:gsLst>
            <a:lin ang="5400000" scaled="1"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Box 27">
            <a:extLst>
              <a:ext uri="{FF2B5EF4-FFF2-40B4-BE49-F238E27FC236}">
                <a16:creationId xmlns:a16="http://schemas.microsoft.com/office/drawing/2014/main" id="{FDF7A0EF-85F2-A052-146C-3331B0EC5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6320" y="2338796"/>
            <a:ext cx="688961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M365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8EEDDC1B-E796-8C61-D5D8-73F9B886D9AB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3102" y="1955409"/>
            <a:ext cx="275398" cy="302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Microsoft Entra ID - Wikipedia">
            <a:extLst>
              <a:ext uri="{FF2B5EF4-FFF2-40B4-BE49-F238E27FC236}">
                <a16:creationId xmlns:a16="http://schemas.microsoft.com/office/drawing/2014/main" id="{42BDB946-31DB-EE8C-88A6-515C6BDE2839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6585" y="1951592"/>
            <a:ext cx="376971" cy="376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7">
            <a:extLst>
              <a:ext uri="{FF2B5EF4-FFF2-40B4-BE49-F238E27FC236}">
                <a16:creationId xmlns:a16="http://schemas.microsoft.com/office/drawing/2014/main" id="{1A0972D5-F6DD-5193-942E-C591207A3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8387" y="2349462"/>
            <a:ext cx="952058" cy="19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 / ENTRA ID</a:t>
            </a:r>
          </a:p>
        </p:txBody>
      </p:sp>
      <p:sp>
        <p:nvSpPr>
          <p:cNvPr id="23" name="TextBox 27">
            <a:extLst>
              <a:ext uri="{FF2B5EF4-FFF2-40B4-BE49-F238E27FC236}">
                <a16:creationId xmlns:a16="http://schemas.microsoft.com/office/drawing/2014/main" id="{F0194008-2917-CABC-17DA-E8361E6E7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3980" y="2492868"/>
            <a:ext cx="688961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1000 users</a:t>
            </a:r>
          </a:p>
        </p:txBody>
      </p:sp>
      <p:sp>
        <p:nvSpPr>
          <p:cNvPr id="29" name="TextBox 27">
            <a:extLst>
              <a:ext uri="{FF2B5EF4-FFF2-40B4-BE49-F238E27FC236}">
                <a16:creationId xmlns:a16="http://schemas.microsoft.com/office/drawing/2014/main" id="{7CE97FC9-210B-EDE1-1D6F-B1E71ACCF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67728" y="2501701"/>
            <a:ext cx="688961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68,000 users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3B80C6-DC3E-8A6D-ACF6-0EEB0A221654}"/>
              </a:ext>
            </a:extLst>
          </p:cNvPr>
          <p:cNvSpPr txBox="1"/>
          <p:nvPr/>
        </p:nvSpPr>
        <p:spPr>
          <a:xfrm>
            <a:off x="10574501" y="2600717"/>
            <a:ext cx="13890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Tx/>
              <a:buFont typeface="System Font Regular"/>
              <a:buChar char="✅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 Protected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074104A-719F-CABF-1EAB-CB087A815A98}"/>
              </a:ext>
            </a:extLst>
          </p:cNvPr>
          <p:cNvCxnSpPr>
            <a:stCxn id="10" idx="0"/>
            <a:endCxn id="10" idx="2"/>
          </p:cNvCxnSpPr>
          <p:nvPr/>
        </p:nvCxnSpPr>
        <p:spPr>
          <a:xfrm>
            <a:off x="10462901" y="1853853"/>
            <a:ext cx="0" cy="981105"/>
          </a:xfrm>
          <a:prstGeom prst="line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9F2C83D-B072-8472-8F7B-680C7276D4B5}"/>
              </a:ext>
            </a:extLst>
          </p:cNvPr>
          <p:cNvSpPr txBox="1"/>
          <p:nvPr/>
        </p:nvSpPr>
        <p:spPr>
          <a:xfrm>
            <a:off x="9073997" y="6317376"/>
            <a:ext cx="2692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Tx/>
              <a:buFont typeface="System Font Regular"/>
              <a:buChar char="✅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 All Backups Replicated to AGP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2AAA86-00B5-3D9E-8BA0-03BC269BD7AB}"/>
              </a:ext>
            </a:extLst>
          </p:cNvPr>
          <p:cNvSpPr txBox="1"/>
          <p:nvPr/>
        </p:nvSpPr>
        <p:spPr>
          <a:xfrm>
            <a:off x="3053854" y="6294742"/>
            <a:ext cx="208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Tx/>
              <a:buFont typeface="System Font Regular"/>
              <a:buChar char="✅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 All Backups Immutable</a:t>
            </a:r>
          </a:p>
        </p:txBody>
      </p:sp>
      <p:pic>
        <p:nvPicPr>
          <p:cNvPr id="26" name="Picture 29">
            <a:extLst>
              <a:ext uri="{FF2B5EF4-FFF2-40B4-BE49-F238E27FC236}">
                <a16:creationId xmlns:a16="http://schemas.microsoft.com/office/drawing/2014/main" id="{6DB97D99-455B-4F4A-3C62-68842E37951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8707719" y="5113334"/>
            <a:ext cx="455316" cy="455316"/>
          </a:xfrm>
          <a:prstGeom prst="rect">
            <a:avLst/>
          </a:prstGeom>
        </p:spPr>
      </p:pic>
      <p:pic>
        <p:nvPicPr>
          <p:cNvPr id="6" name="Picture 5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6BE9EAA1-2DA5-1D59-B786-79D0A5B3275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81013" y="895788"/>
            <a:ext cx="2754927" cy="5360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8A5988-881B-1BCD-B233-EF06FBC4AEBD}"/>
              </a:ext>
            </a:extLst>
          </p:cNvPr>
          <p:cNvSpPr txBox="1"/>
          <p:nvPr/>
        </p:nvSpPr>
        <p:spPr>
          <a:xfrm>
            <a:off x="207246" y="1537139"/>
            <a:ext cx="2300470" cy="34470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Site Design:​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Primary DC – 1st Copy to HSX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Primary DC - 2nd Copy to DR HSX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Primary DC – 3</a:t>
            </a:r>
            <a:r>
              <a:rPr kumimoji="0" lang="en-US" sz="10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rd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Copy to AGP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M365 &amp; AD/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EntraID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– 1st Copy to AGP (Infrequent Tier)​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Assumptions:​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30 Day Retention​ - All Copies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100% Data Replication​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Advantages:​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Immutable Backups on-prem with Airgap copy in the cloud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Single Platform for all Data Protection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Simplified Administration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Simple scale-out expansion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 call for Support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​</a:t>
            </a:r>
          </a:p>
        </p:txBody>
      </p:sp>
      <p:pic>
        <p:nvPicPr>
          <p:cNvPr id="8" name="Google Shape;10213;g2659b69e8a3_4_895">
            <a:extLst>
              <a:ext uri="{FF2B5EF4-FFF2-40B4-BE49-F238E27FC236}">
                <a16:creationId xmlns:a16="http://schemas.microsoft.com/office/drawing/2014/main" id="{1E67FEAB-E87F-F7B3-90ED-EB2D61A7F25D}"/>
              </a:ext>
            </a:extLst>
          </p:cNvPr>
          <p:cNvPicPr preferRelativeResize="0"/>
          <p:nvPr>
            <p:custDataLst>
              <p:tags r:id="rId6"/>
            </p:custDataLst>
          </p:nvPr>
        </p:nvPicPr>
        <p:blipFill rotWithShape="1">
          <a:blip r:embed="rId2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020"/>
          <a:stretch/>
        </p:blipFill>
        <p:spPr>
          <a:xfrm>
            <a:off x="10898709" y="4739820"/>
            <a:ext cx="592722" cy="5492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78EDE9AE-0343-F497-868C-95B8060A322D}"/>
              </a:ext>
            </a:extLst>
          </p:cNvPr>
          <p:cNvGrpSpPr>
            <a:grpSpLocks noChangeAspect="1"/>
          </p:cNvGrpSpPr>
          <p:nvPr/>
        </p:nvGrpSpPr>
        <p:grpSpPr>
          <a:xfrm>
            <a:off x="2853084" y="2499558"/>
            <a:ext cx="255042" cy="320438"/>
            <a:chOff x="-531169" y="3093269"/>
            <a:chExt cx="185737" cy="233362"/>
          </a:xfrm>
          <a:solidFill>
            <a:schemeClr val="bg1"/>
          </a:solidFill>
        </p:grpSpPr>
        <p:sp>
          <p:nvSpPr>
            <p:cNvPr id="51" name="Freeform: Shape 225">
              <a:extLst>
                <a:ext uri="{FF2B5EF4-FFF2-40B4-BE49-F238E27FC236}">
                  <a16:creationId xmlns:a16="http://schemas.microsoft.com/office/drawing/2014/main" id="{1FDB9293-A15C-2996-E1BD-E3244B9D8A5E}"/>
                </a:ext>
              </a:extLst>
            </p:cNvPr>
            <p:cNvSpPr/>
            <p:nvPr/>
          </p:nvSpPr>
          <p:spPr>
            <a:xfrm>
              <a:off x="-521644" y="3255194"/>
              <a:ext cx="119062" cy="61912"/>
            </a:xfrm>
            <a:custGeom>
              <a:avLst/>
              <a:gdLst>
                <a:gd name="connsiteX0" fmla="*/ 116681 w 119062"/>
                <a:gd name="connsiteY0" fmla="*/ 0 h 61912"/>
                <a:gd name="connsiteX1" fmla="*/ 2381 w 119062"/>
                <a:gd name="connsiteY1" fmla="*/ 0 h 61912"/>
                <a:gd name="connsiteX2" fmla="*/ 0 w 119062"/>
                <a:gd name="connsiteY2" fmla="*/ 2381 h 61912"/>
                <a:gd name="connsiteX3" fmla="*/ 0 w 119062"/>
                <a:gd name="connsiteY3" fmla="*/ 59531 h 61912"/>
                <a:gd name="connsiteX4" fmla="*/ 2381 w 119062"/>
                <a:gd name="connsiteY4" fmla="*/ 61913 h 61912"/>
                <a:gd name="connsiteX5" fmla="*/ 116681 w 119062"/>
                <a:gd name="connsiteY5" fmla="*/ 61913 h 61912"/>
                <a:gd name="connsiteX6" fmla="*/ 119063 w 119062"/>
                <a:gd name="connsiteY6" fmla="*/ 59531 h 61912"/>
                <a:gd name="connsiteX7" fmla="*/ 119063 w 119062"/>
                <a:gd name="connsiteY7" fmla="*/ 2381 h 61912"/>
                <a:gd name="connsiteX8" fmla="*/ 116681 w 119062"/>
                <a:gd name="connsiteY8" fmla="*/ 0 h 61912"/>
                <a:gd name="connsiteX9" fmla="*/ 114300 w 119062"/>
                <a:gd name="connsiteY9" fmla="*/ 57150 h 61912"/>
                <a:gd name="connsiteX10" fmla="*/ 4763 w 119062"/>
                <a:gd name="connsiteY10" fmla="*/ 57150 h 61912"/>
                <a:gd name="connsiteX11" fmla="*/ 4763 w 119062"/>
                <a:gd name="connsiteY11" fmla="*/ 4763 h 61912"/>
                <a:gd name="connsiteX12" fmla="*/ 114300 w 119062"/>
                <a:gd name="connsiteY12" fmla="*/ 4763 h 6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062" h="61912">
                  <a:moveTo>
                    <a:pt x="116681" y="0"/>
                  </a:move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lnTo>
                    <a:pt x="0" y="59531"/>
                  </a:lnTo>
                  <a:cubicBezTo>
                    <a:pt x="0" y="60846"/>
                    <a:pt x="1066" y="61913"/>
                    <a:pt x="2381" y="61913"/>
                  </a:cubicBezTo>
                  <a:lnTo>
                    <a:pt x="116681" y="61913"/>
                  </a:lnTo>
                  <a:cubicBezTo>
                    <a:pt x="117996" y="61913"/>
                    <a:pt x="119063" y="60846"/>
                    <a:pt x="119063" y="59531"/>
                  </a:cubicBezTo>
                  <a:lnTo>
                    <a:pt x="119063" y="2381"/>
                  </a:lnTo>
                  <a:cubicBezTo>
                    <a:pt x="119063" y="1066"/>
                    <a:pt x="117996" y="0"/>
                    <a:pt x="116681" y="0"/>
                  </a:cubicBezTo>
                  <a:close/>
                  <a:moveTo>
                    <a:pt x="114300" y="57150"/>
                  </a:moveTo>
                  <a:lnTo>
                    <a:pt x="4763" y="57150"/>
                  </a:lnTo>
                  <a:lnTo>
                    <a:pt x="4763" y="4763"/>
                  </a:lnTo>
                  <a:lnTo>
                    <a:pt x="114300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3" name="Freeform: Shape 226">
              <a:extLst>
                <a:ext uri="{FF2B5EF4-FFF2-40B4-BE49-F238E27FC236}">
                  <a16:creationId xmlns:a16="http://schemas.microsoft.com/office/drawing/2014/main" id="{51BF753B-0E31-C243-0628-70EF78F386FE}"/>
                </a:ext>
              </a:extLst>
            </p:cNvPr>
            <p:cNvSpPr/>
            <p:nvPr/>
          </p:nvSpPr>
          <p:spPr>
            <a:xfrm>
              <a:off x="-513224" y="3267777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4" name="Freeform: Shape 228">
              <a:extLst>
                <a:ext uri="{FF2B5EF4-FFF2-40B4-BE49-F238E27FC236}">
                  <a16:creationId xmlns:a16="http://schemas.microsoft.com/office/drawing/2014/main" id="{EAF15873-B534-3E67-2A9E-C832CDCBD3F3}"/>
                </a:ext>
              </a:extLst>
            </p:cNvPr>
            <p:cNvSpPr/>
            <p:nvPr/>
          </p:nvSpPr>
          <p:spPr>
            <a:xfrm>
              <a:off x="-513224" y="3282922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5" name="Freeform: Shape 229">
              <a:extLst>
                <a:ext uri="{FF2B5EF4-FFF2-40B4-BE49-F238E27FC236}">
                  <a16:creationId xmlns:a16="http://schemas.microsoft.com/office/drawing/2014/main" id="{CA84F98E-2ABA-9B61-8993-1ABDF3A86374}"/>
                </a:ext>
              </a:extLst>
            </p:cNvPr>
            <p:cNvSpPr/>
            <p:nvPr/>
          </p:nvSpPr>
          <p:spPr>
            <a:xfrm>
              <a:off x="-513224" y="3298057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6" name="Freeform: Shape 230">
              <a:extLst>
                <a:ext uri="{FF2B5EF4-FFF2-40B4-BE49-F238E27FC236}">
                  <a16:creationId xmlns:a16="http://schemas.microsoft.com/office/drawing/2014/main" id="{B1CCBBCE-B726-8BF7-3F94-1C6170EE655F}"/>
                </a:ext>
              </a:extLst>
            </p:cNvPr>
            <p:cNvSpPr/>
            <p:nvPr/>
          </p:nvSpPr>
          <p:spPr>
            <a:xfrm>
              <a:off x="-531169" y="3093269"/>
              <a:ext cx="185737" cy="233362"/>
            </a:xfrm>
            <a:custGeom>
              <a:avLst/>
              <a:gdLst>
                <a:gd name="connsiteX0" fmla="*/ 183356 w 185737"/>
                <a:gd name="connsiteY0" fmla="*/ 9525 h 233362"/>
                <a:gd name="connsiteX1" fmla="*/ 176213 w 185737"/>
                <a:gd name="connsiteY1" fmla="*/ 9525 h 233362"/>
                <a:gd name="connsiteX2" fmla="*/ 176213 w 185737"/>
                <a:gd name="connsiteY2" fmla="*/ 2381 h 233362"/>
                <a:gd name="connsiteX3" fmla="*/ 173831 w 185737"/>
                <a:gd name="connsiteY3" fmla="*/ 0 h 233362"/>
                <a:gd name="connsiteX4" fmla="*/ 107156 w 185737"/>
                <a:gd name="connsiteY4" fmla="*/ 0 h 233362"/>
                <a:gd name="connsiteX5" fmla="*/ 104775 w 185737"/>
                <a:gd name="connsiteY5" fmla="*/ 2381 h 233362"/>
                <a:gd name="connsiteX6" fmla="*/ 104775 w 185737"/>
                <a:gd name="connsiteY6" fmla="*/ 9525 h 233362"/>
                <a:gd name="connsiteX7" fmla="*/ 78772 w 185737"/>
                <a:gd name="connsiteY7" fmla="*/ 9525 h 233362"/>
                <a:gd name="connsiteX8" fmla="*/ 77086 w 185737"/>
                <a:gd name="connsiteY8" fmla="*/ 10220 h 233362"/>
                <a:gd name="connsiteX9" fmla="*/ 48320 w 185737"/>
                <a:gd name="connsiteY9" fmla="*/ 38986 h 233362"/>
                <a:gd name="connsiteX10" fmla="*/ 47625 w 185737"/>
                <a:gd name="connsiteY10" fmla="*/ 40672 h 233362"/>
                <a:gd name="connsiteX11" fmla="*/ 47625 w 185737"/>
                <a:gd name="connsiteY11" fmla="*/ 66675 h 233362"/>
                <a:gd name="connsiteX12" fmla="*/ 31147 w 185737"/>
                <a:gd name="connsiteY12" fmla="*/ 66675 h 233362"/>
                <a:gd name="connsiteX13" fmla="*/ 29461 w 185737"/>
                <a:gd name="connsiteY13" fmla="*/ 67370 h 233362"/>
                <a:gd name="connsiteX14" fmla="*/ 695 w 185737"/>
                <a:gd name="connsiteY14" fmla="*/ 96136 h 233362"/>
                <a:gd name="connsiteX15" fmla="*/ 0 w 185737"/>
                <a:gd name="connsiteY15" fmla="*/ 97822 h 233362"/>
                <a:gd name="connsiteX16" fmla="*/ 0 w 185737"/>
                <a:gd name="connsiteY16" fmla="*/ 230981 h 233362"/>
                <a:gd name="connsiteX17" fmla="*/ 2381 w 185737"/>
                <a:gd name="connsiteY17" fmla="*/ 233363 h 233362"/>
                <a:gd name="connsiteX18" fmla="*/ 135731 w 185737"/>
                <a:gd name="connsiteY18" fmla="*/ 233363 h 233362"/>
                <a:gd name="connsiteX19" fmla="*/ 138113 w 185737"/>
                <a:gd name="connsiteY19" fmla="*/ 230981 h 233362"/>
                <a:gd name="connsiteX20" fmla="*/ 138113 w 185737"/>
                <a:gd name="connsiteY20" fmla="*/ 176213 h 233362"/>
                <a:gd name="connsiteX21" fmla="*/ 183356 w 185737"/>
                <a:gd name="connsiteY21" fmla="*/ 176213 h 233362"/>
                <a:gd name="connsiteX22" fmla="*/ 185738 w 185737"/>
                <a:gd name="connsiteY22" fmla="*/ 173831 h 233362"/>
                <a:gd name="connsiteX23" fmla="*/ 185738 w 185737"/>
                <a:gd name="connsiteY23" fmla="*/ 11906 h 233362"/>
                <a:gd name="connsiteX24" fmla="*/ 183356 w 185737"/>
                <a:gd name="connsiteY24" fmla="*/ 9525 h 233362"/>
                <a:gd name="connsiteX25" fmla="*/ 109538 w 185737"/>
                <a:gd name="connsiteY25" fmla="*/ 4763 h 233362"/>
                <a:gd name="connsiteX26" fmla="*/ 171450 w 185737"/>
                <a:gd name="connsiteY26" fmla="*/ 4763 h 233362"/>
                <a:gd name="connsiteX27" fmla="*/ 171450 w 185737"/>
                <a:gd name="connsiteY27" fmla="*/ 47625 h 233362"/>
                <a:gd name="connsiteX28" fmla="*/ 109538 w 185737"/>
                <a:gd name="connsiteY28" fmla="*/ 47625 h 233362"/>
                <a:gd name="connsiteX29" fmla="*/ 109538 w 185737"/>
                <a:gd name="connsiteY29" fmla="*/ 4763 h 233362"/>
                <a:gd name="connsiteX30" fmla="*/ 133350 w 185737"/>
                <a:gd name="connsiteY30" fmla="*/ 228600 h 233362"/>
                <a:gd name="connsiteX31" fmla="*/ 4763 w 185737"/>
                <a:gd name="connsiteY31" fmla="*/ 228600 h 233362"/>
                <a:gd name="connsiteX32" fmla="*/ 4763 w 185737"/>
                <a:gd name="connsiteY32" fmla="*/ 98812 h 233362"/>
                <a:gd name="connsiteX33" fmla="*/ 32137 w 185737"/>
                <a:gd name="connsiteY33" fmla="*/ 71438 h 233362"/>
                <a:gd name="connsiteX34" fmla="*/ 57150 w 185737"/>
                <a:gd name="connsiteY34" fmla="*/ 71438 h 233362"/>
                <a:gd name="connsiteX35" fmla="*/ 57150 w 185737"/>
                <a:gd name="connsiteY35" fmla="*/ 107156 h 233362"/>
                <a:gd name="connsiteX36" fmla="*/ 59531 w 185737"/>
                <a:gd name="connsiteY36" fmla="*/ 109538 h 233362"/>
                <a:gd name="connsiteX37" fmla="*/ 126206 w 185737"/>
                <a:gd name="connsiteY37" fmla="*/ 109538 h 233362"/>
                <a:gd name="connsiteX38" fmla="*/ 128588 w 185737"/>
                <a:gd name="connsiteY38" fmla="*/ 107156 h 233362"/>
                <a:gd name="connsiteX39" fmla="*/ 128588 w 185737"/>
                <a:gd name="connsiteY39" fmla="*/ 71438 h 233362"/>
                <a:gd name="connsiteX40" fmla="*/ 133350 w 185737"/>
                <a:gd name="connsiteY40" fmla="*/ 71438 h 233362"/>
                <a:gd name="connsiteX41" fmla="*/ 133350 w 185737"/>
                <a:gd name="connsiteY41" fmla="*/ 228600 h 233362"/>
                <a:gd name="connsiteX42" fmla="*/ 123825 w 185737"/>
                <a:gd name="connsiteY42" fmla="*/ 69056 h 233362"/>
                <a:gd name="connsiteX43" fmla="*/ 123825 w 185737"/>
                <a:gd name="connsiteY43" fmla="*/ 104775 h 233362"/>
                <a:gd name="connsiteX44" fmla="*/ 61913 w 185737"/>
                <a:gd name="connsiteY44" fmla="*/ 104775 h 233362"/>
                <a:gd name="connsiteX45" fmla="*/ 61913 w 185737"/>
                <a:gd name="connsiteY45" fmla="*/ 61913 h 233362"/>
                <a:gd name="connsiteX46" fmla="*/ 123825 w 185737"/>
                <a:gd name="connsiteY46" fmla="*/ 61913 h 233362"/>
                <a:gd name="connsiteX47" fmla="*/ 138113 w 185737"/>
                <a:gd name="connsiteY47" fmla="*/ 152400 h 233362"/>
                <a:gd name="connsiteX48" fmla="*/ 165411 w 185737"/>
                <a:gd name="connsiteY48" fmla="*/ 152400 h 233362"/>
                <a:gd name="connsiteX49" fmla="*/ 167792 w 185737"/>
                <a:gd name="connsiteY49" fmla="*/ 150019 h 233362"/>
                <a:gd name="connsiteX50" fmla="*/ 165411 w 185737"/>
                <a:gd name="connsiteY50" fmla="*/ 147638 h 233362"/>
                <a:gd name="connsiteX51" fmla="*/ 138113 w 185737"/>
                <a:gd name="connsiteY51" fmla="*/ 147638 h 233362"/>
                <a:gd name="connsiteX52" fmla="*/ 138113 w 185737"/>
                <a:gd name="connsiteY52" fmla="*/ 137265 h 233362"/>
                <a:gd name="connsiteX53" fmla="*/ 165411 w 185737"/>
                <a:gd name="connsiteY53" fmla="*/ 137265 h 233362"/>
                <a:gd name="connsiteX54" fmla="*/ 167792 w 185737"/>
                <a:gd name="connsiteY54" fmla="*/ 134884 h 233362"/>
                <a:gd name="connsiteX55" fmla="*/ 165411 w 185737"/>
                <a:gd name="connsiteY55" fmla="*/ 132502 h 233362"/>
                <a:gd name="connsiteX56" fmla="*/ 138113 w 185737"/>
                <a:gd name="connsiteY56" fmla="*/ 132502 h 233362"/>
                <a:gd name="connsiteX57" fmla="*/ 138113 w 185737"/>
                <a:gd name="connsiteY57" fmla="*/ 122120 h 233362"/>
                <a:gd name="connsiteX58" fmla="*/ 165411 w 185737"/>
                <a:gd name="connsiteY58" fmla="*/ 122120 h 233362"/>
                <a:gd name="connsiteX59" fmla="*/ 167792 w 185737"/>
                <a:gd name="connsiteY59" fmla="*/ 119739 h 233362"/>
                <a:gd name="connsiteX60" fmla="*/ 165411 w 185737"/>
                <a:gd name="connsiteY60" fmla="*/ 117358 h 233362"/>
                <a:gd name="connsiteX61" fmla="*/ 138113 w 185737"/>
                <a:gd name="connsiteY61" fmla="*/ 117358 h 233362"/>
                <a:gd name="connsiteX62" fmla="*/ 138113 w 185737"/>
                <a:gd name="connsiteY62" fmla="*/ 109538 h 233362"/>
                <a:gd name="connsiteX63" fmla="*/ 171450 w 185737"/>
                <a:gd name="connsiteY63" fmla="*/ 109538 h 233362"/>
                <a:gd name="connsiteX64" fmla="*/ 171450 w 185737"/>
                <a:gd name="connsiteY64" fmla="*/ 161925 h 233362"/>
                <a:gd name="connsiteX65" fmla="*/ 138113 w 185737"/>
                <a:gd name="connsiteY65" fmla="*/ 161925 h 233362"/>
                <a:gd name="connsiteX66" fmla="*/ 180975 w 185737"/>
                <a:gd name="connsiteY66" fmla="*/ 171450 h 233362"/>
                <a:gd name="connsiteX67" fmla="*/ 138113 w 185737"/>
                <a:gd name="connsiteY67" fmla="*/ 171450 h 233362"/>
                <a:gd name="connsiteX68" fmla="*/ 138113 w 185737"/>
                <a:gd name="connsiteY68" fmla="*/ 166688 h 233362"/>
                <a:gd name="connsiteX69" fmla="*/ 173831 w 185737"/>
                <a:gd name="connsiteY69" fmla="*/ 166688 h 233362"/>
                <a:gd name="connsiteX70" fmla="*/ 176213 w 185737"/>
                <a:gd name="connsiteY70" fmla="*/ 164306 h 233362"/>
                <a:gd name="connsiteX71" fmla="*/ 176213 w 185737"/>
                <a:gd name="connsiteY71" fmla="*/ 107156 h 233362"/>
                <a:gd name="connsiteX72" fmla="*/ 173831 w 185737"/>
                <a:gd name="connsiteY72" fmla="*/ 104775 h 233362"/>
                <a:gd name="connsiteX73" fmla="*/ 138113 w 185737"/>
                <a:gd name="connsiteY73" fmla="*/ 104775 h 233362"/>
                <a:gd name="connsiteX74" fmla="*/ 138113 w 185737"/>
                <a:gd name="connsiteY74" fmla="*/ 69056 h 233362"/>
                <a:gd name="connsiteX75" fmla="*/ 135731 w 185737"/>
                <a:gd name="connsiteY75" fmla="*/ 66675 h 233362"/>
                <a:gd name="connsiteX76" fmla="*/ 128588 w 185737"/>
                <a:gd name="connsiteY76" fmla="*/ 66675 h 233362"/>
                <a:gd name="connsiteX77" fmla="*/ 128588 w 185737"/>
                <a:gd name="connsiteY77" fmla="*/ 59531 h 233362"/>
                <a:gd name="connsiteX78" fmla="*/ 126206 w 185737"/>
                <a:gd name="connsiteY78" fmla="*/ 57150 h 233362"/>
                <a:gd name="connsiteX79" fmla="*/ 59531 w 185737"/>
                <a:gd name="connsiteY79" fmla="*/ 57150 h 233362"/>
                <a:gd name="connsiteX80" fmla="*/ 57150 w 185737"/>
                <a:gd name="connsiteY80" fmla="*/ 59531 h 233362"/>
                <a:gd name="connsiteX81" fmla="*/ 57150 w 185737"/>
                <a:gd name="connsiteY81" fmla="*/ 66675 h 233362"/>
                <a:gd name="connsiteX82" fmla="*/ 52388 w 185737"/>
                <a:gd name="connsiteY82" fmla="*/ 66675 h 233362"/>
                <a:gd name="connsiteX83" fmla="*/ 52388 w 185737"/>
                <a:gd name="connsiteY83" fmla="*/ 41662 h 233362"/>
                <a:gd name="connsiteX84" fmla="*/ 79762 w 185737"/>
                <a:gd name="connsiteY84" fmla="*/ 14288 h 233362"/>
                <a:gd name="connsiteX85" fmla="*/ 104775 w 185737"/>
                <a:gd name="connsiteY85" fmla="*/ 14288 h 233362"/>
                <a:gd name="connsiteX86" fmla="*/ 104775 w 185737"/>
                <a:gd name="connsiteY86" fmla="*/ 50006 h 233362"/>
                <a:gd name="connsiteX87" fmla="*/ 107156 w 185737"/>
                <a:gd name="connsiteY87" fmla="*/ 52388 h 233362"/>
                <a:gd name="connsiteX88" fmla="*/ 173831 w 185737"/>
                <a:gd name="connsiteY88" fmla="*/ 52388 h 233362"/>
                <a:gd name="connsiteX89" fmla="*/ 176213 w 185737"/>
                <a:gd name="connsiteY89" fmla="*/ 50006 h 233362"/>
                <a:gd name="connsiteX90" fmla="*/ 176213 w 185737"/>
                <a:gd name="connsiteY90" fmla="*/ 14288 h 233362"/>
                <a:gd name="connsiteX91" fmla="*/ 180975 w 185737"/>
                <a:gd name="connsiteY91" fmla="*/ 14288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85737" h="233362">
                  <a:moveTo>
                    <a:pt x="183356" y="9525"/>
                  </a:moveTo>
                  <a:lnTo>
                    <a:pt x="176213" y="9525"/>
                  </a:lnTo>
                  <a:lnTo>
                    <a:pt x="176213" y="2381"/>
                  </a:lnTo>
                  <a:cubicBezTo>
                    <a:pt x="176213" y="1066"/>
                    <a:pt x="175146" y="0"/>
                    <a:pt x="173831" y="0"/>
                  </a:cubicBezTo>
                  <a:lnTo>
                    <a:pt x="107156" y="0"/>
                  </a:lnTo>
                  <a:cubicBezTo>
                    <a:pt x="105841" y="0"/>
                    <a:pt x="104775" y="1066"/>
                    <a:pt x="104775" y="2381"/>
                  </a:cubicBezTo>
                  <a:lnTo>
                    <a:pt x="104775" y="9525"/>
                  </a:lnTo>
                  <a:lnTo>
                    <a:pt x="78772" y="9525"/>
                  </a:lnTo>
                  <a:cubicBezTo>
                    <a:pt x="78140" y="9525"/>
                    <a:pt x="77534" y="9775"/>
                    <a:pt x="77086" y="10220"/>
                  </a:cubicBezTo>
                  <a:lnTo>
                    <a:pt x="48320" y="38986"/>
                  </a:lnTo>
                  <a:cubicBezTo>
                    <a:pt x="47875" y="39434"/>
                    <a:pt x="47625" y="40040"/>
                    <a:pt x="47625" y="40672"/>
                  </a:cubicBezTo>
                  <a:lnTo>
                    <a:pt x="47625" y="66675"/>
                  </a:lnTo>
                  <a:lnTo>
                    <a:pt x="31147" y="66675"/>
                  </a:lnTo>
                  <a:cubicBezTo>
                    <a:pt x="30515" y="66675"/>
                    <a:pt x="29909" y="66925"/>
                    <a:pt x="29461" y="67370"/>
                  </a:cubicBezTo>
                  <a:lnTo>
                    <a:pt x="695" y="96136"/>
                  </a:lnTo>
                  <a:cubicBezTo>
                    <a:pt x="250" y="96584"/>
                    <a:pt x="0" y="97190"/>
                    <a:pt x="0" y="97822"/>
                  </a:cubicBezTo>
                  <a:lnTo>
                    <a:pt x="0" y="230981"/>
                  </a:lnTo>
                  <a:cubicBezTo>
                    <a:pt x="0" y="232296"/>
                    <a:pt x="1066" y="233363"/>
                    <a:pt x="2381" y="233363"/>
                  </a:cubicBezTo>
                  <a:lnTo>
                    <a:pt x="135731" y="233363"/>
                  </a:lnTo>
                  <a:cubicBezTo>
                    <a:pt x="137046" y="233363"/>
                    <a:pt x="138113" y="232296"/>
                    <a:pt x="138113" y="230981"/>
                  </a:cubicBezTo>
                  <a:lnTo>
                    <a:pt x="138113" y="176213"/>
                  </a:lnTo>
                  <a:lnTo>
                    <a:pt x="183356" y="176213"/>
                  </a:lnTo>
                  <a:cubicBezTo>
                    <a:pt x="184671" y="176213"/>
                    <a:pt x="185738" y="175146"/>
                    <a:pt x="185738" y="173831"/>
                  </a:cubicBezTo>
                  <a:lnTo>
                    <a:pt x="185738" y="11906"/>
                  </a:lnTo>
                  <a:cubicBezTo>
                    <a:pt x="185738" y="10591"/>
                    <a:pt x="184671" y="9525"/>
                    <a:pt x="183356" y="9525"/>
                  </a:cubicBezTo>
                  <a:close/>
                  <a:moveTo>
                    <a:pt x="109538" y="4763"/>
                  </a:moveTo>
                  <a:lnTo>
                    <a:pt x="171450" y="4763"/>
                  </a:lnTo>
                  <a:lnTo>
                    <a:pt x="171450" y="47625"/>
                  </a:lnTo>
                  <a:lnTo>
                    <a:pt x="109538" y="47625"/>
                  </a:lnTo>
                  <a:lnTo>
                    <a:pt x="109538" y="4763"/>
                  </a:lnTo>
                  <a:close/>
                  <a:moveTo>
                    <a:pt x="133350" y="228600"/>
                  </a:moveTo>
                  <a:lnTo>
                    <a:pt x="4763" y="228600"/>
                  </a:lnTo>
                  <a:lnTo>
                    <a:pt x="4763" y="98812"/>
                  </a:lnTo>
                  <a:lnTo>
                    <a:pt x="32137" y="71438"/>
                  </a:lnTo>
                  <a:lnTo>
                    <a:pt x="57150" y="71438"/>
                  </a:lnTo>
                  <a:lnTo>
                    <a:pt x="57150" y="107156"/>
                  </a:lnTo>
                  <a:cubicBezTo>
                    <a:pt x="57150" y="108471"/>
                    <a:pt x="58216" y="109538"/>
                    <a:pt x="59531" y="109538"/>
                  </a:cubicBezTo>
                  <a:lnTo>
                    <a:pt x="126206" y="109538"/>
                  </a:lnTo>
                  <a:cubicBezTo>
                    <a:pt x="127521" y="109538"/>
                    <a:pt x="128588" y="108471"/>
                    <a:pt x="128588" y="107156"/>
                  </a:cubicBezTo>
                  <a:lnTo>
                    <a:pt x="128588" y="71438"/>
                  </a:lnTo>
                  <a:lnTo>
                    <a:pt x="133350" y="71438"/>
                  </a:lnTo>
                  <a:lnTo>
                    <a:pt x="133350" y="228600"/>
                  </a:lnTo>
                  <a:close/>
                  <a:moveTo>
                    <a:pt x="123825" y="69056"/>
                  </a:moveTo>
                  <a:lnTo>
                    <a:pt x="123825" y="104775"/>
                  </a:lnTo>
                  <a:lnTo>
                    <a:pt x="61913" y="104775"/>
                  </a:lnTo>
                  <a:lnTo>
                    <a:pt x="61913" y="61913"/>
                  </a:lnTo>
                  <a:lnTo>
                    <a:pt x="123825" y="61913"/>
                  </a:lnTo>
                  <a:close/>
                  <a:moveTo>
                    <a:pt x="138113" y="152400"/>
                  </a:moveTo>
                  <a:lnTo>
                    <a:pt x="165411" y="152400"/>
                  </a:lnTo>
                  <a:cubicBezTo>
                    <a:pt x="166726" y="152400"/>
                    <a:pt x="167792" y="151334"/>
                    <a:pt x="167792" y="150019"/>
                  </a:cubicBezTo>
                  <a:cubicBezTo>
                    <a:pt x="167792" y="148704"/>
                    <a:pt x="166726" y="147638"/>
                    <a:pt x="165411" y="147638"/>
                  </a:cubicBezTo>
                  <a:lnTo>
                    <a:pt x="138113" y="147638"/>
                  </a:lnTo>
                  <a:lnTo>
                    <a:pt x="138113" y="137265"/>
                  </a:lnTo>
                  <a:lnTo>
                    <a:pt x="165411" y="137265"/>
                  </a:lnTo>
                  <a:cubicBezTo>
                    <a:pt x="166726" y="137265"/>
                    <a:pt x="167792" y="136199"/>
                    <a:pt x="167792" y="134884"/>
                  </a:cubicBezTo>
                  <a:cubicBezTo>
                    <a:pt x="167792" y="133568"/>
                    <a:pt x="166726" y="132502"/>
                    <a:pt x="165411" y="132502"/>
                  </a:cubicBezTo>
                  <a:lnTo>
                    <a:pt x="138113" y="132502"/>
                  </a:lnTo>
                  <a:lnTo>
                    <a:pt x="138113" y="122120"/>
                  </a:lnTo>
                  <a:lnTo>
                    <a:pt x="165411" y="122120"/>
                  </a:lnTo>
                  <a:cubicBezTo>
                    <a:pt x="166726" y="122120"/>
                    <a:pt x="167792" y="121054"/>
                    <a:pt x="167792" y="119739"/>
                  </a:cubicBezTo>
                  <a:cubicBezTo>
                    <a:pt x="167792" y="118424"/>
                    <a:pt x="166726" y="117358"/>
                    <a:pt x="165411" y="117358"/>
                  </a:cubicBezTo>
                  <a:lnTo>
                    <a:pt x="138113" y="117358"/>
                  </a:lnTo>
                  <a:lnTo>
                    <a:pt x="138113" y="109538"/>
                  </a:lnTo>
                  <a:lnTo>
                    <a:pt x="171450" y="109538"/>
                  </a:lnTo>
                  <a:lnTo>
                    <a:pt x="171450" y="161925"/>
                  </a:lnTo>
                  <a:lnTo>
                    <a:pt x="138113" y="161925"/>
                  </a:lnTo>
                  <a:close/>
                  <a:moveTo>
                    <a:pt x="180975" y="171450"/>
                  </a:moveTo>
                  <a:lnTo>
                    <a:pt x="138113" y="171450"/>
                  </a:lnTo>
                  <a:lnTo>
                    <a:pt x="138113" y="166688"/>
                  </a:lnTo>
                  <a:lnTo>
                    <a:pt x="173831" y="166688"/>
                  </a:lnTo>
                  <a:cubicBezTo>
                    <a:pt x="175146" y="166688"/>
                    <a:pt x="176213" y="165621"/>
                    <a:pt x="176213" y="164306"/>
                  </a:cubicBezTo>
                  <a:lnTo>
                    <a:pt x="176213" y="107156"/>
                  </a:lnTo>
                  <a:cubicBezTo>
                    <a:pt x="176213" y="105841"/>
                    <a:pt x="175146" y="104775"/>
                    <a:pt x="173831" y="104775"/>
                  </a:cubicBezTo>
                  <a:lnTo>
                    <a:pt x="138113" y="104775"/>
                  </a:lnTo>
                  <a:lnTo>
                    <a:pt x="138113" y="69056"/>
                  </a:lnTo>
                  <a:cubicBezTo>
                    <a:pt x="138113" y="67741"/>
                    <a:pt x="137046" y="66675"/>
                    <a:pt x="135731" y="66675"/>
                  </a:cubicBezTo>
                  <a:lnTo>
                    <a:pt x="128588" y="66675"/>
                  </a:lnTo>
                  <a:lnTo>
                    <a:pt x="128588" y="59531"/>
                  </a:lnTo>
                  <a:cubicBezTo>
                    <a:pt x="128588" y="58216"/>
                    <a:pt x="127521" y="57150"/>
                    <a:pt x="126206" y="57150"/>
                  </a:cubicBezTo>
                  <a:lnTo>
                    <a:pt x="59531" y="57150"/>
                  </a:lnTo>
                  <a:cubicBezTo>
                    <a:pt x="58216" y="57150"/>
                    <a:pt x="57150" y="58216"/>
                    <a:pt x="57150" y="59531"/>
                  </a:cubicBezTo>
                  <a:lnTo>
                    <a:pt x="57150" y="66675"/>
                  </a:lnTo>
                  <a:lnTo>
                    <a:pt x="52388" y="66675"/>
                  </a:lnTo>
                  <a:lnTo>
                    <a:pt x="52388" y="41662"/>
                  </a:lnTo>
                  <a:lnTo>
                    <a:pt x="79762" y="14288"/>
                  </a:lnTo>
                  <a:lnTo>
                    <a:pt x="104775" y="14288"/>
                  </a:lnTo>
                  <a:lnTo>
                    <a:pt x="104775" y="50006"/>
                  </a:lnTo>
                  <a:cubicBezTo>
                    <a:pt x="104775" y="51321"/>
                    <a:pt x="105841" y="52388"/>
                    <a:pt x="107156" y="52388"/>
                  </a:cubicBezTo>
                  <a:lnTo>
                    <a:pt x="173831" y="52388"/>
                  </a:lnTo>
                  <a:cubicBezTo>
                    <a:pt x="175146" y="52388"/>
                    <a:pt x="176213" y="51321"/>
                    <a:pt x="176213" y="50006"/>
                  </a:cubicBezTo>
                  <a:lnTo>
                    <a:pt x="176213" y="14288"/>
                  </a:lnTo>
                  <a:lnTo>
                    <a:pt x="180975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097157EA-A278-4FE6-733D-C549A0E19AE3}"/>
              </a:ext>
            </a:extLst>
          </p:cNvPr>
          <p:cNvSpPr>
            <a:spLocks/>
          </p:cNvSpPr>
          <p:nvPr/>
        </p:nvSpPr>
        <p:spPr>
          <a:xfrm>
            <a:off x="2628853" y="2359754"/>
            <a:ext cx="702195" cy="12311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Files</a:t>
            </a:r>
          </a:p>
        </p:txBody>
      </p:sp>
      <p:grpSp>
        <p:nvGrpSpPr>
          <p:cNvPr id="42" name="Graphic 9">
            <a:extLst>
              <a:ext uri="{FF2B5EF4-FFF2-40B4-BE49-F238E27FC236}">
                <a16:creationId xmlns:a16="http://schemas.microsoft.com/office/drawing/2014/main" id="{0419D23A-91FA-B6D8-42DF-A7D6DD0F859A}"/>
              </a:ext>
            </a:extLst>
          </p:cNvPr>
          <p:cNvGrpSpPr/>
          <p:nvPr/>
        </p:nvGrpSpPr>
        <p:grpSpPr>
          <a:xfrm>
            <a:off x="10654522" y="4607185"/>
            <a:ext cx="1190477" cy="681883"/>
            <a:chOff x="9733629" y="3230548"/>
            <a:chExt cx="1556822" cy="874085"/>
          </a:xfrm>
          <a:solidFill>
            <a:srgbClr val="0070C0"/>
          </a:solidFill>
        </p:grpSpPr>
        <p:sp>
          <p:nvSpPr>
            <p:cNvPr id="46" name="Freeform: Shape 146">
              <a:extLst>
                <a:ext uri="{FF2B5EF4-FFF2-40B4-BE49-F238E27FC236}">
                  <a16:creationId xmlns:a16="http://schemas.microsoft.com/office/drawing/2014/main" id="{D1C0D09E-2271-1A00-9375-0792671E8149}"/>
                </a:ext>
              </a:extLst>
            </p:cNvPr>
            <p:cNvSpPr/>
            <p:nvPr/>
          </p:nvSpPr>
          <p:spPr>
            <a:xfrm>
              <a:off x="9756124" y="3258410"/>
              <a:ext cx="1505064" cy="831227"/>
            </a:xfrm>
            <a:custGeom>
              <a:avLst/>
              <a:gdLst>
                <a:gd name="connsiteX0" fmla="*/ 1503398 w 1505064"/>
                <a:gd name="connsiteY0" fmla="*/ 580037 h 831227"/>
                <a:gd name="connsiteX1" fmla="*/ 1469656 w 1505064"/>
                <a:gd name="connsiteY1" fmla="*/ 490058 h 831227"/>
                <a:gd name="connsiteX2" fmla="*/ 1402172 w 1505064"/>
                <a:gd name="connsiteY2" fmla="*/ 422573 h 831227"/>
                <a:gd name="connsiteX3" fmla="*/ 1312193 w 1505064"/>
                <a:gd name="connsiteY3" fmla="*/ 388831 h 831227"/>
                <a:gd name="connsiteX4" fmla="*/ 1218465 w 1505064"/>
                <a:gd name="connsiteY4" fmla="*/ 396329 h 831227"/>
                <a:gd name="connsiteX5" fmla="*/ 742326 w 1505064"/>
                <a:gd name="connsiteY5" fmla="*/ 205124 h 831227"/>
                <a:gd name="connsiteX6" fmla="*/ 592361 w 1505064"/>
                <a:gd name="connsiteY6" fmla="*/ 32665 h 831227"/>
                <a:gd name="connsiteX7" fmla="*/ 363665 w 1505064"/>
                <a:gd name="connsiteY7" fmla="*/ 13919 h 831227"/>
                <a:gd name="connsiteX8" fmla="*/ 352417 w 1505064"/>
                <a:gd name="connsiteY8" fmla="*/ 17668 h 831227"/>
                <a:gd name="connsiteX9" fmla="*/ 333672 w 1505064"/>
                <a:gd name="connsiteY9" fmla="*/ 25166 h 831227"/>
                <a:gd name="connsiteX10" fmla="*/ 194954 w 1505064"/>
                <a:gd name="connsiteY10" fmla="*/ 160135 h 831227"/>
                <a:gd name="connsiteX11" fmla="*/ 176209 w 1505064"/>
                <a:gd name="connsiteY11" fmla="*/ 381333 h 831227"/>
                <a:gd name="connsiteX12" fmla="*/ 176209 w 1505064"/>
                <a:gd name="connsiteY12" fmla="*/ 385082 h 831227"/>
                <a:gd name="connsiteX13" fmla="*/ 41240 w 1505064"/>
                <a:gd name="connsiteY13" fmla="*/ 467563 h 831227"/>
                <a:gd name="connsiteX14" fmla="*/ 7498 w 1505064"/>
                <a:gd name="connsiteY14" fmla="*/ 531298 h 831227"/>
                <a:gd name="connsiteX15" fmla="*/ 3749 w 1505064"/>
                <a:gd name="connsiteY15" fmla="*/ 546294 h 831227"/>
                <a:gd name="connsiteX16" fmla="*/ 3749 w 1505064"/>
                <a:gd name="connsiteY16" fmla="*/ 553793 h 831227"/>
                <a:gd name="connsiteX17" fmla="*/ 0 w 1505064"/>
                <a:gd name="connsiteY17" fmla="*/ 565040 h 831227"/>
                <a:gd name="connsiteX18" fmla="*/ 0 w 1505064"/>
                <a:gd name="connsiteY18" fmla="*/ 580037 h 831227"/>
                <a:gd name="connsiteX19" fmla="*/ 0 w 1505064"/>
                <a:gd name="connsiteY19" fmla="*/ 621277 h 831227"/>
                <a:gd name="connsiteX20" fmla="*/ 7498 w 1505064"/>
                <a:gd name="connsiteY20" fmla="*/ 658768 h 831227"/>
                <a:gd name="connsiteX21" fmla="*/ 29993 w 1505064"/>
                <a:gd name="connsiteY21" fmla="*/ 711256 h 831227"/>
                <a:gd name="connsiteX22" fmla="*/ 41240 w 1505064"/>
                <a:gd name="connsiteY22" fmla="*/ 730001 h 831227"/>
                <a:gd name="connsiteX23" fmla="*/ 71233 w 1505064"/>
                <a:gd name="connsiteY23" fmla="*/ 763743 h 831227"/>
                <a:gd name="connsiteX24" fmla="*/ 221198 w 1505064"/>
                <a:gd name="connsiteY24" fmla="*/ 823729 h 831227"/>
                <a:gd name="connsiteX25" fmla="*/ 221198 w 1505064"/>
                <a:gd name="connsiteY25" fmla="*/ 831228 h 831227"/>
                <a:gd name="connsiteX26" fmla="*/ 1289698 w 1505064"/>
                <a:gd name="connsiteY26" fmla="*/ 831228 h 831227"/>
                <a:gd name="connsiteX27" fmla="*/ 1383426 w 1505064"/>
                <a:gd name="connsiteY27" fmla="*/ 812482 h 831227"/>
                <a:gd name="connsiteX28" fmla="*/ 1458408 w 1505064"/>
                <a:gd name="connsiteY28" fmla="*/ 756245 h 831227"/>
                <a:gd name="connsiteX29" fmla="*/ 1503398 w 1505064"/>
                <a:gd name="connsiteY29" fmla="*/ 673765 h 831227"/>
                <a:gd name="connsiteX30" fmla="*/ 1503398 w 1505064"/>
                <a:gd name="connsiteY30" fmla="*/ 580037 h 831227"/>
                <a:gd name="connsiteX31" fmla="*/ 1473405 w 1505064"/>
                <a:gd name="connsiteY31" fmla="*/ 658768 h 831227"/>
                <a:gd name="connsiteX32" fmla="*/ 1432165 w 1505064"/>
                <a:gd name="connsiteY32" fmla="*/ 733750 h 831227"/>
                <a:gd name="connsiteX33" fmla="*/ 1364680 w 1505064"/>
                <a:gd name="connsiteY33" fmla="*/ 782489 h 831227"/>
                <a:gd name="connsiteX34" fmla="*/ 1282200 w 1505064"/>
                <a:gd name="connsiteY34" fmla="*/ 801235 h 831227"/>
                <a:gd name="connsiteX35" fmla="*/ 213700 w 1505064"/>
                <a:gd name="connsiteY35" fmla="*/ 801235 h 831227"/>
                <a:gd name="connsiteX36" fmla="*/ 78732 w 1505064"/>
                <a:gd name="connsiteY36" fmla="*/ 752496 h 831227"/>
                <a:gd name="connsiteX37" fmla="*/ 14996 w 1505064"/>
                <a:gd name="connsiteY37" fmla="*/ 621277 h 831227"/>
                <a:gd name="connsiteX38" fmla="*/ 56237 w 1505064"/>
                <a:gd name="connsiteY38" fmla="*/ 482559 h 831227"/>
                <a:gd name="connsiteX39" fmla="*/ 179958 w 1505064"/>
                <a:gd name="connsiteY39" fmla="*/ 407577 h 831227"/>
                <a:gd name="connsiteX40" fmla="*/ 194954 w 1505064"/>
                <a:gd name="connsiteY40" fmla="*/ 396329 h 831227"/>
                <a:gd name="connsiteX41" fmla="*/ 198703 w 1505064"/>
                <a:gd name="connsiteY41" fmla="*/ 377584 h 831227"/>
                <a:gd name="connsiteX42" fmla="*/ 217449 w 1505064"/>
                <a:gd name="connsiteY42" fmla="*/ 167633 h 831227"/>
                <a:gd name="connsiteX43" fmla="*/ 284933 w 1505064"/>
                <a:gd name="connsiteY43" fmla="*/ 85152 h 831227"/>
                <a:gd name="connsiteX44" fmla="*/ 299930 w 1505064"/>
                <a:gd name="connsiteY44" fmla="*/ 73905 h 831227"/>
                <a:gd name="connsiteX45" fmla="*/ 318675 w 1505064"/>
                <a:gd name="connsiteY45" fmla="*/ 58909 h 831227"/>
                <a:gd name="connsiteX46" fmla="*/ 333672 w 1505064"/>
                <a:gd name="connsiteY46" fmla="*/ 51410 h 831227"/>
                <a:gd name="connsiteX47" fmla="*/ 378661 w 1505064"/>
                <a:gd name="connsiteY47" fmla="*/ 32665 h 831227"/>
                <a:gd name="connsiteX48" fmla="*/ 588612 w 1505064"/>
                <a:gd name="connsiteY48" fmla="*/ 47661 h 831227"/>
                <a:gd name="connsiteX49" fmla="*/ 719831 w 1505064"/>
                <a:gd name="connsiteY49" fmla="*/ 205124 h 831227"/>
                <a:gd name="connsiteX50" fmla="*/ 738577 w 1505064"/>
                <a:gd name="connsiteY50" fmla="*/ 220121 h 831227"/>
                <a:gd name="connsiteX51" fmla="*/ 761072 w 1505064"/>
                <a:gd name="connsiteY51" fmla="*/ 212623 h 831227"/>
                <a:gd name="connsiteX52" fmla="*/ 1046005 w 1505064"/>
                <a:gd name="connsiteY52" fmla="*/ 137640 h 831227"/>
                <a:gd name="connsiteX53" fmla="*/ 1195970 w 1505064"/>
                <a:gd name="connsiteY53" fmla="*/ 385082 h 831227"/>
                <a:gd name="connsiteX54" fmla="*/ 1203468 w 1505064"/>
                <a:gd name="connsiteY54" fmla="*/ 403828 h 831227"/>
                <a:gd name="connsiteX55" fmla="*/ 1225963 w 1505064"/>
                <a:gd name="connsiteY55" fmla="*/ 407577 h 831227"/>
                <a:gd name="connsiteX56" fmla="*/ 1312193 w 1505064"/>
                <a:gd name="connsiteY56" fmla="*/ 403828 h 831227"/>
                <a:gd name="connsiteX57" fmla="*/ 1390924 w 1505064"/>
                <a:gd name="connsiteY57" fmla="*/ 433821 h 831227"/>
                <a:gd name="connsiteX58" fmla="*/ 1450910 w 1505064"/>
                <a:gd name="connsiteY58" fmla="*/ 493807 h 831227"/>
                <a:gd name="connsiteX59" fmla="*/ 1480903 w 1505064"/>
                <a:gd name="connsiteY59" fmla="*/ 572538 h 831227"/>
                <a:gd name="connsiteX60" fmla="*/ 1473405 w 1505064"/>
                <a:gd name="connsiteY60" fmla="*/ 658768 h 831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05064" h="831227">
                  <a:moveTo>
                    <a:pt x="1503398" y="580037"/>
                  </a:moveTo>
                  <a:cubicBezTo>
                    <a:pt x="1495900" y="546294"/>
                    <a:pt x="1488401" y="516301"/>
                    <a:pt x="1469656" y="490058"/>
                  </a:cubicBezTo>
                  <a:cubicBezTo>
                    <a:pt x="1450910" y="463814"/>
                    <a:pt x="1428415" y="441319"/>
                    <a:pt x="1402172" y="422573"/>
                  </a:cubicBezTo>
                  <a:cubicBezTo>
                    <a:pt x="1372179" y="403828"/>
                    <a:pt x="1342186" y="392580"/>
                    <a:pt x="1312193" y="388831"/>
                  </a:cubicBezTo>
                  <a:cubicBezTo>
                    <a:pt x="1282200" y="385082"/>
                    <a:pt x="1248458" y="388831"/>
                    <a:pt x="1218465" y="396329"/>
                  </a:cubicBezTo>
                  <a:cubicBezTo>
                    <a:pt x="1244708" y="133891"/>
                    <a:pt x="907287" y="-4827"/>
                    <a:pt x="742326" y="205124"/>
                  </a:cubicBezTo>
                  <a:cubicBezTo>
                    <a:pt x="716082" y="130142"/>
                    <a:pt x="663595" y="66407"/>
                    <a:pt x="592361" y="32665"/>
                  </a:cubicBezTo>
                  <a:cubicBezTo>
                    <a:pt x="521128" y="-4827"/>
                    <a:pt x="438647" y="-8576"/>
                    <a:pt x="363665" y="13919"/>
                  </a:cubicBezTo>
                  <a:cubicBezTo>
                    <a:pt x="359916" y="13919"/>
                    <a:pt x="356167" y="17668"/>
                    <a:pt x="352417" y="17668"/>
                  </a:cubicBezTo>
                  <a:cubicBezTo>
                    <a:pt x="344919" y="21417"/>
                    <a:pt x="337421" y="21417"/>
                    <a:pt x="333672" y="25166"/>
                  </a:cubicBezTo>
                  <a:cubicBezTo>
                    <a:pt x="273686" y="51410"/>
                    <a:pt x="224947" y="100149"/>
                    <a:pt x="194954" y="160135"/>
                  </a:cubicBezTo>
                  <a:cubicBezTo>
                    <a:pt x="161212" y="227619"/>
                    <a:pt x="153714" y="306351"/>
                    <a:pt x="176209" y="381333"/>
                  </a:cubicBezTo>
                  <a:cubicBezTo>
                    <a:pt x="176209" y="381333"/>
                    <a:pt x="176209" y="381333"/>
                    <a:pt x="176209" y="385082"/>
                  </a:cubicBezTo>
                  <a:cubicBezTo>
                    <a:pt x="123721" y="392580"/>
                    <a:pt x="74982" y="422573"/>
                    <a:pt x="41240" y="467563"/>
                  </a:cubicBezTo>
                  <a:cubicBezTo>
                    <a:pt x="26244" y="486308"/>
                    <a:pt x="14996" y="508803"/>
                    <a:pt x="7498" y="531298"/>
                  </a:cubicBezTo>
                  <a:cubicBezTo>
                    <a:pt x="7498" y="535047"/>
                    <a:pt x="3749" y="542545"/>
                    <a:pt x="3749" y="546294"/>
                  </a:cubicBezTo>
                  <a:cubicBezTo>
                    <a:pt x="3749" y="550043"/>
                    <a:pt x="3749" y="550043"/>
                    <a:pt x="3749" y="553793"/>
                  </a:cubicBezTo>
                  <a:cubicBezTo>
                    <a:pt x="3749" y="557542"/>
                    <a:pt x="3749" y="561291"/>
                    <a:pt x="0" y="565040"/>
                  </a:cubicBezTo>
                  <a:cubicBezTo>
                    <a:pt x="0" y="568789"/>
                    <a:pt x="0" y="572538"/>
                    <a:pt x="0" y="580037"/>
                  </a:cubicBezTo>
                  <a:cubicBezTo>
                    <a:pt x="0" y="595033"/>
                    <a:pt x="0" y="606280"/>
                    <a:pt x="0" y="621277"/>
                  </a:cubicBezTo>
                  <a:cubicBezTo>
                    <a:pt x="3749" y="632524"/>
                    <a:pt x="3749" y="647521"/>
                    <a:pt x="7498" y="658768"/>
                  </a:cubicBezTo>
                  <a:cubicBezTo>
                    <a:pt x="11247" y="677514"/>
                    <a:pt x="18746" y="696259"/>
                    <a:pt x="29993" y="711256"/>
                  </a:cubicBezTo>
                  <a:cubicBezTo>
                    <a:pt x="33742" y="718754"/>
                    <a:pt x="37491" y="726252"/>
                    <a:pt x="41240" y="730001"/>
                  </a:cubicBezTo>
                  <a:cubicBezTo>
                    <a:pt x="48739" y="741249"/>
                    <a:pt x="59986" y="752496"/>
                    <a:pt x="71233" y="763743"/>
                  </a:cubicBezTo>
                  <a:cubicBezTo>
                    <a:pt x="112474" y="801235"/>
                    <a:pt x="164961" y="823729"/>
                    <a:pt x="221198" y="823729"/>
                  </a:cubicBezTo>
                  <a:lnTo>
                    <a:pt x="221198" y="831228"/>
                  </a:lnTo>
                  <a:lnTo>
                    <a:pt x="1289698" y="831228"/>
                  </a:lnTo>
                  <a:cubicBezTo>
                    <a:pt x="1323440" y="831228"/>
                    <a:pt x="1353433" y="823729"/>
                    <a:pt x="1383426" y="812482"/>
                  </a:cubicBezTo>
                  <a:cubicBezTo>
                    <a:pt x="1409670" y="797486"/>
                    <a:pt x="1435914" y="778740"/>
                    <a:pt x="1458408" y="756245"/>
                  </a:cubicBezTo>
                  <a:cubicBezTo>
                    <a:pt x="1477154" y="733750"/>
                    <a:pt x="1495900" y="703757"/>
                    <a:pt x="1503398" y="673765"/>
                  </a:cubicBezTo>
                  <a:cubicBezTo>
                    <a:pt x="1503398" y="643771"/>
                    <a:pt x="1507147" y="610029"/>
                    <a:pt x="1503398" y="580037"/>
                  </a:cubicBezTo>
                  <a:close/>
                  <a:moveTo>
                    <a:pt x="1473405" y="658768"/>
                  </a:moveTo>
                  <a:cubicBezTo>
                    <a:pt x="1465907" y="688761"/>
                    <a:pt x="1450910" y="711256"/>
                    <a:pt x="1432165" y="733750"/>
                  </a:cubicBezTo>
                  <a:cubicBezTo>
                    <a:pt x="1413419" y="752496"/>
                    <a:pt x="1390924" y="771242"/>
                    <a:pt x="1364680" y="782489"/>
                  </a:cubicBezTo>
                  <a:cubicBezTo>
                    <a:pt x="1338436" y="793736"/>
                    <a:pt x="1312193" y="801235"/>
                    <a:pt x="1282200" y="801235"/>
                  </a:cubicBezTo>
                  <a:lnTo>
                    <a:pt x="213700" y="801235"/>
                  </a:lnTo>
                  <a:cubicBezTo>
                    <a:pt x="164961" y="801235"/>
                    <a:pt x="116223" y="782489"/>
                    <a:pt x="78732" y="752496"/>
                  </a:cubicBezTo>
                  <a:cubicBezTo>
                    <a:pt x="41240" y="715005"/>
                    <a:pt x="18746" y="670015"/>
                    <a:pt x="14996" y="621277"/>
                  </a:cubicBezTo>
                  <a:cubicBezTo>
                    <a:pt x="11247" y="572538"/>
                    <a:pt x="26244" y="523800"/>
                    <a:pt x="56237" y="482559"/>
                  </a:cubicBezTo>
                  <a:cubicBezTo>
                    <a:pt x="86230" y="445068"/>
                    <a:pt x="131219" y="415075"/>
                    <a:pt x="179958" y="407577"/>
                  </a:cubicBezTo>
                  <a:cubicBezTo>
                    <a:pt x="187456" y="403828"/>
                    <a:pt x="191205" y="400079"/>
                    <a:pt x="194954" y="396329"/>
                  </a:cubicBezTo>
                  <a:cubicBezTo>
                    <a:pt x="198703" y="388831"/>
                    <a:pt x="202453" y="385082"/>
                    <a:pt x="198703" y="377584"/>
                  </a:cubicBezTo>
                  <a:cubicBezTo>
                    <a:pt x="176209" y="306351"/>
                    <a:pt x="183707" y="231368"/>
                    <a:pt x="217449" y="167633"/>
                  </a:cubicBezTo>
                  <a:cubicBezTo>
                    <a:pt x="236195" y="133891"/>
                    <a:pt x="258689" y="107647"/>
                    <a:pt x="284933" y="85152"/>
                  </a:cubicBezTo>
                  <a:cubicBezTo>
                    <a:pt x="288682" y="81403"/>
                    <a:pt x="296181" y="77654"/>
                    <a:pt x="299930" y="73905"/>
                  </a:cubicBezTo>
                  <a:cubicBezTo>
                    <a:pt x="307428" y="70156"/>
                    <a:pt x="311177" y="66407"/>
                    <a:pt x="318675" y="58909"/>
                  </a:cubicBezTo>
                  <a:cubicBezTo>
                    <a:pt x="322424" y="55159"/>
                    <a:pt x="329923" y="51410"/>
                    <a:pt x="333672" y="51410"/>
                  </a:cubicBezTo>
                  <a:cubicBezTo>
                    <a:pt x="348668" y="43912"/>
                    <a:pt x="363665" y="36414"/>
                    <a:pt x="378661" y="32665"/>
                  </a:cubicBezTo>
                  <a:cubicBezTo>
                    <a:pt x="449895" y="10170"/>
                    <a:pt x="521128" y="13919"/>
                    <a:pt x="588612" y="47661"/>
                  </a:cubicBezTo>
                  <a:cubicBezTo>
                    <a:pt x="652347" y="77654"/>
                    <a:pt x="701086" y="133891"/>
                    <a:pt x="719831" y="205124"/>
                  </a:cubicBezTo>
                  <a:cubicBezTo>
                    <a:pt x="723580" y="212623"/>
                    <a:pt x="731079" y="220121"/>
                    <a:pt x="738577" y="220121"/>
                  </a:cubicBezTo>
                  <a:cubicBezTo>
                    <a:pt x="746075" y="223870"/>
                    <a:pt x="757323" y="220121"/>
                    <a:pt x="761072" y="212623"/>
                  </a:cubicBezTo>
                  <a:cubicBezTo>
                    <a:pt x="843552" y="107647"/>
                    <a:pt x="967273" y="103898"/>
                    <a:pt x="1046005" y="137640"/>
                  </a:cubicBezTo>
                  <a:cubicBezTo>
                    <a:pt x="1124737" y="167633"/>
                    <a:pt x="1210966" y="253863"/>
                    <a:pt x="1195970" y="385082"/>
                  </a:cubicBezTo>
                  <a:cubicBezTo>
                    <a:pt x="1195970" y="392580"/>
                    <a:pt x="1195970" y="400079"/>
                    <a:pt x="1203468" y="403828"/>
                  </a:cubicBezTo>
                  <a:cubicBezTo>
                    <a:pt x="1210966" y="407577"/>
                    <a:pt x="1218465" y="411326"/>
                    <a:pt x="1225963" y="407577"/>
                  </a:cubicBezTo>
                  <a:cubicBezTo>
                    <a:pt x="1255956" y="400079"/>
                    <a:pt x="1282200" y="400079"/>
                    <a:pt x="1312193" y="403828"/>
                  </a:cubicBezTo>
                  <a:cubicBezTo>
                    <a:pt x="1338436" y="407577"/>
                    <a:pt x="1368429" y="418824"/>
                    <a:pt x="1390924" y="433821"/>
                  </a:cubicBezTo>
                  <a:cubicBezTo>
                    <a:pt x="1417168" y="448817"/>
                    <a:pt x="1435914" y="467563"/>
                    <a:pt x="1450910" y="493807"/>
                  </a:cubicBezTo>
                  <a:cubicBezTo>
                    <a:pt x="1465907" y="516301"/>
                    <a:pt x="1477154" y="542545"/>
                    <a:pt x="1480903" y="572538"/>
                  </a:cubicBezTo>
                  <a:cubicBezTo>
                    <a:pt x="1484652" y="602531"/>
                    <a:pt x="1480903" y="628775"/>
                    <a:pt x="1473405" y="658768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7" name="Freeform: Shape 147">
              <a:extLst>
                <a:ext uri="{FF2B5EF4-FFF2-40B4-BE49-F238E27FC236}">
                  <a16:creationId xmlns:a16="http://schemas.microsoft.com/office/drawing/2014/main" id="{89C86451-BF7C-2627-1AE3-9D0BA9F91AC6}"/>
                </a:ext>
              </a:extLst>
            </p:cNvPr>
            <p:cNvSpPr/>
            <p:nvPr/>
          </p:nvSpPr>
          <p:spPr>
            <a:xfrm>
              <a:off x="9733629" y="3230548"/>
              <a:ext cx="1556822" cy="874085"/>
            </a:xfrm>
            <a:custGeom>
              <a:avLst/>
              <a:gdLst>
                <a:gd name="connsiteX0" fmla="*/ 1552136 w 1556822"/>
                <a:gd name="connsiteY0" fmla="*/ 600400 h 874085"/>
                <a:gd name="connsiteX1" fmla="*/ 1514645 w 1556822"/>
                <a:gd name="connsiteY1" fmla="*/ 502923 h 874085"/>
                <a:gd name="connsiteX2" fmla="*/ 1439663 w 1556822"/>
                <a:gd name="connsiteY2" fmla="*/ 427940 h 874085"/>
                <a:gd name="connsiteX3" fmla="*/ 1342186 w 1556822"/>
                <a:gd name="connsiteY3" fmla="*/ 390449 h 874085"/>
                <a:gd name="connsiteX4" fmla="*/ 1267203 w 1556822"/>
                <a:gd name="connsiteY4" fmla="*/ 390449 h 874085"/>
                <a:gd name="connsiteX5" fmla="*/ 1087245 w 1556822"/>
                <a:gd name="connsiteY5" fmla="*/ 124261 h 874085"/>
                <a:gd name="connsiteX6" fmla="*/ 776068 w 1556822"/>
                <a:gd name="connsiteY6" fmla="*/ 184247 h 874085"/>
                <a:gd name="connsiteX7" fmla="*/ 629852 w 1556822"/>
                <a:gd name="connsiteY7" fmla="*/ 34283 h 874085"/>
                <a:gd name="connsiteX8" fmla="*/ 386160 w 1556822"/>
                <a:gd name="connsiteY8" fmla="*/ 15537 h 874085"/>
                <a:gd name="connsiteX9" fmla="*/ 356167 w 1556822"/>
                <a:gd name="connsiteY9" fmla="*/ 26784 h 874085"/>
                <a:gd name="connsiteX10" fmla="*/ 337421 w 1556822"/>
                <a:gd name="connsiteY10" fmla="*/ 38032 h 874085"/>
                <a:gd name="connsiteX11" fmla="*/ 318675 w 1556822"/>
                <a:gd name="connsiteY11" fmla="*/ 49279 h 874085"/>
                <a:gd name="connsiteX12" fmla="*/ 202453 w 1556822"/>
                <a:gd name="connsiteY12" fmla="*/ 173000 h 874085"/>
                <a:gd name="connsiteX13" fmla="*/ 172460 w 1556822"/>
                <a:gd name="connsiteY13" fmla="*/ 390449 h 874085"/>
                <a:gd name="connsiteX14" fmla="*/ 172460 w 1556822"/>
                <a:gd name="connsiteY14" fmla="*/ 394198 h 874085"/>
                <a:gd name="connsiteX15" fmla="*/ 44989 w 1556822"/>
                <a:gd name="connsiteY15" fmla="*/ 480428 h 874085"/>
                <a:gd name="connsiteX16" fmla="*/ 14997 w 1556822"/>
                <a:gd name="connsiteY16" fmla="*/ 532916 h 874085"/>
                <a:gd name="connsiteX17" fmla="*/ 14997 w 1556822"/>
                <a:gd name="connsiteY17" fmla="*/ 532916 h 874085"/>
                <a:gd name="connsiteX18" fmla="*/ 7498 w 1556822"/>
                <a:gd name="connsiteY18" fmla="*/ 551661 h 874085"/>
                <a:gd name="connsiteX19" fmla="*/ 7498 w 1556822"/>
                <a:gd name="connsiteY19" fmla="*/ 551661 h 874085"/>
                <a:gd name="connsiteX20" fmla="*/ 3749 w 1556822"/>
                <a:gd name="connsiteY20" fmla="*/ 570407 h 874085"/>
                <a:gd name="connsiteX21" fmla="*/ 0 w 1556822"/>
                <a:gd name="connsiteY21" fmla="*/ 589153 h 874085"/>
                <a:gd name="connsiteX22" fmla="*/ 0 w 1556822"/>
                <a:gd name="connsiteY22" fmla="*/ 607898 h 874085"/>
                <a:gd name="connsiteX23" fmla="*/ 0 w 1556822"/>
                <a:gd name="connsiteY23" fmla="*/ 611647 h 874085"/>
                <a:gd name="connsiteX24" fmla="*/ 0 w 1556822"/>
                <a:gd name="connsiteY24" fmla="*/ 626644 h 874085"/>
                <a:gd name="connsiteX25" fmla="*/ 0 w 1556822"/>
                <a:gd name="connsiteY25" fmla="*/ 630393 h 874085"/>
                <a:gd name="connsiteX26" fmla="*/ 0 w 1556822"/>
                <a:gd name="connsiteY26" fmla="*/ 649138 h 874085"/>
                <a:gd name="connsiteX27" fmla="*/ 18746 w 1556822"/>
                <a:gd name="connsiteY27" fmla="*/ 716623 h 874085"/>
                <a:gd name="connsiteX28" fmla="*/ 29993 w 1556822"/>
                <a:gd name="connsiteY28" fmla="*/ 739117 h 874085"/>
                <a:gd name="connsiteX29" fmla="*/ 44989 w 1556822"/>
                <a:gd name="connsiteY29" fmla="*/ 761612 h 874085"/>
                <a:gd name="connsiteX30" fmla="*/ 82481 w 1556822"/>
                <a:gd name="connsiteY30" fmla="*/ 806602 h 874085"/>
                <a:gd name="connsiteX31" fmla="*/ 247442 w 1556822"/>
                <a:gd name="connsiteY31" fmla="*/ 874086 h 874085"/>
                <a:gd name="connsiteX32" fmla="*/ 1315942 w 1556822"/>
                <a:gd name="connsiteY32" fmla="*/ 874086 h 874085"/>
                <a:gd name="connsiteX33" fmla="*/ 1424666 w 1556822"/>
                <a:gd name="connsiteY33" fmla="*/ 855340 h 874085"/>
                <a:gd name="connsiteX34" fmla="*/ 1507147 w 1556822"/>
                <a:gd name="connsiteY34" fmla="*/ 795354 h 874085"/>
                <a:gd name="connsiteX35" fmla="*/ 1555886 w 1556822"/>
                <a:gd name="connsiteY35" fmla="*/ 705375 h 874085"/>
                <a:gd name="connsiteX36" fmla="*/ 1552136 w 1556822"/>
                <a:gd name="connsiteY36" fmla="*/ 600400 h 874085"/>
                <a:gd name="connsiteX37" fmla="*/ 1495900 w 1556822"/>
                <a:gd name="connsiteY37" fmla="*/ 686630 h 874085"/>
                <a:gd name="connsiteX38" fmla="*/ 1454659 w 1556822"/>
                <a:gd name="connsiteY38" fmla="*/ 761612 h 874085"/>
                <a:gd name="connsiteX39" fmla="*/ 1387175 w 1556822"/>
                <a:gd name="connsiteY39" fmla="*/ 810351 h 874085"/>
                <a:gd name="connsiteX40" fmla="*/ 1304694 w 1556822"/>
                <a:gd name="connsiteY40" fmla="*/ 829096 h 874085"/>
                <a:gd name="connsiteX41" fmla="*/ 236195 w 1556822"/>
                <a:gd name="connsiteY41" fmla="*/ 829096 h 874085"/>
                <a:gd name="connsiteX42" fmla="*/ 101226 w 1556822"/>
                <a:gd name="connsiteY42" fmla="*/ 780358 h 874085"/>
                <a:gd name="connsiteX43" fmla="*/ 37491 w 1556822"/>
                <a:gd name="connsiteY43" fmla="*/ 649138 h 874085"/>
                <a:gd name="connsiteX44" fmla="*/ 78732 w 1556822"/>
                <a:gd name="connsiteY44" fmla="*/ 510421 h 874085"/>
                <a:gd name="connsiteX45" fmla="*/ 202453 w 1556822"/>
                <a:gd name="connsiteY45" fmla="*/ 435438 h 874085"/>
                <a:gd name="connsiteX46" fmla="*/ 217449 w 1556822"/>
                <a:gd name="connsiteY46" fmla="*/ 424191 h 874085"/>
                <a:gd name="connsiteX47" fmla="*/ 221198 w 1556822"/>
                <a:gd name="connsiteY47" fmla="*/ 405446 h 874085"/>
                <a:gd name="connsiteX48" fmla="*/ 239944 w 1556822"/>
                <a:gd name="connsiteY48" fmla="*/ 195495 h 874085"/>
                <a:gd name="connsiteX49" fmla="*/ 307428 w 1556822"/>
                <a:gd name="connsiteY49" fmla="*/ 113014 h 874085"/>
                <a:gd name="connsiteX50" fmla="*/ 322424 w 1556822"/>
                <a:gd name="connsiteY50" fmla="*/ 101767 h 874085"/>
                <a:gd name="connsiteX51" fmla="*/ 341170 w 1556822"/>
                <a:gd name="connsiteY51" fmla="*/ 86770 h 874085"/>
                <a:gd name="connsiteX52" fmla="*/ 356167 w 1556822"/>
                <a:gd name="connsiteY52" fmla="*/ 79272 h 874085"/>
                <a:gd name="connsiteX53" fmla="*/ 401156 w 1556822"/>
                <a:gd name="connsiteY53" fmla="*/ 60526 h 874085"/>
                <a:gd name="connsiteX54" fmla="*/ 611107 w 1556822"/>
                <a:gd name="connsiteY54" fmla="*/ 75523 h 874085"/>
                <a:gd name="connsiteX55" fmla="*/ 742326 w 1556822"/>
                <a:gd name="connsiteY55" fmla="*/ 232986 h 874085"/>
                <a:gd name="connsiteX56" fmla="*/ 761072 w 1556822"/>
                <a:gd name="connsiteY56" fmla="*/ 247982 h 874085"/>
                <a:gd name="connsiteX57" fmla="*/ 783566 w 1556822"/>
                <a:gd name="connsiteY57" fmla="*/ 240484 h 874085"/>
                <a:gd name="connsiteX58" fmla="*/ 1068500 w 1556822"/>
                <a:gd name="connsiteY58" fmla="*/ 165502 h 874085"/>
                <a:gd name="connsiteX59" fmla="*/ 1218465 w 1556822"/>
                <a:gd name="connsiteY59" fmla="*/ 412944 h 874085"/>
                <a:gd name="connsiteX60" fmla="*/ 1225963 w 1556822"/>
                <a:gd name="connsiteY60" fmla="*/ 431689 h 874085"/>
                <a:gd name="connsiteX61" fmla="*/ 1248458 w 1556822"/>
                <a:gd name="connsiteY61" fmla="*/ 435438 h 874085"/>
                <a:gd name="connsiteX62" fmla="*/ 1334687 w 1556822"/>
                <a:gd name="connsiteY62" fmla="*/ 431689 h 874085"/>
                <a:gd name="connsiteX63" fmla="*/ 1413419 w 1556822"/>
                <a:gd name="connsiteY63" fmla="*/ 461682 h 874085"/>
                <a:gd name="connsiteX64" fmla="*/ 1473405 w 1556822"/>
                <a:gd name="connsiteY64" fmla="*/ 521668 h 874085"/>
                <a:gd name="connsiteX65" fmla="*/ 1503398 w 1556822"/>
                <a:gd name="connsiteY65" fmla="*/ 600400 h 874085"/>
                <a:gd name="connsiteX66" fmla="*/ 1495900 w 1556822"/>
                <a:gd name="connsiteY66" fmla="*/ 686630 h 874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556822" h="874085">
                  <a:moveTo>
                    <a:pt x="1552136" y="600400"/>
                  </a:moveTo>
                  <a:cubicBezTo>
                    <a:pt x="1544638" y="566658"/>
                    <a:pt x="1533391" y="532916"/>
                    <a:pt x="1514645" y="502923"/>
                  </a:cubicBezTo>
                  <a:cubicBezTo>
                    <a:pt x="1492150" y="472930"/>
                    <a:pt x="1469656" y="446686"/>
                    <a:pt x="1439663" y="427940"/>
                  </a:cubicBezTo>
                  <a:cubicBezTo>
                    <a:pt x="1409670" y="409195"/>
                    <a:pt x="1375928" y="394198"/>
                    <a:pt x="1342186" y="390449"/>
                  </a:cubicBezTo>
                  <a:cubicBezTo>
                    <a:pt x="1315942" y="386700"/>
                    <a:pt x="1289698" y="386700"/>
                    <a:pt x="1267203" y="390449"/>
                  </a:cubicBezTo>
                  <a:cubicBezTo>
                    <a:pt x="1267203" y="270477"/>
                    <a:pt x="1199719" y="169251"/>
                    <a:pt x="1087245" y="124261"/>
                  </a:cubicBezTo>
                  <a:cubicBezTo>
                    <a:pt x="974772" y="79272"/>
                    <a:pt x="858549" y="101767"/>
                    <a:pt x="776068" y="184247"/>
                  </a:cubicBezTo>
                  <a:cubicBezTo>
                    <a:pt x="746075" y="120512"/>
                    <a:pt x="693588" y="68025"/>
                    <a:pt x="629852" y="34283"/>
                  </a:cubicBezTo>
                  <a:cubicBezTo>
                    <a:pt x="554870" y="-3209"/>
                    <a:pt x="468640" y="-10707"/>
                    <a:pt x="386160" y="15537"/>
                  </a:cubicBezTo>
                  <a:cubicBezTo>
                    <a:pt x="374912" y="19286"/>
                    <a:pt x="367414" y="23035"/>
                    <a:pt x="356167" y="26784"/>
                  </a:cubicBezTo>
                  <a:cubicBezTo>
                    <a:pt x="348668" y="30533"/>
                    <a:pt x="341170" y="30533"/>
                    <a:pt x="337421" y="38032"/>
                  </a:cubicBezTo>
                  <a:cubicBezTo>
                    <a:pt x="329923" y="41781"/>
                    <a:pt x="322424" y="45530"/>
                    <a:pt x="318675" y="49279"/>
                  </a:cubicBezTo>
                  <a:cubicBezTo>
                    <a:pt x="266188" y="79272"/>
                    <a:pt x="228696" y="124261"/>
                    <a:pt x="202453" y="173000"/>
                  </a:cubicBezTo>
                  <a:cubicBezTo>
                    <a:pt x="164961" y="240484"/>
                    <a:pt x="153714" y="315467"/>
                    <a:pt x="172460" y="390449"/>
                  </a:cubicBezTo>
                  <a:cubicBezTo>
                    <a:pt x="172460" y="390449"/>
                    <a:pt x="172460" y="394198"/>
                    <a:pt x="172460" y="394198"/>
                  </a:cubicBezTo>
                  <a:cubicBezTo>
                    <a:pt x="119972" y="409195"/>
                    <a:pt x="78732" y="439188"/>
                    <a:pt x="44989" y="480428"/>
                  </a:cubicBezTo>
                  <a:cubicBezTo>
                    <a:pt x="33742" y="495425"/>
                    <a:pt x="22495" y="514170"/>
                    <a:pt x="14997" y="532916"/>
                  </a:cubicBezTo>
                  <a:lnTo>
                    <a:pt x="14997" y="532916"/>
                  </a:lnTo>
                  <a:cubicBezTo>
                    <a:pt x="11247" y="540414"/>
                    <a:pt x="11247" y="544163"/>
                    <a:pt x="7498" y="551661"/>
                  </a:cubicBezTo>
                  <a:lnTo>
                    <a:pt x="7498" y="551661"/>
                  </a:lnTo>
                  <a:cubicBezTo>
                    <a:pt x="3749" y="559159"/>
                    <a:pt x="3749" y="562909"/>
                    <a:pt x="3749" y="570407"/>
                  </a:cubicBezTo>
                  <a:cubicBezTo>
                    <a:pt x="3749" y="577905"/>
                    <a:pt x="0" y="585403"/>
                    <a:pt x="0" y="589153"/>
                  </a:cubicBezTo>
                  <a:cubicBezTo>
                    <a:pt x="0" y="596651"/>
                    <a:pt x="0" y="600400"/>
                    <a:pt x="0" y="607898"/>
                  </a:cubicBezTo>
                  <a:cubicBezTo>
                    <a:pt x="0" y="607898"/>
                    <a:pt x="0" y="607898"/>
                    <a:pt x="0" y="611647"/>
                  </a:cubicBezTo>
                  <a:cubicBezTo>
                    <a:pt x="0" y="615396"/>
                    <a:pt x="0" y="622895"/>
                    <a:pt x="0" y="626644"/>
                  </a:cubicBezTo>
                  <a:cubicBezTo>
                    <a:pt x="0" y="626644"/>
                    <a:pt x="0" y="630393"/>
                    <a:pt x="0" y="630393"/>
                  </a:cubicBezTo>
                  <a:cubicBezTo>
                    <a:pt x="0" y="637891"/>
                    <a:pt x="0" y="641640"/>
                    <a:pt x="0" y="649138"/>
                  </a:cubicBezTo>
                  <a:cubicBezTo>
                    <a:pt x="3749" y="671633"/>
                    <a:pt x="7498" y="694128"/>
                    <a:pt x="18746" y="716623"/>
                  </a:cubicBezTo>
                  <a:cubicBezTo>
                    <a:pt x="22495" y="724121"/>
                    <a:pt x="26244" y="731619"/>
                    <a:pt x="29993" y="739117"/>
                  </a:cubicBezTo>
                  <a:cubicBezTo>
                    <a:pt x="33742" y="746616"/>
                    <a:pt x="37491" y="754114"/>
                    <a:pt x="44989" y="761612"/>
                  </a:cubicBezTo>
                  <a:cubicBezTo>
                    <a:pt x="56237" y="776609"/>
                    <a:pt x="67484" y="791605"/>
                    <a:pt x="82481" y="806602"/>
                  </a:cubicBezTo>
                  <a:cubicBezTo>
                    <a:pt x="127470" y="851591"/>
                    <a:pt x="187456" y="874086"/>
                    <a:pt x="247442" y="874086"/>
                  </a:cubicBezTo>
                  <a:lnTo>
                    <a:pt x="1315942" y="874086"/>
                  </a:lnTo>
                  <a:cubicBezTo>
                    <a:pt x="1353433" y="874086"/>
                    <a:pt x="1387175" y="866588"/>
                    <a:pt x="1424666" y="855340"/>
                  </a:cubicBezTo>
                  <a:cubicBezTo>
                    <a:pt x="1454659" y="844093"/>
                    <a:pt x="1484652" y="821598"/>
                    <a:pt x="1507147" y="795354"/>
                  </a:cubicBezTo>
                  <a:cubicBezTo>
                    <a:pt x="1529642" y="769110"/>
                    <a:pt x="1544638" y="739117"/>
                    <a:pt x="1555886" y="705375"/>
                  </a:cubicBezTo>
                  <a:cubicBezTo>
                    <a:pt x="1555886" y="671633"/>
                    <a:pt x="1559635" y="634142"/>
                    <a:pt x="1552136" y="600400"/>
                  </a:cubicBezTo>
                  <a:close/>
                  <a:moveTo>
                    <a:pt x="1495900" y="686630"/>
                  </a:moveTo>
                  <a:cubicBezTo>
                    <a:pt x="1488401" y="716623"/>
                    <a:pt x="1473405" y="739117"/>
                    <a:pt x="1454659" y="761612"/>
                  </a:cubicBezTo>
                  <a:cubicBezTo>
                    <a:pt x="1435914" y="780358"/>
                    <a:pt x="1413419" y="799103"/>
                    <a:pt x="1387175" y="810351"/>
                  </a:cubicBezTo>
                  <a:cubicBezTo>
                    <a:pt x="1360931" y="821598"/>
                    <a:pt x="1334687" y="829096"/>
                    <a:pt x="1304694" y="829096"/>
                  </a:cubicBezTo>
                  <a:lnTo>
                    <a:pt x="236195" y="829096"/>
                  </a:lnTo>
                  <a:cubicBezTo>
                    <a:pt x="187456" y="829096"/>
                    <a:pt x="138718" y="810351"/>
                    <a:pt x="101226" y="780358"/>
                  </a:cubicBezTo>
                  <a:cubicBezTo>
                    <a:pt x="63735" y="742867"/>
                    <a:pt x="41240" y="697877"/>
                    <a:pt x="37491" y="649138"/>
                  </a:cubicBezTo>
                  <a:cubicBezTo>
                    <a:pt x="33742" y="600400"/>
                    <a:pt x="48739" y="551661"/>
                    <a:pt x="78732" y="510421"/>
                  </a:cubicBezTo>
                  <a:cubicBezTo>
                    <a:pt x="108725" y="472930"/>
                    <a:pt x="153714" y="442937"/>
                    <a:pt x="202453" y="435438"/>
                  </a:cubicBezTo>
                  <a:cubicBezTo>
                    <a:pt x="209951" y="431689"/>
                    <a:pt x="213700" y="427940"/>
                    <a:pt x="217449" y="424191"/>
                  </a:cubicBezTo>
                  <a:cubicBezTo>
                    <a:pt x="221198" y="416693"/>
                    <a:pt x="224947" y="412944"/>
                    <a:pt x="221198" y="405446"/>
                  </a:cubicBezTo>
                  <a:cubicBezTo>
                    <a:pt x="198703" y="334212"/>
                    <a:pt x="206202" y="259230"/>
                    <a:pt x="239944" y="195495"/>
                  </a:cubicBezTo>
                  <a:cubicBezTo>
                    <a:pt x="258689" y="161753"/>
                    <a:pt x="281184" y="135509"/>
                    <a:pt x="307428" y="113014"/>
                  </a:cubicBezTo>
                  <a:cubicBezTo>
                    <a:pt x="311177" y="109265"/>
                    <a:pt x="318675" y="105516"/>
                    <a:pt x="322424" y="101767"/>
                  </a:cubicBezTo>
                  <a:cubicBezTo>
                    <a:pt x="329923" y="98018"/>
                    <a:pt x="333672" y="90519"/>
                    <a:pt x="341170" y="86770"/>
                  </a:cubicBezTo>
                  <a:cubicBezTo>
                    <a:pt x="344919" y="83021"/>
                    <a:pt x="352417" y="79272"/>
                    <a:pt x="356167" y="79272"/>
                  </a:cubicBezTo>
                  <a:cubicBezTo>
                    <a:pt x="371163" y="71774"/>
                    <a:pt x="386160" y="64275"/>
                    <a:pt x="401156" y="60526"/>
                  </a:cubicBezTo>
                  <a:cubicBezTo>
                    <a:pt x="472389" y="38032"/>
                    <a:pt x="543623" y="41781"/>
                    <a:pt x="611107" y="75523"/>
                  </a:cubicBezTo>
                  <a:cubicBezTo>
                    <a:pt x="674842" y="105516"/>
                    <a:pt x="723581" y="161753"/>
                    <a:pt x="742326" y="232986"/>
                  </a:cubicBezTo>
                  <a:cubicBezTo>
                    <a:pt x="746075" y="240484"/>
                    <a:pt x="753573" y="247982"/>
                    <a:pt x="761072" y="247982"/>
                  </a:cubicBezTo>
                  <a:cubicBezTo>
                    <a:pt x="768570" y="251732"/>
                    <a:pt x="779817" y="247982"/>
                    <a:pt x="783566" y="240484"/>
                  </a:cubicBezTo>
                  <a:cubicBezTo>
                    <a:pt x="866047" y="135509"/>
                    <a:pt x="989768" y="131760"/>
                    <a:pt x="1068500" y="165502"/>
                  </a:cubicBezTo>
                  <a:cubicBezTo>
                    <a:pt x="1147231" y="195495"/>
                    <a:pt x="1233461" y="281725"/>
                    <a:pt x="1218465" y="412944"/>
                  </a:cubicBezTo>
                  <a:cubicBezTo>
                    <a:pt x="1218465" y="420442"/>
                    <a:pt x="1218465" y="427940"/>
                    <a:pt x="1225963" y="431689"/>
                  </a:cubicBezTo>
                  <a:cubicBezTo>
                    <a:pt x="1233461" y="435438"/>
                    <a:pt x="1240959" y="439188"/>
                    <a:pt x="1248458" y="435438"/>
                  </a:cubicBezTo>
                  <a:cubicBezTo>
                    <a:pt x="1278451" y="427940"/>
                    <a:pt x="1304694" y="427940"/>
                    <a:pt x="1334687" y="431689"/>
                  </a:cubicBezTo>
                  <a:cubicBezTo>
                    <a:pt x="1360931" y="435438"/>
                    <a:pt x="1390924" y="446686"/>
                    <a:pt x="1413419" y="461682"/>
                  </a:cubicBezTo>
                  <a:cubicBezTo>
                    <a:pt x="1439663" y="476679"/>
                    <a:pt x="1458408" y="495425"/>
                    <a:pt x="1473405" y="521668"/>
                  </a:cubicBezTo>
                  <a:cubicBezTo>
                    <a:pt x="1488401" y="544163"/>
                    <a:pt x="1499649" y="570407"/>
                    <a:pt x="1503398" y="600400"/>
                  </a:cubicBezTo>
                  <a:cubicBezTo>
                    <a:pt x="1507147" y="630393"/>
                    <a:pt x="1503398" y="656637"/>
                    <a:pt x="1495900" y="686630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E60B0559-B470-7856-F750-A3A13CA2501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1539234" y="5001108"/>
            <a:ext cx="199254" cy="199254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C75D433-A12D-1652-80E4-6413A7F28D1A}"/>
              </a:ext>
            </a:extLst>
          </p:cNvPr>
          <p:cNvCxnSpPr>
            <a:cxnSpLocks/>
            <a:stCxn id="28" idx="0"/>
          </p:cNvCxnSpPr>
          <p:nvPr/>
        </p:nvCxnSpPr>
        <p:spPr>
          <a:xfrm>
            <a:off x="10460726" y="5076785"/>
            <a:ext cx="355911" cy="0"/>
          </a:xfrm>
          <a:prstGeom prst="straightConnector1">
            <a:avLst/>
          </a:prstGeom>
          <a:ln w="222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AEBDCE4-0D18-0301-0154-580E9FF10A71}"/>
              </a:ext>
            </a:extLst>
          </p:cNvPr>
          <p:cNvCxnSpPr>
            <a:cxnSpLocks/>
          </p:cNvCxnSpPr>
          <p:nvPr/>
        </p:nvCxnSpPr>
        <p:spPr>
          <a:xfrm flipH="1">
            <a:off x="9860800" y="2834958"/>
            <a:ext cx="8270" cy="1416361"/>
          </a:xfrm>
          <a:prstGeom prst="straightConnector1">
            <a:avLst/>
          </a:prstGeom>
          <a:ln w="222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CE1D0A0-5D00-DA80-AD8A-96C0CB28F41F}"/>
              </a:ext>
            </a:extLst>
          </p:cNvPr>
          <p:cNvSpPr/>
          <p:nvPr/>
        </p:nvSpPr>
        <p:spPr>
          <a:xfrm>
            <a:off x="9698537" y="3667265"/>
            <a:ext cx="341066" cy="341066"/>
          </a:xfrm>
          <a:prstGeom prst="ellipse">
            <a:avLst/>
          </a:prstGeom>
          <a:solidFill>
            <a:srgbClr val="7030A0"/>
          </a:solidFill>
          <a:ln w="12700" cap="flat" cmpd="sng" algn="ctr">
            <a:solidFill>
              <a:srgbClr val="83489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1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9F16F32F-8349-91FB-5451-657C32775A27}"/>
              </a:ext>
            </a:extLst>
          </p:cNvPr>
          <p:cNvSpPr txBox="1"/>
          <p:nvPr/>
        </p:nvSpPr>
        <p:spPr>
          <a:xfrm>
            <a:off x="9282679" y="2598211"/>
            <a:ext cx="13890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Tx/>
              <a:buFont typeface="System Font Regular"/>
              <a:buChar char="✅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 Protected</a:t>
            </a:r>
          </a:p>
        </p:txBody>
      </p:sp>
      <p:graphicFrame>
        <p:nvGraphicFramePr>
          <p:cNvPr id="498" name="Table 30">
            <a:extLst>
              <a:ext uri="{FF2B5EF4-FFF2-40B4-BE49-F238E27FC236}">
                <a16:creationId xmlns:a16="http://schemas.microsoft.com/office/drawing/2014/main" id="{A64F021F-C787-AEE2-D430-695CAFE80E0A}"/>
              </a:ext>
            </a:extLst>
          </p:cNvPr>
          <p:cNvGraphicFramePr>
            <a:graphicFrameLocks noGrp="1"/>
          </p:cNvGraphicFramePr>
          <p:nvPr/>
        </p:nvGraphicFramePr>
        <p:xfrm>
          <a:off x="6042203" y="1850599"/>
          <a:ext cx="2700584" cy="4690410"/>
        </p:xfrm>
        <a:graphic>
          <a:graphicData uri="http://schemas.openxmlformats.org/drawingml/2006/table">
            <a:tbl>
              <a:tblPr firstRow="1" bandRow="1"/>
              <a:tblGrid>
                <a:gridCol w="2700584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4690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graphicFrame>
        <p:nvGraphicFramePr>
          <p:cNvPr id="499" name="Table 30">
            <a:extLst>
              <a:ext uri="{FF2B5EF4-FFF2-40B4-BE49-F238E27FC236}">
                <a16:creationId xmlns:a16="http://schemas.microsoft.com/office/drawing/2014/main" id="{05DFEA0E-9CA0-562E-F599-787996394229}"/>
              </a:ext>
            </a:extLst>
          </p:cNvPr>
          <p:cNvGraphicFramePr>
            <a:graphicFrameLocks noGrp="1"/>
          </p:cNvGraphicFramePr>
          <p:nvPr/>
        </p:nvGraphicFramePr>
        <p:xfrm>
          <a:off x="6158401" y="4362073"/>
          <a:ext cx="2482187" cy="1960132"/>
        </p:xfrm>
        <a:graphic>
          <a:graphicData uri="http://schemas.openxmlformats.org/drawingml/2006/table">
            <a:tbl>
              <a:tblPr firstRow="1" bandRow="1"/>
              <a:tblGrid>
                <a:gridCol w="2482187">
                  <a:extLst>
                    <a:ext uri="{9D8B030D-6E8A-4147-A177-3AD203B41FA5}">
                      <a16:colId xmlns:a16="http://schemas.microsoft.com/office/drawing/2014/main" val="912050242"/>
                    </a:ext>
                  </a:extLst>
                </a:gridCol>
              </a:tblGrid>
              <a:tr h="1994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Arial"/>
                          <a:cs typeface="Arial"/>
                          <a:sym typeface="Arial"/>
                        </a:rPr>
                        <a:t>Protected Data Layer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">
                          <a:srgbClr val="7030A0"/>
                        </a:gs>
                        <a:gs pos="50000">
                          <a:srgbClr val="000218">
                            <a:lumMod val="10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868845955"/>
                  </a:ext>
                </a:extLst>
              </a:tr>
              <a:tr h="17315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800"/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39194"/>
                  </a:ext>
                </a:extLst>
              </a:tr>
            </a:tbl>
          </a:graphicData>
        </a:graphic>
      </p:graphicFrame>
      <p:graphicFrame>
        <p:nvGraphicFramePr>
          <p:cNvPr id="500" name="Table 499">
            <a:extLst>
              <a:ext uri="{FF2B5EF4-FFF2-40B4-BE49-F238E27FC236}">
                <a16:creationId xmlns:a16="http://schemas.microsoft.com/office/drawing/2014/main" id="{F84FB668-780C-B4B1-2D97-2506972E70F5}"/>
              </a:ext>
            </a:extLst>
          </p:cNvPr>
          <p:cNvGraphicFramePr>
            <a:graphicFrameLocks noGrp="1"/>
          </p:cNvGraphicFramePr>
          <p:nvPr/>
        </p:nvGraphicFramePr>
        <p:xfrm>
          <a:off x="6105370" y="1966048"/>
          <a:ext cx="2551934" cy="1306384"/>
        </p:xfrm>
        <a:graphic>
          <a:graphicData uri="http://schemas.openxmlformats.org/drawingml/2006/table">
            <a:tbl>
              <a:tblPr firstRow="1" bandRow="1"/>
              <a:tblGrid>
                <a:gridCol w="2551934">
                  <a:extLst>
                    <a:ext uri="{9D8B030D-6E8A-4147-A177-3AD203B41FA5}">
                      <a16:colId xmlns:a16="http://schemas.microsoft.com/office/drawing/2014/main" val="3656706489"/>
                    </a:ext>
                  </a:extLst>
                </a:gridCol>
              </a:tblGrid>
              <a:tr h="2220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900" b="1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Clients &amp; Protected Storage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">
                          <a:srgbClr val="7030A0"/>
                        </a:gs>
                        <a:gs pos="50000">
                          <a:srgbClr val="000218">
                            <a:lumMod val="100000"/>
                          </a:srgb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02530383"/>
                  </a:ext>
                </a:extLst>
              </a:tr>
              <a:tr h="10777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Work Sans" pitchFamily="2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03515"/>
                  </a:ext>
                </a:extLst>
              </a:tr>
            </a:tbl>
          </a:graphicData>
        </a:graphic>
      </p:graphicFrame>
      <p:sp>
        <p:nvSpPr>
          <p:cNvPr id="501" name="TextBox 500">
            <a:extLst>
              <a:ext uri="{FF2B5EF4-FFF2-40B4-BE49-F238E27FC236}">
                <a16:creationId xmlns:a16="http://schemas.microsoft.com/office/drawing/2014/main" id="{376C29C2-F999-4140-BBC3-D848BB64A951}"/>
              </a:ext>
            </a:extLst>
          </p:cNvPr>
          <p:cNvSpPr txBox="1"/>
          <p:nvPr/>
        </p:nvSpPr>
        <p:spPr>
          <a:xfrm>
            <a:off x="5943723" y="1564011"/>
            <a:ext cx="2437182" cy="253916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/>
                <a:sym typeface="Arial"/>
              </a:rPr>
              <a:t>Primary DC</a:t>
            </a:r>
          </a:p>
        </p:txBody>
      </p: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E4DEEDAA-28BC-B5A1-68D5-9BCBB55858F3}"/>
              </a:ext>
            </a:extLst>
          </p:cNvPr>
          <p:cNvGrpSpPr/>
          <p:nvPr/>
        </p:nvGrpSpPr>
        <p:grpSpPr>
          <a:xfrm>
            <a:off x="6423882" y="2346899"/>
            <a:ext cx="702195" cy="427590"/>
            <a:chOff x="809967" y="4292795"/>
            <a:chExt cx="702195" cy="427590"/>
          </a:xfrm>
        </p:grpSpPr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F8D92E9A-9AC3-523A-B22C-2CA7283815AD}"/>
                </a:ext>
              </a:extLst>
            </p:cNvPr>
            <p:cNvSpPr>
              <a:spLocks/>
            </p:cNvSpPr>
            <p:nvPr/>
          </p:nvSpPr>
          <p:spPr>
            <a:xfrm>
              <a:off x="809967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Devices</a:t>
              </a:r>
            </a:p>
          </p:txBody>
        </p:sp>
        <p:sp>
          <p:nvSpPr>
            <p:cNvPr id="504" name="Freeform: Shape 210">
              <a:extLst>
                <a:ext uri="{FF2B5EF4-FFF2-40B4-BE49-F238E27FC236}">
                  <a16:creationId xmlns:a16="http://schemas.microsoft.com/office/drawing/2014/main" id="{F61225C0-F143-C471-1453-02BC1F40DD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4881" y="4438701"/>
              <a:ext cx="312368" cy="281684"/>
            </a:xfrm>
            <a:custGeom>
              <a:avLst/>
              <a:gdLst>
                <a:gd name="connsiteX0" fmla="*/ 717948 w 756461"/>
                <a:gd name="connsiteY0" fmla="*/ 0 h 682154"/>
                <a:gd name="connsiteX1" fmla="*/ 119845 w 756461"/>
                <a:gd name="connsiteY1" fmla="*/ 0 h 682154"/>
                <a:gd name="connsiteX2" fmla="*/ 81372 w 756461"/>
                <a:gd name="connsiteY2" fmla="*/ 38472 h 682154"/>
                <a:gd name="connsiteX3" fmla="*/ 81372 w 756461"/>
                <a:gd name="connsiteY3" fmla="*/ 295943 h 682154"/>
                <a:gd name="connsiteX4" fmla="*/ 23590 w 756461"/>
                <a:gd name="connsiteY4" fmla="*/ 295943 h 682154"/>
                <a:gd name="connsiteX5" fmla="*/ 0 w 756461"/>
                <a:gd name="connsiteY5" fmla="*/ 320499 h 682154"/>
                <a:gd name="connsiteX6" fmla="*/ 0 w 756461"/>
                <a:gd name="connsiteY6" fmla="*/ 657598 h 682154"/>
                <a:gd name="connsiteX7" fmla="*/ 23590 w 756461"/>
                <a:gd name="connsiteY7" fmla="*/ 682155 h 682154"/>
                <a:gd name="connsiteX8" fmla="*/ 194821 w 756461"/>
                <a:gd name="connsiteY8" fmla="*/ 682155 h 682154"/>
                <a:gd name="connsiteX9" fmla="*/ 218410 w 756461"/>
                <a:gd name="connsiteY9" fmla="*/ 657598 h 682154"/>
                <a:gd name="connsiteX10" fmla="*/ 218410 w 756461"/>
                <a:gd name="connsiteY10" fmla="*/ 475471 h 682154"/>
                <a:gd name="connsiteX11" fmla="*/ 385355 w 756461"/>
                <a:gd name="connsiteY11" fmla="*/ 475471 h 682154"/>
                <a:gd name="connsiteX12" fmla="*/ 385355 w 756461"/>
                <a:gd name="connsiteY12" fmla="*/ 540471 h 682154"/>
                <a:gd name="connsiteX13" fmla="*/ 377541 w 756461"/>
                <a:gd name="connsiteY13" fmla="*/ 540471 h 682154"/>
                <a:gd name="connsiteX14" fmla="*/ 277643 w 756461"/>
                <a:gd name="connsiteY14" fmla="*/ 564061 h 682154"/>
                <a:gd name="connsiteX15" fmla="*/ 233776 w 756461"/>
                <a:gd name="connsiteY15" fmla="*/ 625043 h 682154"/>
                <a:gd name="connsiteX16" fmla="*/ 241329 w 756461"/>
                <a:gd name="connsiteY16" fmla="*/ 632596 h 682154"/>
                <a:gd name="connsiteX17" fmla="*/ 596468 w 756461"/>
                <a:gd name="connsiteY17" fmla="*/ 632596 h 682154"/>
                <a:gd name="connsiteX18" fmla="*/ 604022 w 756461"/>
                <a:gd name="connsiteY18" fmla="*/ 625043 h 682154"/>
                <a:gd name="connsiteX19" fmla="*/ 560154 w 756461"/>
                <a:gd name="connsiteY19" fmla="*/ 564061 h 682154"/>
                <a:gd name="connsiteX20" fmla="*/ 460256 w 756461"/>
                <a:gd name="connsiteY20" fmla="*/ 540471 h 682154"/>
                <a:gd name="connsiteX21" fmla="*/ 452442 w 756461"/>
                <a:gd name="connsiteY21" fmla="*/ 540471 h 682154"/>
                <a:gd name="connsiteX22" fmla="*/ 452442 w 756461"/>
                <a:gd name="connsiteY22" fmla="*/ 475471 h 682154"/>
                <a:gd name="connsiteX23" fmla="*/ 717952 w 756461"/>
                <a:gd name="connsiteY23" fmla="*/ 475471 h 682154"/>
                <a:gd name="connsiteX24" fmla="*/ 756424 w 756461"/>
                <a:gd name="connsiteY24" fmla="*/ 436998 h 682154"/>
                <a:gd name="connsiteX25" fmla="*/ 756461 w 756461"/>
                <a:gd name="connsiteY25" fmla="*/ 38472 h 682154"/>
                <a:gd name="connsiteX26" fmla="*/ 717989 w 756461"/>
                <a:gd name="connsiteY26" fmla="*/ 0 h 682154"/>
                <a:gd name="connsiteX27" fmla="*/ 23594 w 756461"/>
                <a:gd name="connsiteY27" fmla="*/ 311087 h 682154"/>
                <a:gd name="connsiteX28" fmla="*/ 194825 w 756461"/>
                <a:gd name="connsiteY28" fmla="*/ 311087 h 682154"/>
                <a:gd name="connsiteX29" fmla="*/ 203308 w 756461"/>
                <a:gd name="connsiteY29" fmla="*/ 320500 h 682154"/>
                <a:gd name="connsiteX30" fmla="*/ 203308 w 756461"/>
                <a:gd name="connsiteY30" fmla="*/ 346434 h 682154"/>
                <a:gd name="connsiteX31" fmla="*/ 15114 w 756461"/>
                <a:gd name="connsiteY31" fmla="*/ 346471 h 682154"/>
                <a:gd name="connsiteX32" fmla="*/ 15114 w 756461"/>
                <a:gd name="connsiteY32" fmla="*/ 320537 h 682154"/>
                <a:gd name="connsiteX33" fmla="*/ 23597 w 756461"/>
                <a:gd name="connsiteY33" fmla="*/ 311124 h 682154"/>
                <a:gd name="connsiteX34" fmla="*/ 15111 w 756461"/>
                <a:gd name="connsiteY34" fmla="*/ 361577 h 682154"/>
                <a:gd name="connsiteX35" fmla="*/ 203268 w 756461"/>
                <a:gd name="connsiteY35" fmla="*/ 361577 h 682154"/>
                <a:gd name="connsiteX36" fmla="*/ 203268 w 756461"/>
                <a:gd name="connsiteY36" fmla="*/ 606102 h 682154"/>
                <a:gd name="connsiteX37" fmla="*/ 15111 w 756461"/>
                <a:gd name="connsiteY37" fmla="*/ 606102 h 682154"/>
                <a:gd name="connsiteX38" fmla="*/ 218413 w 756461"/>
                <a:gd name="connsiteY38" fmla="*/ 354024 h 682154"/>
                <a:gd name="connsiteX39" fmla="*/ 218413 w 756461"/>
                <a:gd name="connsiteY39" fmla="*/ 320538 h 682154"/>
                <a:gd name="connsiteX40" fmla="*/ 194823 w 756461"/>
                <a:gd name="connsiteY40" fmla="*/ 295981 h 682154"/>
                <a:gd name="connsiteX41" fmla="*/ 141580 w 756461"/>
                <a:gd name="connsiteY41" fmla="*/ 295981 h 682154"/>
                <a:gd name="connsiteX42" fmla="*/ 141580 w 756461"/>
                <a:gd name="connsiteY42" fmla="*/ 65857 h 682154"/>
                <a:gd name="connsiteX43" fmla="*/ 696335 w 756461"/>
                <a:gd name="connsiteY43" fmla="*/ 65857 h 682154"/>
                <a:gd name="connsiteX44" fmla="*/ 696335 w 756461"/>
                <a:gd name="connsiteY44" fmla="*/ 387069 h 682154"/>
                <a:gd name="connsiteX45" fmla="*/ 218447 w 756461"/>
                <a:gd name="connsiteY45" fmla="*/ 387069 h 682154"/>
                <a:gd name="connsiteX46" fmla="*/ 218447 w 756461"/>
                <a:gd name="connsiteY46" fmla="*/ 354066 h 682154"/>
                <a:gd name="connsiteX47" fmla="*/ 194823 w 756461"/>
                <a:gd name="connsiteY47" fmla="*/ 667044 h 682154"/>
                <a:gd name="connsiteX48" fmla="*/ 23592 w 756461"/>
                <a:gd name="connsiteY48" fmla="*/ 667044 h 682154"/>
                <a:gd name="connsiteX49" fmla="*/ 15109 w 756461"/>
                <a:gd name="connsiteY49" fmla="*/ 657630 h 682154"/>
                <a:gd name="connsiteX50" fmla="*/ 15109 w 756461"/>
                <a:gd name="connsiteY50" fmla="*/ 621242 h 682154"/>
                <a:gd name="connsiteX51" fmla="*/ 203266 w 756461"/>
                <a:gd name="connsiteY51" fmla="*/ 621242 h 682154"/>
                <a:gd name="connsiteX52" fmla="*/ 203266 w 756461"/>
                <a:gd name="connsiteY52" fmla="*/ 657630 h 682154"/>
                <a:gd name="connsiteX53" fmla="*/ 194783 w 756461"/>
                <a:gd name="connsiteY53" fmla="*/ 667044 h 682154"/>
                <a:gd name="connsiteX54" fmla="*/ 588101 w 756461"/>
                <a:gd name="connsiteY54" fmla="*/ 617484 h 682154"/>
                <a:gd name="connsiteX55" fmla="*/ 249773 w 756461"/>
                <a:gd name="connsiteY55" fmla="*/ 617484 h 682154"/>
                <a:gd name="connsiteX56" fmla="*/ 377541 w 756461"/>
                <a:gd name="connsiteY56" fmla="*/ 555609 h 682154"/>
                <a:gd name="connsiteX57" fmla="*/ 460290 w 756461"/>
                <a:gd name="connsiteY57" fmla="*/ 555609 h 682154"/>
                <a:gd name="connsiteX58" fmla="*/ 588058 w 756461"/>
                <a:gd name="connsiteY58" fmla="*/ 617484 h 682154"/>
                <a:gd name="connsiteX59" fmla="*/ 437377 w 756461"/>
                <a:gd name="connsiteY59" fmla="*/ 540503 h 682154"/>
                <a:gd name="connsiteX60" fmla="*/ 400505 w 756461"/>
                <a:gd name="connsiteY60" fmla="*/ 540503 h 682154"/>
                <a:gd name="connsiteX61" fmla="*/ 400505 w 756461"/>
                <a:gd name="connsiteY61" fmla="*/ 475503 h 682154"/>
                <a:gd name="connsiteX62" fmla="*/ 437377 w 756461"/>
                <a:gd name="connsiteY62" fmla="*/ 475503 h 682154"/>
                <a:gd name="connsiteX63" fmla="*/ 741358 w 756461"/>
                <a:gd name="connsiteY63" fmla="*/ 437033 h 682154"/>
                <a:gd name="connsiteX64" fmla="*/ 717992 w 756461"/>
                <a:gd name="connsiteY64" fmla="*/ 460399 h 682154"/>
                <a:gd name="connsiteX65" fmla="*/ 218454 w 756461"/>
                <a:gd name="connsiteY65" fmla="*/ 460399 h 682154"/>
                <a:gd name="connsiteX66" fmla="*/ 218454 w 756461"/>
                <a:gd name="connsiteY66" fmla="*/ 402207 h 682154"/>
                <a:gd name="connsiteX67" fmla="*/ 703934 w 756461"/>
                <a:gd name="connsiteY67" fmla="*/ 402207 h 682154"/>
                <a:gd name="connsiteX68" fmla="*/ 711487 w 756461"/>
                <a:gd name="connsiteY68" fmla="*/ 394654 h 682154"/>
                <a:gd name="connsiteX69" fmla="*/ 711449 w 756461"/>
                <a:gd name="connsiteY69" fmla="*/ 58269 h 682154"/>
                <a:gd name="connsiteX70" fmla="*/ 703896 w 756461"/>
                <a:gd name="connsiteY70" fmla="*/ 50716 h 682154"/>
                <a:gd name="connsiteX71" fmla="*/ 133996 w 756461"/>
                <a:gd name="connsiteY71" fmla="*/ 50679 h 682154"/>
                <a:gd name="connsiteX72" fmla="*/ 126443 w 756461"/>
                <a:gd name="connsiteY72" fmla="*/ 58232 h 682154"/>
                <a:gd name="connsiteX73" fmla="*/ 126443 w 756461"/>
                <a:gd name="connsiteY73" fmla="*/ 295947 h 682154"/>
                <a:gd name="connsiteX74" fmla="*/ 96566 w 756461"/>
                <a:gd name="connsiteY74" fmla="*/ 295947 h 682154"/>
                <a:gd name="connsiteX75" fmla="*/ 96566 w 756461"/>
                <a:gd name="connsiteY75" fmla="*/ 38477 h 682154"/>
                <a:gd name="connsiteX76" fmla="*/ 119932 w 756461"/>
                <a:gd name="connsiteY76" fmla="*/ 15111 h 682154"/>
                <a:gd name="connsiteX77" fmla="*/ 718035 w 756461"/>
                <a:gd name="connsiteY77" fmla="*/ 15111 h 682154"/>
                <a:gd name="connsiteX78" fmla="*/ 741401 w 756461"/>
                <a:gd name="connsiteY78" fmla="*/ 38477 h 682154"/>
                <a:gd name="connsiteX79" fmla="*/ 741401 w 756461"/>
                <a:gd name="connsiteY79" fmla="*/ 437003 h 682154"/>
                <a:gd name="connsiteX80" fmla="*/ 674758 w 756461"/>
                <a:gd name="connsiteY80" fmla="*/ 413742 h 682154"/>
                <a:gd name="connsiteX81" fmla="*/ 658052 w 756461"/>
                <a:gd name="connsiteY81" fmla="*/ 430447 h 682154"/>
                <a:gd name="connsiteX82" fmla="*/ 674758 w 756461"/>
                <a:gd name="connsiteY82" fmla="*/ 447153 h 682154"/>
                <a:gd name="connsiteX83" fmla="*/ 691463 w 756461"/>
                <a:gd name="connsiteY83" fmla="*/ 430447 h 682154"/>
                <a:gd name="connsiteX84" fmla="*/ 674758 w 756461"/>
                <a:gd name="connsiteY84" fmla="*/ 413742 h 682154"/>
                <a:gd name="connsiteX85" fmla="*/ 674758 w 756461"/>
                <a:gd name="connsiteY85" fmla="*/ 435024 h 682154"/>
                <a:gd name="connsiteX86" fmla="*/ 670181 w 756461"/>
                <a:gd name="connsiteY86" fmla="*/ 430448 h 682154"/>
                <a:gd name="connsiteX87" fmla="*/ 674758 w 756461"/>
                <a:gd name="connsiteY87" fmla="*/ 425871 h 682154"/>
                <a:gd name="connsiteX88" fmla="*/ 679334 w 756461"/>
                <a:gd name="connsiteY88" fmla="*/ 430448 h 682154"/>
                <a:gd name="connsiteX89" fmla="*/ 674758 w 756461"/>
                <a:gd name="connsiteY89" fmla="*/ 435024 h 682154"/>
                <a:gd name="connsiteX90" fmla="*/ 108430 w 756461"/>
                <a:gd name="connsiteY90" fmla="*/ 622848 h 682154"/>
                <a:gd name="connsiteX91" fmla="*/ 87854 w 756461"/>
                <a:gd name="connsiteY91" fmla="*/ 644279 h 682154"/>
                <a:gd name="connsiteX92" fmla="*/ 108430 w 756461"/>
                <a:gd name="connsiteY92" fmla="*/ 665710 h 682154"/>
                <a:gd name="connsiteX93" fmla="*/ 129005 w 756461"/>
                <a:gd name="connsiteY93" fmla="*/ 644279 h 682154"/>
                <a:gd name="connsiteX94" fmla="*/ 108430 w 756461"/>
                <a:gd name="connsiteY94" fmla="*/ 622848 h 682154"/>
                <a:gd name="connsiteX95" fmla="*/ 108430 w 756461"/>
                <a:gd name="connsiteY95" fmla="*/ 653581 h 682154"/>
                <a:gd name="connsiteX96" fmla="*/ 99984 w 756461"/>
                <a:gd name="connsiteY96" fmla="*/ 644242 h 682154"/>
                <a:gd name="connsiteX97" fmla="*/ 108430 w 756461"/>
                <a:gd name="connsiteY97" fmla="*/ 634940 h 682154"/>
                <a:gd name="connsiteX98" fmla="*/ 116876 w 756461"/>
                <a:gd name="connsiteY98" fmla="*/ 644242 h 682154"/>
                <a:gd name="connsiteX99" fmla="*/ 108430 w 756461"/>
                <a:gd name="connsiteY99" fmla="*/ 653581 h 682154"/>
                <a:gd name="connsiteX100" fmla="*/ 86663 w 756461"/>
                <a:gd name="connsiteY100" fmla="*/ 328207 h 682154"/>
                <a:gd name="connsiteX101" fmla="*/ 92728 w 756461"/>
                <a:gd name="connsiteY101" fmla="*/ 322142 h 682154"/>
                <a:gd name="connsiteX102" fmla="*/ 125581 w 756461"/>
                <a:gd name="connsiteY102" fmla="*/ 322142 h 682154"/>
                <a:gd name="connsiteX103" fmla="*/ 131646 w 756461"/>
                <a:gd name="connsiteY103" fmla="*/ 328207 h 682154"/>
                <a:gd name="connsiteX104" fmla="*/ 125581 w 756461"/>
                <a:gd name="connsiteY104" fmla="*/ 334272 h 682154"/>
                <a:gd name="connsiteX105" fmla="*/ 92728 w 756461"/>
                <a:gd name="connsiteY105" fmla="*/ 334272 h 682154"/>
                <a:gd name="connsiteX106" fmla="*/ 86663 w 756461"/>
                <a:gd name="connsiteY106" fmla="*/ 328207 h 68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756461" h="682154">
                  <a:moveTo>
                    <a:pt x="717948" y="0"/>
                  </a:moveTo>
                  <a:lnTo>
                    <a:pt x="119845" y="0"/>
                  </a:lnTo>
                  <a:cubicBezTo>
                    <a:pt x="98636" y="0"/>
                    <a:pt x="81372" y="17264"/>
                    <a:pt x="81372" y="38472"/>
                  </a:cubicBezTo>
                  <a:lnTo>
                    <a:pt x="81372" y="295943"/>
                  </a:lnTo>
                  <a:lnTo>
                    <a:pt x="23590" y="295943"/>
                  </a:lnTo>
                  <a:cubicBezTo>
                    <a:pt x="10567" y="295943"/>
                    <a:pt x="0" y="306956"/>
                    <a:pt x="0" y="320499"/>
                  </a:cubicBezTo>
                  <a:lnTo>
                    <a:pt x="0" y="657598"/>
                  </a:lnTo>
                  <a:cubicBezTo>
                    <a:pt x="0" y="671142"/>
                    <a:pt x="10604" y="682155"/>
                    <a:pt x="23590" y="682155"/>
                  </a:cubicBezTo>
                  <a:lnTo>
                    <a:pt x="194821" y="682155"/>
                  </a:lnTo>
                  <a:cubicBezTo>
                    <a:pt x="207843" y="682155"/>
                    <a:pt x="218410" y="671142"/>
                    <a:pt x="218410" y="657598"/>
                  </a:cubicBezTo>
                  <a:lnTo>
                    <a:pt x="218410" y="475471"/>
                  </a:lnTo>
                  <a:lnTo>
                    <a:pt x="385355" y="475471"/>
                  </a:lnTo>
                  <a:lnTo>
                    <a:pt x="385355" y="540471"/>
                  </a:lnTo>
                  <a:lnTo>
                    <a:pt x="377541" y="540471"/>
                  </a:lnTo>
                  <a:cubicBezTo>
                    <a:pt x="340037" y="540471"/>
                    <a:pt x="304541" y="548843"/>
                    <a:pt x="277643" y="564061"/>
                  </a:cubicBezTo>
                  <a:cubicBezTo>
                    <a:pt x="249365" y="580060"/>
                    <a:pt x="233776" y="601714"/>
                    <a:pt x="233776" y="625043"/>
                  </a:cubicBezTo>
                  <a:cubicBezTo>
                    <a:pt x="233776" y="629210"/>
                    <a:pt x="237162" y="632596"/>
                    <a:pt x="241329" y="632596"/>
                  </a:cubicBezTo>
                  <a:lnTo>
                    <a:pt x="596468" y="632596"/>
                  </a:lnTo>
                  <a:cubicBezTo>
                    <a:pt x="600636" y="632596"/>
                    <a:pt x="604022" y="629210"/>
                    <a:pt x="604022" y="625043"/>
                  </a:cubicBezTo>
                  <a:cubicBezTo>
                    <a:pt x="604022" y="601714"/>
                    <a:pt x="588432" y="580059"/>
                    <a:pt x="560154" y="564061"/>
                  </a:cubicBezTo>
                  <a:cubicBezTo>
                    <a:pt x="533254" y="548843"/>
                    <a:pt x="497758" y="540471"/>
                    <a:pt x="460256" y="540471"/>
                  </a:cubicBezTo>
                  <a:lnTo>
                    <a:pt x="452442" y="540471"/>
                  </a:lnTo>
                  <a:lnTo>
                    <a:pt x="452442" y="475471"/>
                  </a:lnTo>
                  <a:lnTo>
                    <a:pt x="717952" y="475471"/>
                  </a:lnTo>
                  <a:cubicBezTo>
                    <a:pt x="739160" y="475471"/>
                    <a:pt x="756424" y="458207"/>
                    <a:pt x="756424" y="436998"/>
                  </a:cubicBezTo>
                  <a:lnTo>
                    <a:pt x="756461" y="38472"/>
                  </a:lnTo>
                  <a:cubicBezTo>
                    <a:pt x="756461" y="17264"/>
                    <a:pt x="739197" y="0"/>
                    <a:pt x="717989" y="0"/>
                  </a:cubicBezTo>
                  <a:close/>
                  <a:moveTo>
                    <a:pt x="23594" y="311087"/>
                  </a:moveTo>
                  <a:lnTo>
                    <a:pt x="194825" y="311087"/>
                  </a:lnTo>
                  <a:cubicBezTo>
                    <a:pt x="199513" y="311087"/>
                    <a:pt x="203308" y="315328"/>
                    <a:pt x="203308" y="320500"/>
                  </a:cubicBezTo>
                  <a:lnTo>
                    <a:pt x="203308" y="346434"/>
                  </a:lnTo>
                  <a:lnTo>
                    <a:pt x="15114" y="346471"/>
                  </a:lnTo>
                  <a:lnTo>
                    <a:pt x="15114" y="320537"/>
                  </a:lnTo>
                  <a:cubicBezTo>
                    <a:pt x="15114" y="315328"/>
                    <a:pt x="18909" y="311124"/>
                    <a:pt x="23597" y="311124"/>
                  </a:cubicBezTo>
                  <a:close/>
                  <a:moveTo>
                    <a:pt x="15111" y="361577"/>
                  </a:moveTo>
                  <a:lnTo>
                    <a:pt x="203268" y="361577"/>
                  </a:lnTo>
                  <a:lnTo>
                    <a:pt x="203268" y="606102"/>
                  </a:lnTo>
                  <a:lnTo>
                    <a:pt x="15111" y="606102"/>
                  </a:lnTo>
                  <a:close/>
                  <a:moveTo>
                    <a:pt x="218413" y="354024"/>
                  </a:moveTo>
                  <a:lnTo>
                    <a:pt x="218413" y="320538"/>
                  </a:lnTo>
                  <a:cubicBezTo>
                    <a:pt x="218413" y="306994"/>
                    <a:pt x="207809" y="295981"/>
                    <a:pt x="194823" y="295981"/>
                  </a:cubicBezTo>
                  <a:lnTo>
                    <a:pt x="141580" y="295981"/>
                  </a:lnTo>
                  <a:lnTo>
                    <a:pt x="141580" y="65857"/>
                  </a:lnTo>
                  <a:lnTo>
                    <a:pt x="696335" y="65857"/>
                  </a:lnTo>
                  <a:lnTo>
                    <a:pt x="696335" y="387069"/>
                  </a:lnTo>
                  <a:lnTo>
                    <a:pt x="218447" y="387069"/>
                  </a:lnTo>
                  <a:lnTo>
                    <a:pt x="218447" y="354066"/>
                  </a:lnTo>
                  <a:close/>
                  <a:moveTo>
                    <a:pt x="194823" y="667044"/>
                  </a:moveTo>
                  <a:lnTo>
                    <a:pt x="23592" y="667044"/>
                  </a:lnTo>
                  <a:cubicBezTo>
                    <a:pt x="18904" y="667044"/>
                    <a:pt x="15109" y="662802"/>
                    <a:pt x="15109" y="657630"/>
                  </a:cubicBezTo>
                  <a:lnTo>
                    <a:pt x="15109" y="621242"/>
                  </a:lnTo>
                  <a:lnTo>
                    <a:pt x="203266" y="621242"/>
                  </a:lnTo>
                  <a:lnTo>
                    <a:pt x="203266" y="657630"/>
                  </a:lnTo>
                  <a:cubicBezTo>
                    <a:pt x="203266" y="662839"/>
                    <a:pt x="199471" y="667044"/>
                    <a:pt x="194783" y="667044"/>
                  </a:cubicBezTo>
                  <a:close/>
                  <a:moveTo>
                    <a:pt x="588101" y="617484"/>
                  </a:moveTo>
                  <a:lnTo>
                    <a:pt x="249773" y="617484"/>
                  </a:lnTo>
                  <a:cubicBezTo>
                    <a:pt x="257028" y="583253"/>
                    <a:pt x="312579" y="555609"/>
                    <a:pt x="377541" y="555609"/>
                  </a:cubicBezTo>
                  <a:lnTo>
                    <a:pt x="460290" y="555609"/>
                  </a:lnTo>
                  <a:cubicBezTo>
                    <a:pt x="525290" y="555609"/>
                    <a:pt x="580838" y="583253"/>
                    <a:pt x="588058" y="617484"/>
                  </a:cubicBezTo>
                  <a:close/>
                  <a:moveTo>
                    <a:pt x="437377" y="540503"/>
                  </a:moveTo>
                  <a:lnTo>
                    <a:pt x="400505" y="540503"/>
                  </a:lnTo>
                  <a:lnTo>
                    <a:pt x="400505" y="475503"/>
                  </a:lnTo>
                  <a:lnTo>
                    <a:pt x="437377" y="475503"/>
                  </a:lnTo>
                  <a:close/>
                  <a:moveTo>
                    <a:pt x="741358" y="437033"/>
                  </a:moveTo>
                  <a:cubicBezTo>
                    <a:pt x="741358" y="449907"/>
                    <a:pt x="730865" y="460399"/>
                    <a:pt x="717992" y="460399"/>
                  </a:cubicBezTo>
                  <a:lnTo>
                    <a:pt x="218454" y="460399"/>
                  </a:lnTo>
                  <a:lnTo>
                    <a:pt x="218454" y="402207"/>
                  </a:lnTo>
                  <a:lnTo>
                    <a:pt x="703934" y="402207"/>
                  </a:lnTo>
                  <a:cubicBezTo>
                    <a:pt x="708101" y="402207"/>
                    <a:pt x="711487" y="398821"/>
                    <a:pt x="711487" y="394654"/>
                  </a:cubicBezTo>
                  <a:lnTo>
                    <a:pt x="711449" y="58269"/>
                  </a:lnTo>
                  <a:cubicBezTo>
                    <a:pt x="711449" y="54102"/>
                    <a:pt x="708063" y="50716"/>
                    <a:pt x="703896" y="50716"/>
                  </a:cubicBezTo>
                  <a:lnTo>
                    <a:pt x="133996" y="50679"/>
                  </a:lnTo>
                  <a:cubicBezTo>
                    <a:pt x="129829" y="50679"/>
                    <a:pt x="126443" y="54064"/>
                    <a:pt x="126443" y="58232"/>
                  </a:cubicBezTo>
                  <a:lnTo>
                    <a:pt x="126443" y="295947"/>
                  </a:lnTo>
                  <a:lnTo>
                    <a:pt x="96566" y="295947"/>
                  </a:lnTo>
                  <a:lnTo>
                    <a:pt x="96566" y="38477"/>
                  </a:lnTo>
                  <a:cubicBezTo>
                    <a:pt x="96566" y="25603"/>
                    <a:pt x="107059" y="15111"/>
                    <a:pt x="119932" y="15111"/>
                  </a:cubicBezTo>
                  <a:lnTo>
                    <a:pt x="718035" y="15111"/>
                  </a:lnTo>
                  <a:cubicBezTo>
                    <a:pt x="730909" y="15111"/>
                    <a:pt x="741401" y="25604"/>
                    <a:pt x="741401" y="38477"/>
                  </a:cubicBezTo>
                  <a:lnTo>
                    <a:pt x="741401" y="437003"/>
                  </a:lnTo>
                  <a:close/>
                  <a:moveTo>
                    <a:pt x="674758" y="413742"/>
                  </a:moveTo>
                  <a:cubicBezTo>
                    <a:pt x="665567" y="413742"/>
                    <a:pt x="658052" y="421220"/>
                    <a:pt x="658052" y="430447"/>
                  </a:cubicBezTo>
                  <a:cubicBezTo>
                    <a:pt x="658052" y="439638"/>
                    <a:pt x="665530" y="447153"/>
                    <a:pt x="674758" y="447153"/>
                  </a:cubicBezTo>
                  <a:cubicBezTo>
                    <a:pt x="683948" y="447153"/>
                    <a:pt x="691463" y="439675"/>
                    <a:pt x="691463" y="430447"/>
                  </a:cubicBezTo>
                  <a:cubicBezTo>
                    <a:pt x="691463" y="421257"/>
                    <a:pt x="683985" y="413742"/>
                    <a:pt x="674758" y="413742"/>
                  </a:cubicBezTo>
                  <a:close/>
                  <a:moveTo>
                    <a:pt x="674758" y="435024"/>
                  </a:moveTo>
                  <a:cubicBezTo>
                    <a:pt x="672227" y="435024"/>
                    <a:pt x="670181" y="432978"/>
                    <a:pt x="670181" y="430448"/>
                  </a:cubicBezTo>
                  <a:cubicBezTo>
                    <a:pt x="670181" y="427918"/>
                    <a:pt x="672227" y="425871"/>
                    <a:pt x="674758" y="425871"/>
                  </a:cubicBezTo>
                  <a:cubicBezTo>
                    <a:pt x="677288" y="425871"/>
                    <a:pt x="679334" y="427918"/>
                    <a:pt x="679334" y="430448"/>
                  </a:cubicBezTo>
                  <a:cubicBezTo>
                    <a:pt x="679334" y="432978"/>
                    <a:pt x="677288" y="435024"/>
                    <a:pt x="674758" y="435024"/>
                  </a:cubicBezTo>
                  <a:close/>
                  <a:moveTo>
                    <a:pt x="108430" y="622848"/>
                  </a:moveTo>
                  <a:cubicBezTo>
                    <a:pt x="97081" y="622848"/>
                    <a:pt x="87854" y="632447"/>
                    <a:pt x="87854" y="644279"/>
                  </a:cubicBezTo>
                  <a:cubicBezTo>
                    <a:pt x="87854" y="656111"/>
                    <a:pt x="97081" y="665710"/>
                    <a:pt x="108430" y="665710"/>
                  </a:cubicBezTo>
                  <a:cubicBezTo>
                    <a:pt x="119778" y="665710"/>
                    <a:pt x="129005" y="656111"/>
                    <a:pt x="129005" y="644279"/>
                  </a:cubicBezTo>
                  <a:cubicBezTo>
                    <a:pt x="129005" y="632484"/>
                    <a:pt x="119778" y="622848"/>
                    <a:pt x="108430" y="622848"/>
                  </a:cubicBezTo>
                  <a:close/>
                  <a:moveTo>
                    <a:pt x="108430" y="653581"/>
                  </a:moveTo>
                  <a:cubicBezTo>
                    <a:pt x="103779" y="653581"/>
                    <a:pt x="99984" y="649414"/>
                    <a:pt x="99984" y="644242"/>
                  </a:cubicBezTo>
                  <a:cubicBezTo>
                    <a:pt x="99984" y="639108"/>
                    <a:pt x="103779" y="634940"/>
                    <a:pt x="108430" y="634940"/>
                  </a:cubicBezTo>
                  <a:cubicBezTo>
                    <a:pt x="113080" y="634940"/>
                    <a:pt x="116876" y="639108"/>
                    <a:pt x="116876" y="644242"/>
                  </a:cubicBezTo>
                  <a:cubicBezTo>
                    <a:pt x="116876" y="649377"/>
                    <a:pt x="113080" y="653581"/>
                    <a:pt x="108430" y="653581"/>
                  </a:cubicBezTo>
                  <a:close/>
                  <a:moveTo>
                    <a:pt x="86663" y="328207"/>
                  </a:moveTo>
                  <a:cubicBezTo>
                    <a:pt x="86663" y="324858"/>
                    <a:pt x="89379" y="322142"/>
                    <a:pt x="92728" y="322142"/>
                  </a:cubicBezTo>
                  <a:lnTo>
                    <a:pt x="125581" y="322142"/>
                  </a:lnTo>
                  <a:cubicBezTo>
                    <a:pt x="128930" y="322142"/>
                    <a:pt x="131646" y="324858"/>
                    <a:pt x="131646" y="328207"/>
                  </a:cubicBezTo>
                  <a:cubicBezTo>
                    <a:pt x="131646" y="331556"/>
                    <a:pt x="128930" y="334272"/>
                    <a:pt x="125581" y="334272"/>
                  </a:cubicBezTo>
                  <a:lnTo>
                    <a:pt x="92728" y="334272"/>
                  </a:lnTo>
                  <a:cubicBezTo>
                    <a:pt x="89379" y="334272"/>
                    <a:pt x="86663" y="331556"/>
                    <a:pt x="86663" y="3282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6D0E2CBB-2BFC-7393-DCCD-27CD879F09D3}"/>
              </a:ext>
            </a:extLst>
          </p:cNvPr>
          <p:cNvGrpSpPr/>
          <p:nvPr/>
        </p:nvGrpSpPr>
        <p:grpSpPr>
          <a:xfrm>
            <a:off x="7408452" y="2359148"/>
            <a:ext cx="702195" cy="426448"/>
            <a:chOff x="2339424" y="4292795"/>
            <a:chExt cx="702195" cy="426448"/>
          </a:xfrm>
        </p:grpSpPr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EDBBCA5A-171A-104E-BBF1-38C839F95B71}"/>
                </a:ext>
              </a:extLst>
            </p:cNvPr>
            <p:cNvSpPr>
              <a:spLocks/>
            </p:cNvSpPr>
            <p:nvPr/>
          </p:nvSpPr>
          <p:spPr>
            <a:xfrm>
              <a:off x="2339424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VMs</a:t>
              </a:r>
            </a:p>
          </p:txBody>
        </p:sp>
        <p:grpSp>
          <p:nvGrpSpPr>
            <p:cNvPr id="507" name="Group 506">
              <a:extLst>
                <a:ext uri="{FF2B5EF4-FFF2-40B4-BE49-F238E27FC236}">
                  <a16:creationId xmlns:a16="http://schemas.microsoft.com/office/drawing/2014/main" id="{0F24FFC7-7C35-5164-00A7-E37A3975698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09103" y="4439843"/>
              <a:ext cx="162838" cy="279400"/>
              <a:chOff x="-1609996" y="2667666"/>
              <a:chExt cx="555136" cy="952509"/>
            </a:xfrm>
            <a:solidFill>
              <a:schemeClr val="bg1"/>
            </a:solidFill>
          </p:grpSpPr>
          <p:sp>
            <p:nvSpPr>
              <p:cNvPr id="508" name="Freeform: Shape 214">
                <a:extLst>
                  <a:ext uri="{FF2B5EF4-FFF2-40B4-BE49-F238E27FC236}">
                    <a16:creationId xmlns:a16="http://schemas.microsoft.com/office/drawing/2014/main" id="{0457E32C-00BD-86ED-E1D9-315C8F76F5EE}"/>
                  </a:ext>
                </a:extLst>
              </p:cNvPr>
              <p:cNvSpPr/>
              <p:nvPr/>
            </p:nvSpPr>
            <p:spPr>
              <a:xfrm>
                <a:off x="-1609996" y="2667666"/>
                <a:ext cx="555136" cy="952509"/>
              </a:xfrm>
              <a:custGeom>
                <a:avLst/>
                <a:gdLst>
                  <a:gd name="connsiteX0" fmla="*/ 551259 w 555136"/>
                  <a:gd name="connsiteY0" fmla="*/ 330308 h 952509"/>
                  <a:gd name="connsiteX1" fmla="*/ 494024 w 555136"/>
                  <a:gd name="connsiteY1" fmla="*/ 300685 h 952509"/>
                  <a:gd name="connsiteX2" fmla="*/ 518617 w 555136"/>
                  <a:gd name="connsiteY2" fmla="*/ 245745 h 952509"/>
                  <a:gd name="connsiteX3" fmla="*/ 482260 w 555136"/>
                  <a:gd name="connsiteY3" fmla="*/ 182299 h 952509"/>
                  <a:gd name="connsiteX4" fmla="*/ 488852 w 555136"/>
                  <a:gd name="connsiteY4" fmla="*/ 141818 h 952509"/>
                  <a:gd name="connsiteX5" fmla="*/ 359740 w 555136"/>
                  <a:gd name="connsiteY5" fmla="*/ 12725 h 952509"/>
                  <a:gd name="connsiteX6" fmla="*/ 309601 w 555136"/>
                  <a:gd name="connsiteY6" fmla="*/ 22965 h 952509"/>
                  <a:gd name="connsiteX7" fmla="*/ 259794 w 555136"/>
                  <a:gd name="connsiteY7" fmla="*/ 0 h 952509"/>
                  <a:gd name="connsiteX8" fmla="*/ 194053 w 555136"/>
                  <a:gd name="connsiteY8" fmla="*/ 61741 h 952509"/>
                  <a:gd name="connsiteX9" fmla="*/ 96374 w 555136"/>
                  <a:gd name="connsiteY9" fmla="*/ 166211 h 952509"/>
                  <a:gd name="connsiteX10" fmla="*/ 96669 w 555136"/>
                  <a:gd name="connsiteY10" fmla="*/ 173412 h 952509"/>
                  <a:gd name="connsiteX11" fmla="*/ 36500 w 555136"/>
                  <a:gd name="connsiteY11" fmla="*/ 245745 h 952509"/>
                  <a:gd name="connsiteX12" fmla="*/ 61055 w 555136"/>
                  <a:gd name="connsiteY12" fmla="*/ 300704 h 952509"/>
                  <a:gd name="connsiteX13" fmla="*/ 3858 w 555136"/>
                  <a:gd name="connsiteY13" fmla="*/ 330317 h 952509"/>
                  <a:gd name="connsiteX14" fmla="*/ 0 w 555136"/>
                  <a:gd name="connsiteY14" fmla="*/ 336661 h 952509"/>
                  <a:gd name="connsiteX15" fmla="*/ 0 w 555136"/>
                  <a:gd name="connsiteY15" fmla="*/ 762962 h 952509"/>
                  <a:gd name="connsiteX16" fmla="*/ 7144 w 555136"/>
                  <a:gd name="connsiteY16" fmla="*/ 770106 h 952509"/>
                  <a:gd name="connsiteX17" fmla="*/ 76267 w 555136"/>
                  <a:gd name="connsiteY17" fmla="*/ 770106 h 952509"/>
                  <a:gd name="connsiteX18" fmla="*/ 76267 w 555136"/>
                  <a:gd name="connsiteY18" fmla="*/ 916229 h 952509"/>
                  <a:gd name="connsiteX19" fmla="*/ 112538 w 555136"/>
                  <a:gd name="connsiteY19" fmla="*/ 952510 h 952509"/>
                  <a:gd name="connsiteX20" fmla="*/ 248441 w 555136"/>
                  <a:gd name="connsiteY20" fmla="*/ 952510 h 952509"/>
                  <a:gd name="connsiteX21" fmla="*/ 277568 w 555136"/>
                  <a:gd name="connsiteY21" fmla="*/ 937622 h 952509"/>
                  <a:gd name="connsiteX22" fmla="*/ 306676 w 555136"/>
                  <a:gd name="connsiteY22" fmla="*/ 952500 h 952509"/>
                  <a:gd name="connsiteX23" fmla="*/ 442589 w 555136"/>
                  <a:gd name="connsiteY23" fmla="*/ 952500 h 952509"/>
                  <a:gd name="connsiteX24" fmla="*/ 478860 w 555136"/>
                  <a:gd name="connsiteY24" fmla="*/ 916219 h 952509"/>
                  <a:gd name="connsiteX25" fmla="*/ 478860 w 555136"/>
                  <a:gd name="connsiteY25" fmla="*/ 770106 h 952509"/>
                  <a:gd name="connsiteX26" fmla="*/ 547992 w 555136"/>
                  <a:gd name="connsiteY26" fmla="*/ 770106 h 952509"/>
                  <a:gd name="connsiteX27" fmla="*/ 555136 w 555136"/>
                  <a:gd name="connsiteY27" fmla="*/ 762962 h 952509"/>
                  <a:gd name="connsiteX28" fmla="*/ 555136 w 555136"/>
                  <a:gd name="connsiteY28" fmla="*/ 336652 h 952509"/>
                  <a:gd name="connsiteX29" fmla="*/ 551259 w 555136"/>
                  <a:gd name="connsiteY29" fmla="*/ 330308 h 952509"/>
                  <a:gd name="connsiteX30" fmla="*/ 50787 w 555136"/>
                  <a:gd name="connsiteY30" fmla="*/ 245745 h 952509"/>
                  <a:gd name="connsiteX31" fmla="*/ 105156 w 555136"/>
                  <a:gd name="connsiteY31" fmla="*/ 186652 h 952509"/>
                  <a:gd name="connsiteX32" fmla="*/ 110109 w 555136"/>
                  <a:gd name="connsiteY32" fmla="*/ 183985 h 952509"/>
                  <a:gd name="connsiteX33" fmla="*/ 111604 w 555136"/>
                  <a:gd name="connsiteY33" fmla="*/ 178575 h 952509"/>
                  <a:gd name="connsiteX34" fmla="*/ 110652 w 555136"/>
                  <a:gd name="connsiteY34" fmla="*/ 166211 h 952509"/>
                  <a:gd name="connsiteX35" fmla="*/ 201330 w 555136"/>
                  <a:gd name="connsiteY35" fmla="*/ 75809 h 952509"/>
                  <a:gd name="connsiteX36" fmla="*/ 201349 w 555136"/>
                  <a:gd name="connsiteY36" fmla="*/ 75809 h 952509"/>
                  <a:gd name="connsiteX37" fmla="*/ 206502 w 555136"/>
                  <a:gd name="connsiteY37" fmla="*/ 73619 h 952509"/>
                  <a:gd name="connsiteX38" fmla="*/ 208493 w 555136"/>
                  <a:gd name="connsiteY38" fmla="*/ 68390 h 952509"/>
                  <a:gd name="connsiteX39" fmla="*/ 208217 w 555136"/>
                  <a:gd name="connsiteY39" fmla="*/ 65875 h 952509"/>
                  <a:gd name="connsiteX40" fmla="*/ 259804 w 555136"/>
                  <a:gd name="connsiteY40" fmla="*/ 14288 h 952509"/>
                  <a:gd name="connsiteX41" fmla="*/ 301657 w 555136"/>
                  <a:gd name="connsiteY41" fmla="*/ 35928 h 952509"/>
                  <a:gd name="connsiteX42" fmla="*/ 310534 w 555136"/>
                  <a:gd name="connsiteY42" fmla="*/ 38214 h 952509"/>
                  <a:gd name="connsiteX43" fmla="*/ 359759 w 555136"/>
                  <a:gd name="connsiteY43" fmla="*/ 27003 h 952509"/>
                  <a:gd name="connsiteX44" fmla="*/ 474583 w 555136"/>
                  <a:gd name="connsiteY44" fmla="*/ 141808 h 952509"/>
                  <a:gd name="connsiteX45" fmla="*/ 466801 w 555136"/>
                  <a:gd name="connsiteY45" fmla="*/ 183109 h 952509"/>
                  <a:gd name="connsiteX46" fmla="*/ 470373 w 555136"/>
                  <a:gd name="connsiteY46" fmla="*/ 192119 h 952509"/>
                  <a:gd name="connsiteX47" fmla="*/ 504349 w 555136"/>
                  <a:gd name="connsiteY47" fmla="*/ 245735 h 952509"/>
                  <a:gd name="connsiteX48" fmla="*/ 480231 w 555136"/>
                  <a:gd name="connsiteY48" fmla="*/ 293522 h 952509"/>
                  <a:gd name="connsiteX49" fmla="*/ 461715 w 555136"/>
                  <a:gd name="connsiteY49" fmla="*/ 283940 h 952509"/>
                  <a:gd name="connsiteX50" fmla="*/ 462429 w 555136"/>
                  <a:gd name="connsiteY50" fmla="*/ 275301 h 952509"/>
                  <a:gd name="connsiteX51" fmla="*/ 435150 w 555136"/>
                  <a:gd name="connsiteY51" fmla="*/ 226333 h 952509"/>
                  <a:gd name="connsiteX52" fmla="*/ 439807 w 555136"/>
                  <a:gd name="connsiteY52" fmla="*/ 196339 h 952509"/>
                  <a:gd name="connsiteX53" fmla="*/ 340004 w 555136"/>
                  <a:gd name="connsiteY53" fmla="*/ 96545 h 952509"/>
                  <a:gd name="connsiteX54" fmla="*/ 302400 w 555136"/>
                  <a:gd name="connsiteY54" fmla="*/ 103984 h 952509"/>
                  <a:gd name="connsiteX55" fmla="*/ 264090 w 555136"/>
                  <a:gd name="connsiteY55" fmla="*/ 86878 h 952509"/>
                  <a:gd name="connsiteX56" fmla="*/ 212541 w 555136"/>
                  <a:gd name="connsiteY56" fmla="*/ 133902 h 952509"/>
                  <a:gd name="connsiteX57" fmla="*/ 138208 w 555136"/>
                  <a:gd name="connsiteY57" fmla="*/ 214874 h 952509"/>
                  <a:gd name="connsiteX58" fmla="*/ 138332 w 555136"/>
                  <a:gd name="connsiteY58" fmla="*/ 218961 h 952509"/>
                  <a:gd name="connsiteX59" fmla="*/ 92716 w 555136"/>
                  <a:gd name="connsiteY59" fmla="*/ 275311 h 952509"/>
                  <a:gd name="connsiteX60" fmla="*/ 93440 w 555136"/>
                  <a:gd name="connsiteY60" fmla="*/ 283950 h 952509"/>
                  <a:gd name="connsiteX61" fmla="*/ 74924 w 555136"/>
                  <a:gd name="connsiteY61" fmla="*/ 293532 h 952509"/>
                  <a:gd name="connsiteX62" fmla="*/ 50787 w 555136"/>
                  <a:gd name="connsiteY62" fmla="*/ 245745 h 952509"/>
                  <a:gd name="connsiteX63" fmla="*/ 107090 w 555136"/>
                  <a:gd name="connsiteY63" fmla="*/ 276873 h 952509"/>
                  <a:gd name="connsiteX64" fmla="*/ 106994 w 555136"/>
                  <a:gd name="connsiteY64" fmla="*/ 275311 h 952509"/>
                  <a:gd name="connsiteX65" fmla="*/ 146733 w 555136"/>
                  <a:gd name="connsiteY65" fmla="*/ 232124 h 952509"/>
                  <a:gd name="connsiteX66" fmla="*/ 151676 w 555136"/>
                  <a:gd name="connsiteY66" fmla="*/ 229467 h 952509"/>
                  <a:gd name="connsiteX67" fmla="*/ 153172 w 555136"/>
                  <a:gd name="connsiteY67" fmla="*/ 224057 h 952509"/>
                  <a:gd name="connsiteX68" fmla="*/ 152476 w 555136"/>
                  <a:gd name="connsiteY68" fmla="*/ 214884 h 952509"/>
                  <a:gd name="connsiteX69" fmla="*/ 219637 w 555136"/>
                  <a:gd name="connsiteY69" fmla="*/ 147923 h 952509"/>
                  <a:gd name="connsiteX70" fmla="*/ 219666 w 555136"/>
                  <a:gd name="connsiteY70" fmla="*/ 147923 h 952509"/>
                  <a:gd name="connsiteX71" fmla="*/ 224847 w 555136"/>
                  <a:gd name="connsiteY71" fmla="*/ 145704 h 952509"/>
                  <a:gd name="connsiteX72" fmla="*/ 226800 w 555136"/>
                  <a:gd name="connsiteY72" fmla="*/ 140418 h 952509"/>
                  <a:gd name="connsiteX73" fmla="*/ 226600 w 555136"/>
                  <a:gd name="connsiteY73" fmla="*/ 138665 h 952509"/>
                  <a:gd name="connsiteX74" fmla="*/ 264081 w 555136"/>
                  <a:gd name="connsiteY74" fmla="*/ 101184 h 952509"/>
                  <a:gd name="connsiteX75" fmla="*/ 294475 w 555136"/>
                  <a:gd name="connsiteY75" fmla="*/ 116910 h 952509"/>
                  <a:gd name="connsiteX76" fmla="*/ 303352 w 555136"/>
                  <a:gd name="connsiteY76" fmla="*/ 119196 h 952509"/>
                  <a:gd name="connsiteX77" fmla="*/ 340004 w 555136"/>
                  <a:gd name="connsiteY77" fmla="*/ 110852 h 952509"/>
                  <a:gd name="connsiteX78" fmla="*/ 425520 w 555136"/>
                  <a:gd name="connsiteY78" fmla="*/ 196358 h 952509"/>
                  <a:gd name="connsiteX79" fmla="*/ 419748 w 555136"/>
                  <a:gd name="connsiteY79" fmla="*/ 227114 h 952509"/>
                  <a:gd name="connsiteX80" fmla="*/ 423291 w 555136"/>
                  <a:gd name="connsiteY80" fmla="*/ 236125 h 952509"/>
                  <a:gd name="connsiteX81" fmla="*/ 448123 w 555136"/>
                  <a:gd name="connsiteY81" fmla="*/ 275311 h 952509"/>
                  <a:gd name="connsiteX82" fmla="*/ 448018 w 555136"/>
                  <a:gd name="connsiteY82" fmla="*/ 276873 h 952509"/>
                  <a:gd name="connsiteX83" fmla="*/ 280845 w 555136"/>
                  <a:gd name="connsiteY83" fmla="*/ 190329 h 952509"/>
                  <a:gd name="connsiteX84" fmla="*/ 274282 w 555136"/>
                  <a:gd name="connsiteY84" fmla="*/ 190329 h 952509"/>
                  <a:gd name="connsiteX85" fmla="*/ 107090 w 555136"/>
                  <a:gd name="connsiteY85" fmla="*/ 276873 h 952509"/>
                  <a:gd name="connsiteX86" fmla="*/ 277559 w 555136"/>
                  <a:gd name="connsiteY86" fmla="*/ 204721 h 952509"/>
                  <a:gd name="connsiteX87" fmla="*/ 477383 w 555136"/>
                  <a:gd name="connsiteY87" fmla="*/ 308153 h 952509"/>
                  <a:gd name="connsiteX88" fmla="*/ 477603 w 555136"/>
                  <a:gd name="connsiteY88" fmla="*/ 308267 h 952509"/>
                  <a:gd name="connsiteX89" fmla="*/ 540839 w 555136"/>
                  <a:gd name="connsiteY89" fmla="*/ 341005 h 952509"/>
                  <a:gd name="connsiteX90" fmla="*/ 540839 w 555136"/>
                  <a:gd name="connsiteY90" fmla="*/ 384315 h 952509"/>
                  <a:gd name="connsiteX91" fmla="*/ 280845 w 555136"/>
                  <a:gd name="connsiteY91" fmla="*/ 249726 h 952509"/>
                  <a:gd name="connsiteX92" fmla="*/ 274282 w 555136"/>
                  <a:gd name="connsiteY92" fmla="*/ 249726 h 952509"/>
                  <a:gd name="connsiteX93" fmla="*/ 14278 w 555136"/>
                  <a:gd name="connsiteY93" fmla="*/ 384315 h 952509"/>
                  <a:gd name="connsiteX94" fmla="*/ 14278 w 555136"/>
                  <a:gd name="connsiteY94" fmla="*/ 340995 h 952509"/>
                  <a:gd name="connsiteX95" fmla="*/ 277559 w 555136"/>
                  <a:gd name="connsiteY95" fmla="*/ 204721 h 952509"/>
                  <a:gd name="connsiteX96" fmla="*/ 464563 w 555136"/>
                  <a:gd name="connsiteY96" fmla="*/ 616220 h 952509"/>
                  <a:gd name="connsiteX97" fmla="*/ 284702 w 555136"/>
                  <a:gd name="connsiteY97" fmla="*/ 616220 h 952509"/>
                  <a:gd name="connsiteX98" fmla="*/ 284702 w 555136"/>
                  <a:gd name="connsiteY98" fmla="*/ 583597 h 952509"/>
                  <a:gd name="connsiteX99" fmla="*/ 464563 w 555136"/>
                  <a:gd name="connsiteY99" fmla="*/ 583597 h 952509"/>
                  <a:gd name="connsiteX100" fmla="*/ 464563 w 555136"/>
                  <a:gd name="connsiteY100" fmla="*/ 616220 h 952509"/>
                  <a:gd name="connsiteX101" fmla="*/ 270396 w 555136"/>
                  <a:gd name="connsiteY101" fmla="*/ 616220 h 952509"/>
                  <a:gd name="connsiteX102" fmla="*/ 90545 w 555136"/>
                  <a:gd name="connsiteY102" fmla="*/ 616220 h 952509"/>
                  <a:gd name="connsiteX103" fmla="*/ 90545 w 555136"/>
                  <a:gd name="connsiteY103" fmla="*/ 583597 h 952509"/>
                  <a:gd name="connsiteX104" fmla="*/ 270396 w 555136"/>
                  <a:gd name="connsiteY104" fmla="*/ 583597 h 952509"/>
                  <a:gd name="connsiteX105" fmla="*/ 270396 w 555136"/>
                  <a:gd name="connsiteY105" fmla="*/ 616220 h 952509"/>
                  <a:gd name="connsiteX106" fmla="*/ 90545 w 555136"/>
                  <a:gd name="connsiteY106" fmla="*/ 630507 h 952509"/>
                  <a:gd name="connsiteX107" fmla="*/ 270396 w 555136"/>
                  <a:gd name="connsiteY107" fmla="*/ 630507 h 952509"/>
                  <a:gd name="connsiteX108" fmla="*/ 270396 w 555136"/>
                  <a:gd name="connsiteY108" fmla="*/ 663159 h 952509"/>
                  <a:gd name="connsiteX109" fmla="*/ 90545 w 555136"/>
                  <a:gd name="connsiteY109" fmla="*/ 663159 h 952509"/>
                  <a:gd name="connsiteX110" fmla="*/ 90545 w 555136"/>
                  <a:gd name="connsiteY110" fmla="*/ 630507 h 952509"/>
                  <a:gd name="connsiteX111" fmla="*/ 284702 w 555136"/>
                  <a:gd name="connsiteY111" fmla="*/ 630507 h 952509"/>
                  <a:gd name="connsiteX112" fmla="*/ 464563 w 555136"/>
                  <a:gd name="connsiteY112" fmla="*/ 630507 h 952509"/>
                  <a:gd name="connsiteX113" fmla="*/ 464563 w 555136"/>
                  <a:gd name="connsiteY113" fmla="*/ 663159 h 952509"/>
                  <a:gd name="connsiteX114" fmla="*/ 284702 w 555136"/>
                  <a:gd name="connsiteY114" fmla="*/ 663159 h 952509"/>
                  <a:gd name="connsiteX115" fmla="*/ 284702 w 555136"/>
                  <a:gd name="connsiteY115" fmla="*/ 630507 h 952509"/>
                  <a:gd name="connsiteX116" fmla="*/ 464563 w 555136"/>
                  <a:gd name="connsiteY116" fmla="*/ 569309 h 952509"/>
                  <a:gd name="connsiteX117" fmla="*/ 284702 w 555136"/>
                  <a:gd name="connsiteY117" fmla="*/ 569309 h 952509"/>
                  <a:gd name="connsiteX118" fmla="*/ 284702 w 555136"/>
                  <a:gd name="connsiteY118" fmla="*/ 534391 h 952509"/>
                  <a:gd name="connsiteX119" fmla="*/ 306676 w 555136"/>
                  <a:gd name="connsiteY119" fmla="*/ 512416 h 952509"/>
                  <a:gd name="connsiteX120" fmla="*/ 442589 w 555136"/>
                  <a:gd name="connsiteY120" fmla="*/ 512416 h 952509"/>
                  <a:gd name="connsiteX121" fmla="*/ 464572 w 555136"/>
                  <a:gd name="connsiteY121" fmla="*/ 534391 h 952509"/>
                  <a:gd name="connsiteX122" fmla="*/ 464572 w 555136"/>
                  <a:gd name="connsiteY122" fmla="*/ 569309 h 952509"/>
                  <a:gd name="connsiteX123" fmla="*/ 270396 w 555136"/>
                  <a:gd name="connsiteY123" fmla="*/ 569309 h 952509"/>
                  <a:gd name="connsiteX124" fmla="*/ 90545 w 555136"/>
                  <a:gd name="connsiteY124" fmla="*/ 569309 h 952509"/>
                  <a:gd name="connsiteX125" fmla="*/ 90545 w 555136"/>
                  <a:gd name="connsiteY125" fmla="*/ 534391 h 952509"/>
                  <a:gd name="connsiteX126" fmla="*/ 112528 w 555136"/>
                  <a:gd name="connsiteY126" fmla="*/ 512416 h 952509"/>
                  <a:gd name="connsiteX127" fmla="*/ 248431 w 555136"/>
                  <a:gd name="connsiteY127" fmla="*/ 512416 h 952509"/>
                  <a:gd name="connsiteX128" fmla="*/ 270405 w 555136"/>
                  <a:gd name="connsiteY128" fmla="*/ 534391 h 952509"/>
                  <a:gd name="connsiteX129" fmla="*/ 270405 w 555136"/>
                  <a:gd name="connsiteY129" fmla="*/ 569309 h 952509"/>
                  <a:gd name="connsiteX130" fmla="*/ 248422 w 555136"/>
                  <a:gd name="connsiteY130" fmla="*/ 938213 h 952509"/>
                  <a:gd name="connsiteX131" fmla="*/ 112528 w 555136"/>
                  <a:gd name="connsiteY131" fmla="*/ 938213 h 952509"/>
                  <a:gd name="connsiteX132" fmla="*/ 90545 w 555136"/>
                  <a:gd name="connsiteY132" fmla="*/ 916219 h 952509"/>
                  <a:gd name="connsiteX133" fmla="*/ 90545 w 555136"/>
                  <a:gd name="connsiteY133" fmla="*/ 677447 h 952509"/>
                  <a:gd name="connsiteX134" fmla="*/ 270396 w 555136"/>
                  <a:gd name="connsiteY134" fmla="*/ 677447 h 952509"/>
                  <a:gd name="connsiteX135" fmla="*/ 270396 w 555136"/>
                  <a:gd name="connsiteY135" fmla="*/ 916219 h 952509"/>
                  <a:gd name="connsiteX136" fmla="*/ 248422 w 555136"/>
                  <a:gd name="connsiteY136" fmla="*/ 938213 h 952509"/>
                  <a:gd name="connsiteX137" fmla="*/ 464563 w 555136"/>
                  <a:gd name="connsiteY137" fmla="*/ 916219 h 952509"/>
                  <a:gd name="connsiteX138" fmla="*/ 442579 w 555136"/>
                  <a:gd name="connsiteY138" fmla="*/ 938213 h 952509"/>
                  <a:gd name="connsiteX139" fmla="*/ 306676 w 555136"/>
                  <a:gd name="connsiteY139" fmla="*/ 938213 h 952509"/>
                  <a:gd name="connsiteX140" fmla="*/ 284702 w 555136"/>
                  <a:gd name="connsiteY140" fmla="*/ 916219 h 952509"/>
                  <a:gd name="connsiteX141" fmla="*/ 284702 w 555136"/>
                  <a:gd name="connsiteY141" fmla="*/ 677447 h 952509"/>
                  <a:gd name="connsiteX142" fmla="*/ 464563 w 555136"/>
                  <a:gd name="connsiteY142" fmla="*/ 677447 h 952509"/>
                  <a:gd name="connsiteX143" fmla="*/ 464563 w 555136"/>
                  <a:gd name="connsiteY143" fmla="*/ 916219 h 952509"/>
                  <a:gd name="connsiteX144" fmla="*/ 478850 w 555136"/>
                  <a:gd name="connsiteY144" fmla="*/ 755818 h 952509"/>
                  <a:gd name="connsiteX145" fmla="*/ 478850 w 555136"/>
                  <a:gd name="connsiteY145" fmla="*/ 670303 h 952509"/>
                  <a:gd name="connsiteX146" fmla="*/ 478850 w 555136"/>
                  <a:gd name="connsiteY146" fmla="*/ 623364 h 952509"/>
                  <a:gd name="connsiteX147" fmla="*/ 478850 w 555136"/>
                  <a:gd name="connsiteY147" fmla="*/ 576453 h 952509"/>
                  <a:gd name="connsiteX148" fmla="*/ 478850 w 555136"/>
                  <a:gd name="connsiteY148" fmla="*/ 534391 h 952509"/>
                  <a:gd name="connsiteX149" fmla="*/ 442579 w 555136"/>
                  <a:gd name="connsiteY149" fmla="*/ 498129 h 952509"/>
                  <a:gd name="connsiteX150" fmla="*/ 306676 w 555136"/>
                  <a:gd name="connsiteY150" fmla="*/ 498129 h 952509"/>
                  <a:gd name="connsiteX151" fmla="*/ 277549 w 555136"/>
                  <a:gd name="connsiteY151" fmla="*/ 513007 h 952509"/>
                  <a:gd name="connsiteX152" fmla="*/ 248422 w 555136"/>
                  <a:gd name="connsiteY152" fmla="*/ 498129 h 952509"/>
                  <a:gd name="connsiteX153" fmla="*/ 112528 w 555136"/>
                  <a:gd name="connsiteY153" fmla="*/ 498129 h 952509"/>
                  <a:gd name="connsiteX154" fmla="*/ 76257 w 555136"/>
                  <a:gd name="connsiteY154" fmla="*/ 534391 h 952509"/>
                  <a:gd name="connsiteX155" fmla="*/ 76257 w 555136"/>
                  <a:gd name="connsiteY155" fmla="*/ 576453 h 952509"/>
                  <a:gd name="connsiteX156" fmla="*/ 76257 w 555136"/>
                  <a:gd name="connsiteY156" fmla="*/ 623373 h 952509"/>
                  <a:gd name="connsiteX157" fmla="*/ 76257 w 555136"/>
                  <a:gd name="connsiteY157" fmla="*/ 670312 h 952509"/>
                  <a:gd name="connsiteX158" fmla="*/ 76257 w 555136"/>
                  <a:gd name="connsiteY158" fmla="*/ 755828 h 952509"/>
                  <a:gd name="connsiteX159" fmla="*/ 14278 w 555136"/>
                  <a:gd name="connsiteY159" fmla="*/ 755828 h 952509"/>
                  <a:gd name="connsiteX160" fmla="*/ 14278 w 555136"/>
                  <a:gd name="connsiteY160" fmla="*/ 400393 h 952509"/>
                  <a:gd name="connsiteX161" fmla="*/ 277559 w 555136"/>
                  <a:gd name="connsiteY161" fmla="*/ 264119 h 952509"/>
                  <a:gd name="connsiteX162" fmla="*/ 540839 w 555136"/>
                  <a:gd name="connsiteY162" fmla="*/ 400393 h 952509"/>
                  <a:gd name="connsiteX163" fmla="*/ 540839 w 555136"/>
                  <a:gd name="connsiteY163" fmla="*/ 755809 h 952509"/>
                  <a:gd name="connsiteX164" fmla="*/ 478850 w 555136"/>
                  <a:gd name="connsiteY164" fmla="*/ 755809 h 952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</a:cxnLst>
                <a:rect l="l" t="t" r="r" b="b"/>
                <a:pathLst>
                  <a:path w="555136" h="952509">
                    <a:moveTo>
                      <a:pt x="551259" y="330308"/>
                    </a:moveTo>
                    <a:lnTo>
                      <a:pt x="494024" y="300685"/>
                    </a:lnTo>
                    <a:cubicBezTo>
                      <a:pt x="509549" y="286769"/>
                      <a:pt x="518617" y="266995"/>
                      <a:pt x="518617" y="245745"/>
                    </a:cubicBezTo>
                    <a:cubicBezTo>
                      <a:pt x="518617" y="219361"/>
                      <a:pt x="504844" y="195596"/>
                      <a:pt x="482260" y="182299"/>
                    </a:cubicBezTo>
                    <a:cubicBezTo>
                      <a:pt x="486642" y="169116"/>
                      <a:pt x="488852" y="155524"/>
                      <a:pt x="488852" y="141818"/>
                    </a:cubicBezTo>
                    <a:cubicBezTo>
                      <a:pt x="488852" y="70637"/>
                      <a:pt x="430930" y="12725"/>
                      <a:pt x="359740" y="12725"/>
                    </a:cubicBezTo>
                    <a:cubicBezTo>
                      <a:pt x="342462" y="12725"/>
                      <a:pt x="325622" y="16164"/>
                      <a:pt x="309601" y="22965"/>
                    </a:cubicBezTo>
                    <a:cubicBezTo>
                      <a:pt x="297123" y="8487"/>
                      <a:pt x="278911" y="0"/>
                      <a:pt x="259794" y="0"/>
                    </a:cubicBezTo>
                    <a:cubicBezTo>
                      <a:pt x="224857" y="0"/>
                      <a:pt x="196186" y="27337"/>
                      <a:pt x="194053" y="61741"/>
                    </a:cubicBezTo>
                    <a:cubicBezTo>
                      <a:pt x="139579" y="65370"/>
                      <a:pt x="96374" y="110833"/>
                      <a:pt x="96374" y="166211"/>
                    </a:cubicBezTo>
                    <a:cubicBezTo>
                      <a:pt x="96374" y="168526"/>
                      <a:pt x="96469" y="170888"/>
                      <a:pt x="96669" y="173412"/>
                    </a:cubicBezTo>
                    <a:cubicBezTo>
                      <a:pt x="61903" y="179899"/>
                      <a:pt x="36500" y="209826"/>
                      <a:pt x="36500" y="245745"/>
                    </a:cubicBezTo>
                    <a:cubicBezTo>
                      <a:pt x="36500" y="266900"/>
                      <a:pt x="45558" y="286779"/>
                      <a:pt x="61055" y="300704"/>
                    </a:cubicBezTo>
                    <a:lnTo>
                      <a:pt x="3858" y="330317"/>
                    </a:lnTo>
                    <a:cubicBezTo>
                      <a:pt x="1486" y="331546"/>
                      <a:pt x="0" y="333994"/>
                      <a:pt x="0" y="336661"/>
                    </a:cubicBezTo>
                    <a:lnTo>
                      <a:pt x="0" y="762962"/>
                    </a:lnTo>
                    <a:cubicBezTo>
                      <a:pt x="0" y="766905"/>
                      <a:pt x="3200" y="770106"/>
                      <a:pt x="7144" y="770106"/>
                    </a:cubicBezTo>
                    <a:lnTo>
                      <a:pt x="76267" y="770106"/>
                    </a:lnTo>
                    <a:lnTo>
                      <a:pt x="76267" y="916229"/>
                    </a:lnTo>
                    <a:cubicBezTo>
                      <a:pt x="76267" y="936231"/>
                      <a:pt x="92535" y="952510"/>
                      <a:pt x="112538" y="952510"/>
                    </a:cubicBezTo>
                    <a:lnTo>
                      <a:pt x="248441" y="952510"/>
                    </a:lnTo>
                    <a:cubicBezTo>
                      <a:pt x="260414" y="952510"/>
                      <a:pt x="270958" y="946604"/>
                      <a:pt x="277568" y="937622"/>
                    </a:cubicBezTo>
                    <a:cubicBezTo>
                      <a:pt x="284159" y="946595"/>
                      <a:pt x="294704" y="952500"/>
                      <a:pt x="306676" y="952500"/>
                    </a:cubicBezTo>
                    <a:lnTo>
                      <a:pt x="442589" y="952500"/>
                    </a:lnTo>
                    <a:cubicBezTo>
                      <a:pt x="462591" y="952500"/>
                      <a:pt x="478860" y="936222"/>
                      <a:pt x="478860" y="916219"/>
                    </a:cubicBezTo>
                    <a:lnTo>
                      <a:pt x="478860" y="770106"/>
                    </a:lnTo>
                    <a:lnTo>
                      <a:pt x="547992" y="770106"/>
                    </a:lnTo>
                    <a:cubicBezTo>
                      <a:pt x="551936" y="770106"/>
                      <a:pt x="555136" y="766905"/>
                      <a:pt x="555136" y="762962"/>
                    </a:cubicBezTo>
                    <a:lnTo>
                      <a:pt x="555136" y="336652"/>
                    </a:lnTo>
                    <a:cubicBezTo>
                      <a:pt x="555127" y="333985"/>
                      <a:pt x="553631" y="331537"/>
                      <a:pt x="551259" y="330308"/>
                    </a:cubicBezTo>
                    <a:close/>
                    <a:moveTo>
                      <a:pt x="50787" y="245745"/>
                    </a:moveTo>
                    <a:cubicBezTo>
                      <a:pt x="50787" y="214827"/>
                      <a:pt x="74162" y="189424"/>
                      <a:pt x="105156" y="186652"/>
                    </a:cubicBezTo>
                    <a:cubicBezTo>
                      <a:pt x="107099" y="186471"/>
                      <a:pt x="108890" y="185518"/>
                      <a:pt x="110109" y="183985"/>
                    </a:cubicBezTo>
                    <a:cubicBezTo>
                      <a:pt x="111328" y="182461"/>
                      <a:pt x="111871" y="180499"/>
                      <a:pt x="111604" y="178575"/>
                    </a:cubicBezTo>
                    <a:cubicBezTo>
                      <a:pt x="110957" y="173822"/>
                      <a:pt x="110652" y="169897"/>
                      <a:pt x="110652" y="166211"/>
                    </a:cubicBezTo>
                    <a:cubicBezTo>
                      <a:pt x="110652" y="116357"/>
                      <a:pt x="151200" y="75809"/>
                      <a:pt x="201330" y="75809"/>
                    </a:cubicBezTo>
                    <a:cubicBezTo>
                      <a:pt x="201330" y="75809"/>
                      <a:pt x="201339" y="75809"/>
                      <a:pt x="201349" y="75809"/>
                    </a:cubicBezTo>
                    <a:cubicBezTo>
                      <a:pt x="203292" y="75809"/>
                      <a:pt x="205149" y="75019"/>
                      <a:pt x="206502" y="73619"/>
                    </a:cubicBezTo>
                    <a:cubicBezTo>
                      <a:pt x="207855" y="72219"/>
                      <a:pt x="208569" y="70323"/>
                      <a:pt x="208493" y="68390"/>
                    </a:cubicBezTo>
                    <a:cubicBezTo>
                      <a:pt x="208464" y="67713"/>
                      <a:pt x="208378" y="67046"/>
                      <a:pt x="208217" y="65875"/>
                    </a:cubicBezTo>
                    <a:cubicBezTo>
                      <a:pt x="208217" y="37433"/>
                      <a:pt x="231362" y="14288"/>
                      <a:pt x="259804" y="14288"/>
                    </a:cubicBezTo>
                    <a:cubicBezTo>
                      <a:pt x="276292" y="14288"/>
                      <a:pt x="291932" y="22384"/>
                      <a:pt x="301657" y="35928"/>
                    </a:cubicBezTo>
                    <a:cubicBezTo>
                      <a:pt x="303676" y="38748"/>
                      <a:pt x="307419" y="39700"/>
                      <a:pt x="310534" y="38214"/>
                    </a:cubicBezTo>
                    <a:cubicBezTo>
                      <a:pt x="326174" y="30775"/>
                      <a:pt x="342729" y="27003"/>
                      <a:pt x="359759" y="27003"/>
                    </a:cubicBezTo>
                    <a:cubicBezTo>
                      <a:pt x="423072" y="27003"/>
                      <a:pt x="474583" y="78505"/>
                      <a:pt x="474583" y="141808"/>
                    </a:cubicBezTo>
                    <a:cubicBezTo>
                      <a:pt x="474583" y="155829"/>
                      <a:pt x="471973" y="169726"/>
                      <a:pt x="466801" y="183109"/>
                    </a:cubicBezTo>
                    <a:cubicBezTo>
                      <a:pt x="465458" y="186585"/>
                      <a:pt x="467011" y="190500"/>
                      <a:pt x="470373" y="192119"/>
                    </a:cubicBezTo>
                    <a:cubicBezTo>
                      <a:pt x="491328" y="202197"/>
                      <a:pt x="504349" y="222742"/>
                      <a:pt x="504349" y="245735"/>
                    </a:cubicBezTo>
                    <a:cubicBezTo>
                      <a:pt x="504349" y="264747"/>
                      <a:pt x="495357" y="282264"/>
                      <a:pt x="480231" y="293522"/>
                    </a:cubicBezTo>
                    <a:lnTo>
                      <a:pt x="461715" y="283940"/>
                    </a:lnTo>
                    <a:cubicBezTo>
                      <a:pt x="462144" y="281083"/>
                      <a:pt x="462429" y="278197"/>
                      <a:pt x="462429" y="275301"/>
                    </a:cubicBezTo>
                    <a:cubicBezTo>
                      <a:pt x="462429" y="255108"/>
                      <a:pt x="452123" y="236868"/>
                      <a:pt x="435150" y="226333"/>
                    </a:cubicBezTo>
                    <a:cubicBezTo>
                      <a:pt x="438245" y="216579"/>
                      <a:pt x="439807" y="206512"/>
                      <a:pt x="439807" y="196339"/>
                    </a:cubicBezTo>
                    <a:cubicBezTo>
                      <a:pt x="439807" y="141313"/>
                      <a:pt x="395040" y="96545"/>
                      <a:pt x="340004" y="96545"/>
                    </a:cubicBezTo>
                    <a:cubicBezTo>
                      <a:pt x="327060" y="96545"/>
                      <a:pt x="314430" y="99050"/>
                      <a:pt x="302400" y="103984"/>
                    </a:cubicBezTo>
                    <a:cubicBezTo>
                      <a:pt x="292627" y="93183"/>
                      <a:pt x="278692" y="86878"/>
                      <a:pt x="264090" y="86878"/>
                    </a:cubicBezTo>
                    <a:cubicBezTo>
                      <a:pt x="237144" y="86878"/>
                      <a:pt x="214941" y="107566"/>
                      <a:pt x="212541" y="133902"/>
                    </a:cubicBezTo>
                    <a:cubicBezTo>
                      <a:pt x="170964" y="137427"/>
                      <a:pt x="138208" y="172403"/>
                      <a:pt x="138208" y="214874"/>
                    </a:cubicBezTo>
                    <a:cubicBezTo>
                      <a:pt x="138208" y="216198"/>
                      <a:pt x="138246" y="217551"/>
                      <a:pt x="138332" y="218961"/>
                    </a:cubicBezTo>
                    <a:cubicBezTo>
                      <a:pt x="111881" y="224609"/>
                      <a:pt x="92716" y="247698"/>
                      <a:pt x="92716" y="275311"/>
                    </a:cubicBezTo>
                    <a:cubicBezTo>
                      <a:pt x="92716" y="278206"/>
                      <a:pt x="93002" y="281083"/>
                      <a:pt x="93440" y="283950"/>
                    </a:cubicBezTo>
                    <a:lnTo>
                      <a:pt x="74924" y="293532"/>
                    </a:lnTo>
                    <a:cubicBezTo>
                      <a:pt x="59807" y="282283"/>
                      <a:pt x="50787" y="264671"/>
                      <a:pt x="50787" y="245745"/>
                    </a:cubicBezTo>
                    <a:close/>
                    <a:moveTo>
                      <a:pt x="107090" y="276873"/>
                    </a:moveTo>
                    <a:cubicBezTo>
                      <a:pt x="107071" y="276349"/>
                      <a:pt x="106994" y="275834"/>
                      <a:pt x="106994" y="275311"/>
                    </a:cubicBezTo>
                    <a:cubicBezTo>
                      <a:pt x="106994" y="252717"/>
                      <a:pt x="124082" y="234153"/>
                      <a:pt x="146733" y="232124"/>
                    </a:cubicBezTo>
                    <a:cubicBezTo>
                      <a:pt x="148676" y="231953"/>
                      <a:pt x="150466" y="230991"/>
                      <a:pt x="151676" y="229467"/>
                    </a:cubicBezTo>
                    <a:cubicBezTo>
                      <a:pt x="152895" y="227943"/>
                      <a:pt x="153438" y="225990"/>
                      <a:pt x="153172" y="224057"/>
                    </a:cubicBezTo>
                    <a:cubicBezTo>
                      <a:pt x="152695" y="220513"/>
                      <a:pt x="152476" y="217599"/>
                      <a:pt x="152476" y="214884"/>
                    </a:cubicBezTo>
                    <a:cubicBezTo>
                      <a:pt x="152476" y="177965"/>
                      <a:pt x="182499" y="147923"/>
                      <a:pt x="219637" y="147923"/>
                    </a:cubicBezTo>
                    <a:cubicBezTo>
                      <a:pt x="219647" y="147923"/>
                      <a:pt x="219656" y="147923"/>
                      <a:pt x="219666" y="147923"/>
                    </a:cubicBezTo>
                    <a:cubicBezTo>
                      <a:pt x="221628" y="147923"/>
                      <a:pt x="223495" y="147123"/>
                      <a:pt x="224847" y="145704"/>
                    </a:cubicBezTo>
                    <a:cubicBezTo>
                      <a:pt x="226200" y="144285"/>
                      <a:pt x="226905" y="142370"/>
                      <a:pt x="226800" y="140418"/>
                    </a:cubicBezTo>
                    <a:cubicBezTo>
                      <a:pt x="226790" y="140208"/>
                      <a:pt x="226619" y="138875"/>
                      <a:pt x="226600" y="138665"/>
                    </a:cubicBezTo>
                    <a:cubicBezTo>
                      <a:pt x="226600" y="118005"/>
                      <a:pt x="243411" y="101184"/>
                      <a:pt x="264081" y="101184"/>
                    </a:cubicBezTo>
                    <a:cubicBezTo>
                      <a:pt x="276044" y="101184"/>
                      <a:pt x="287407" y="107061"/>
                      <a:pt x="294475" y="116910"/>
                    </a:cubicBezTo>
                    <a:cubicBezTo>
                      <a:pt x="296494" y="119729"/>
                      <a:pt x="300238" y="120682"/>
                      <a:pt x="303352" y="119196"/>
                    </a:cubicBezTo>
                    <a:cubicBezTo>
                      <a:pt x="315001" y="113652"/>
                      <a:pt x="327336" y="110852"/>
                      <a:pt x="340004" y="110852"/>
                    </a:cubicBezTo>
                    <a:cubicBezTo>
                      <a:pt x="387153" y="110852"/>
                      <a:pt x="425520" y="149209"/>
                      <a:pt x="425520" y="196358"/>
                    </a:cubicBezTo>
                    <a:cubicBezTo>
                      <a:pt x="425520" y="206845"/>
                      <a:pt x="423577" y="217189"/>
                      <a:pt x="419748" y="227114"/>
                    </a:cubicBezTo>
                    <a:cubicBezTo>
                      <a:pt x="418376" y="230581"/>
                      <a:pt x="419929" y="234506"/>
                      <a:pt x="423291" y="236125"/>
                    </a:cubicBezTo>
                    <a:cubicBezTo>
                      <a:pt x="438607" y="243497"/>
                      <a:pt x="448123" y="258518"/>
                      <a:pt x="448123" y="275311"/>
                    </a:cubicBezTo>
                    <a:cubicBezTo>
                      <a:pt x="448123" y="275834"/>
                      <a:pt x="448037" y="276349"/>
                      <a:pt x="448018" y="276873"/>
                    </a:cubicBezTo>
                    <a:lnTo>
                      <a:pt x="280845" y="190329"/>
                    </a:lnTo>
                    <a:cubicBezTo>
                      <a:pt x="278787" y="189262"/>
                      <a:pt x="276330" y="189262"/>
                      <a:pt x="274282" y="190329"/>
                    </a:cubicBezTo>
                    <a:lnTo>
                      <a:pt x="107090" y="276873"/>
                    </a:lnTo>
                    <a:close/>
                    <a:moveTo>
                      <a:pt x="277559" y="204721"/>
                    </a:moveTo>
                    <a:lnTo>
                      <a:pt x="477383" y="308153"/>
                    </a:lnTo>
                    <a:cubicBezTo>
                      <a:pt x="477460" y="308191"/>
                      <a:pt x="477536" y="308229"/>
                      <a:pt x="477603" y="308267"/>
                    </a:cubicBezTo>
                    <a:lnTo>
                      <a:pt x="540839" y="341005"/>
                    </a:lnTo>
                    <a:lnTo>
                      <a:pt x="540839" y="384315"/>
                    </a:lnTo>
                    <a:lnTo>
                      <a:pt x="280845" y="249726"/>
                    </a:lnTo>
                    <a:cubicBezTo>
                      <a:pt x="278787" y="248660"/>
                      <a:pt x="276330" y="248660"/>
                      <a:pt x="274282" y="249726"/>
                    </a:cubicBezTo>
                    <a:lnTo>
                      <a:pt x="14278" y="384315"/>
                    </a:lnTo>
                    <a:lnTo>
                      <a:pt x="14278" y="340995"/>
                    </a:lnTo>
                    <a:lnTo>
                      <a:pt x="277559" y="204721"/>
                    </a:lnTo>
                    <a:close/>
                    <a:moveTo>
                      <a:pt x="464563" y="616220"/>
                    </a:moveTo>
                    <a:lnTo>
                      <a:pt x="284702" y="616220"/>
                    </a:lnTo>
                    <a:lnTo>
                      <a:pt x="284702" y="583597"/>
                    </a:lnTo>
                    <a:lnTo>
                      <a:pt x="464563" y="583597"/>
                    </a:lnTo>
                    <a:lnTo>
                      <a:pt x="464563" y="616220"/>
                    </a:lnTo>
                    <a:close/>
                    <a:moveTo>
                      <a:pt x="270396" y="616220"/>
                    </a:moveTo>
                    <a:lnTo>
                      <a:pt x="90545" y="616220"/>
                    </a:lnTo>
                    <a:lnTo>
                      <a:pt x="90545" y="583597"/>
                    </a:lnTo>
                    <a:lnTo>
                      <a:pt x="270396" y="583597"/>
                    </a:lnTo>
                    <a:lnTo>
                      <a:pt x="270396" y="616220"/>
                    </a:lnTo>
                    <a:close/>
                    <a:moveTo>
                      <a:pt x="90545" y="630507"/>
                    </a:moveTo>
                    <a:lnTo>
                      <a:pt x="270396" y="630507"/>
                    </a:lnTo>
                    <a:lnTo>
                      <a:pt x="270396" y="663159"/>
                    </a:lnTo>
                    <a:lnTo>
                      <a:pt x="90545" y="663159"/>
                    </a:lnTo>
                    <a:lnTo>
                      <a:pt x="90545" y="630507"/>
                    </a:lnTo>
                    <a:close/>
                    <a:moveTo>
                      <a:pt x="284702" y="630507"/>
                    </a:moveTo>
                    <a:lnTo>
                      <a:pt x="464563" y="630507"/>
                    </a:lnTo>
                    <a:lnTo>
                      <a:pt x="464563" y="663159"/>
                    </a:lnTo>
                    <a:lnTo>
                      <a:pt x="284702" y="663159"/>
                    </a:lnTo>
                    <a:lnTo>
                      <a:pt x="284702" y="630507"/>
                    </a:lnTo>
                    <a:close/>
                    <a:moveTo>
                      <a:pt x="464563" y="569309"/>
                    </a:moveTo>
                    <a:lnTo>
                      <a:pt x="284702" y="569309"/>
                    </a:lnTo>
                    <a:lnTo>
                      <a:pt x="284702" y="534391"/>
                    </a:lnTo>
                    <a:cubicBezTo>
                      <a:pt x="284702" y="522284"/>
                      <a:pt x="294561" y="512416"/>
                      <a:pt x="306676" y="512416"/>
                    </a:cubicBezTo>
                    <a:lnTo>
                      <a:pt x="442589" y="512416"/>
                    </a:lnTo>
                    <a:cubicBezTo>
                      <a:pt x="454704" y="512416"/>
                      <a:pt x="464572" y="522275"/>
                      <a:pt x="464572" y="534391"/>
                    </a:cubicBezTo>
                    <a:lnTo>
                      <a:pt x="464572" y="569309"/>
                    </a:lnTo>
                    <a:close/>
                    <a:moveTo>
                      <a:pt x="270396" y="569309"/>
                    </a:moveTo>
                    <a:lnTo>
                      <a:pt x="90545" y="569309"/>
                    </a:lnTo>
                    <a:lnTo>
                      <a:pt x="90545" y="534391"/>
                    </a:lnTo>
                    <a:cubicBezTo>
                      <a:pt x="90545" y="522284"/>
                      <a:pt x="100403" y="512416"/>
                      <a:pt x="112528" y="512416"/>
                    </a:cubicBezTo>
                    <a:lnTo>
                      <a:pt x="248431" y="512416"/>
                    </a:lnTo>
                    <a:cubicBezTo>
                      <a:pt x="260547" y="512416"/>
                      <a:pt x="270405" y="522275"/>
                      <a:pt x="270405" y="534391"/>
                    </a:cubicBezTo>
                    <a:lnTo>
                      <a:pt x="270405" y="569309"/>
                    </a:lnTo>
                    <a:close/>
                    <a:moveTo>
                      <a:pt x="248422" y="938213"/>
                    </a:moveTo>
                    <a:lnTo>
                      <a:pt x="112528" y="938213"/>
                    </a:lnTo>
                    <a:cubicBezTo>
                      <a:pt x="100413" y="938213"/>
                      <a:pt x="90545" y="928354"/>
                      <a:pt x="90545" y="916219"/>
                    </a:cubicBezTo>
                    <a:lnTo>
                      <a:pt x="90545" y="677447"/>
                    </a:lnTo>
                    <a:lnTo>
                      <a:pt x="270396" y="677447"/>
                    </a:lnTo>
                    <a:lnTo>
                      <a:pt x="270396" y="916219"/>
                    </a:lnTo>
                    <a:cubicBezTo>
                      <a:pt x="270396" y="928354"/>
                      <a:pt x="260537" y="938213"/>
                      <a:pt x="248422" y="938213"/>
                    </a:cubicBezTo>
                    <a:close/>
                    <a:moveTo>
                      <a:pt x="464563" y="916219"/>
                    </a:moveTo>
                    <a:cubicBezTo>
                      <a:pt x="464563" y="928345"/>
                      <a:pt x="454704" y="938213"/>
                      <a:pt x="442579" y="938213"/>
                    </a:cubicBezTo>
                    <a:lnTo>
                      <a:pt x="306676" y="938213"/>
                    </a:lnTo>
                    <a:cubicBezTo>
                      <a:pt x="294570" y="938213"/>
                      <a:pt x="284702" y="928354"/>
                      <a:pt x="284702" y="916219"/>
                    </a:cubicBezTo>
                    <a:lnTo>
                      <a:pt x="284702" y="677447"/>
                    </a:lnTo>
                    <a:lnTo>
                      <a:pt x="464563" y="677447"/>
                    </a:lnTo>
                    <a:lnTo>
                      <a:pt x="464563" y="916219"/>
                    </a:lnTo>
                    <a:close/>
                    <a:moveTo>
                      <a:pt x="478850" y="755818"/>
                    </a:moveTo>
                    <a:lnTo>
                      <a:pt x="478850" y="670303"/>
                    </a:lnTo>
                    <a:lnTo>
                      <a:pt x="478850" y="623364"/>
                    </a:lnTo>
                    <a:lnTo>
                      <a:pt x="478850" y="576453"/>
                    </a:lnTo>
                    <a:lnTo>
                      <a:pt x="478850" y="534391"/>
                    </a:lnTo>
                    <a:cubicBezTo>
                      <a:pt x="478850" y="514398"/>
                      <a:pt x="462582" y="498129"/>
                      <a:pt x="442579" y="498129"/>
                    </a:cubicBezTo>
                    <a:lnTo>
                      <a:pt x="306676" y="498129"/>
                    </a:lnTo>
                    <a:cubicBezTo>
                      <a:pt x="294704" y="498129"/>
                      <a:pt x="284169" y="504025"/>
                      <a:pt x="277549" y="513007"/>
                    </a:cubicBezTo>
                    <a:cubicBezTo>
                      <a:pt x="270948" y="504034"/>
                      <a:pt x="260394" y="498129"/>
                      <a:pt x="248422" y="498129"/>
                    </a:cubicBezTo>
                    <a:lnTo>
                      <a:pt x="112528" y="498129"/>
                    </a:lnTo>
                    <a:cubicBezTo>
                      <a:pt x="92526" y="498129"/>
                      <a:pt x="76257" y="514398"/>
                      <a:pt x="76257" y="534391"/>
                    </a:cubicBezTo>
                    <a:lnTo>
                      <a:pt x="76257" y="576453"/>
                    </a:lnTo>
                    <a:lnTo>
                      <a:pt x="76257" y="623373"/>
                    </a:lnTo>
                    <a:lnTo>
                      <a:pt x="76257" y="670312"/>
                    </a:lnTo>
                    <a:lnTo>
                      <a:pt x="76257" y="755828"/>
                    </a:lnTo>
                    <a:lnTo>
                      <a:pt x="14278" y="755828"/>
                    </a:lnTo>
                    <a:lnTo>
                      <a:pt x="14278" y="400393"/>
                    </a:lnTo>
                    <a:lnTo>
                      <a:pt x="277559" y="264119"/>
                    </a:lnTo>
                    <a:lnTo>
                      <a:pt x="540839" y="400393"/>
                    </a:lnTo>
                    <a:lnTo>
                      <a:pt x="540839" y="755809"/>
                    </a:lnTo>
                    <a:lnTo>
                      <a:pt x="478850" y="75580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09" name="Freeform: Shape 215">
                <a:extLst>
                  <a:ext uri="{FF2B5EF4-FFF2-40B4-BE49-F238E27FC236}">
                    <a16:creationId xmlns:a16="http://schemas.microsoft.com/office/drawing/2014/main" id="{B58D798D-2B25-3195-0830-F8BE810D32D4}"/>
                  </a:ext>
                </a:extLst>
              </p:cNvPr>
              <p:cNvSpPr/>
              <p:nvPr/>
            </p:nvSpPr>
            <p:spPr>
              <a:xfrm>
                <a:off x="-1506230" y="3515267"/>
                <a:ext cx="74152" cy="74171"/>
              </a:xfrm>
              <a:custGeom>
                <a:avLst/>
                <a:gdLst>
                  <a:gd name="connsiteX0" fmla="*/ 37071 w 74152"/>
                  <a:gd name="connsiteY0" fmla="*/ 0 h 74171"/>
                  <a:gd name="connsiteX1" fmla="*/ 0 w 74152"/>
                  <a:gd name="connsiteY1" fmla="*/ 37081 h 74171"/>
                  <a:gd name="connsiteX2" fmla="*/ 37071 w 74152"/>
                  <a:gd name="connsiteY2" fmla="*/ 74171 h 74171"/>
                  <a:gd name="connsiteX3" fmla="*/ 74152 w 74152"/>
                  <a:gd name="connsiteY3" fmla="*/ 37081 h 74171"/>
                  <a:gd name="connsiteX4" fmla="*/ 37071 w 74152"/>
                  <a:gd name="connsiteY4" fmla="*/ 0 h 74171"/>
                  <a:gd name="connsiteX5" fmla="*/ 37071 w 74152"/>
                  <a:gd name="connsiteY5" fmla="*/ 59874 h 74171"/>
                  <a:gd name="connsiteX6" fmla="*/ 14288 w 74152"/>
                  <a:gd name="connsiteY6" fmla="*/ 37071 h 74171"/>
                  <a:gd name="connsiteX7" fmla="*/ 37071 w 74152"/>
                  <a:gd name="connsiteY7" fmla="*/ 14278 h 74171"/>
                  <a:gd name="connsiteX8" fmla="*/ 59865 w 74152"/>
                  <a:gd name="connsiteY8" fmla="*/ 37071 h 74171"/>
                  <a:gd name="connsiteX9" fmla="*/ 37071 w 74152"/>
                  <a:gd name="connsiteY9" fmla="*/ 59874 h 74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4152" h="74171">
                    <a:moveTo>
                      <a:pt x="37071" y="0"/>
                    </a:moveTo>
                    <a:cubicBezTo>
                      <a:pt x="16631" y="0"/>
                      <a:pt x="0" y="16631"/>
                      <a:pt x="0" y="37081"/>
                    </a:cubicBezTo>
                    <a:cubicBezTo>
                      <a:pt x="0" y="57531"/>
                      <a:pt x="16631" y="74171"/>
                      <a:pt x="37071" y="74171"/>
                    </a:cubicBezTo>
                    <a:cubicBezTo>
                      <a:pt x="57512" y="74171"/>
                      <a:pt x="74152" y="57531"/>
                      <a:pt x="74152" y="37081"/>
                    </a:cubicBezTo>
                    <a:cubicBezTo>
                      <a:pt x="74152" y="16631"/>
                      <a:pt x="57512" y="0"/>
                      <a:pt x="37071" y="0"/>
                    </a:cubicBezTo>
                    <a:close/>
                    <a:moveTo>
                      <a:pt x="37071" y="59874"/>
                    </a:moveTo>
                    <a:cubicBezTo>
                      <a:pt x="24508" y="59874"/>
                      <a:pt x="14288" y="49644"/>
                      <a:pt x="14288" y="37071"/>
                    </a:cubicBezTo>
                    <a:cubicBezTo>
                      <a:pt x="14288" y="24498"/>
                      <a:pt x="24508" y="14278"/>
                      <a:pt x="37071" y="14278"/>
                    </a:cubicBezTo>
                    <a:cubicBezTo>
                      <a:pt x="49635" y="14278"/>
                      <a:pt x="59865" y="24498"/>
                      <a:pt x="59865" y="37071"/>
                    </a:cubicBezTo>
                    <a:cubicBezTo>
                      <a:pt x="59865" y="49644"/>
                      <a:pt x="49635" y="59874"/>
                      <a:pt x="37071" y="59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10" name="Freeform: Shape 216">
                <a:extLst>
                  <a:ext uri="{FF2B5EF4-FFF2-40B4-BE49-F238E27FC236}">
                    <a16:creationId xmlns:a16="http://schemas.microsoft.com/office/drawing/2014/main" id="{36A36DA6-0885-5361-8EC3-A0303C3B5D63}"/>
                  </a:ext>
                </a:extLst>
              </p:cNvPr>
              <p:cNvSpPr/>
              <p:nvPr/>
            </p:nvSpPr>
            <p:spPr>
              <a:xfrm>
                <a:off x="-1415638" y="3515267"/>
                <a:ext cx="57997" cy="14287"/>
              </a:xfrm>
              <a:custGeom>
                <a:avLst/>
                <a:gdLst>
                  <a:gd name="connsiteX0" fmla="*/ 50854 w 57997"/>
                  <a:gd name="connsiteY0" fmla="*/ 0 h 14287"/>
                  <a:gd name="connsiteX1" fmla="*/ 7144 w 57997"/>
                  <a:gd name="connsiteY1" fmla="*/ 0 h 14287"/>
                  <a:gd name="connsiteX2" fmla="*/ 0 w 57997"/>
                  <a:gd name="connsiteY2" fmla="*/ 7144 h 14287"/>
                  <a:gd name="connsiteX3" fmla="*/ 7144 w 57997"/>
                  <a:gd name="connsiteY3" fmla="*/ 14288 h 14287"/>
                  <a:gd name="connsiteX4" fmla="*/ 50854 w 57997"/>
                  <a:gd name="connsiteY4" fmla="*/ 14288 h 14287"/>
                  <a:gd name="connsiteX5" fmla="*/ 57998 w 57997"/>
                  <a:gd name="connsiteY5" fmla="*/ 7144 h 14287"/>
                  <a:gd name="connsiteX6" fmla="*/ 50854 w 57997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97" h="14287">
                    <a:moveTo>
                      <a:pt x="50854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50854" y="14288"/>
                    </a:lnTo>
                    <a:cubicBezTo>
                      <a:pt x="54797" y="14288"/>
                      <a:pt x="57998" y="11087"/>
                      <a:pt x="57998" y="7144"/>
                    </a:cubicBezTo>
                    <a:cubicBezTo>
                      <a:pt x="57998" y="3200"/>
                      <a:pt x="54797" y="0"/>
                      <a:pt x="5085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11" name="Freeform: Shape 217">
                <a:extLst>
                  <a:ext uri="{FF2B5EF4-FFF2-40B4-BE49-F238E27FC236}">
                    <a16:creationId xmlns:a16="http://schemas.microsoft.com/office/drawing/2014/main" id="{30212CEC-2878-3654-09FF-53BD980B00D7}"/>
                  </a:ext>
                </a:extLst>
              </p:cNvPr>
              <p:cNvSpPr/>
              <p:nvPr/>
            </p:nvSpPr>
            <p:spPr>
              <a:xfrm>
                <a:off x="-1393778" y="3545204"/>
                <a:ext cx="36137" cy="14287"/>
              </a:xfrm>
              <a:custGeom>
                <a:avLst/>
                <a:gdLst>
                  <a:gd name="connsiteX0" fmla="*/ 28994 w 36137"/>
                  <a:gd name="connsiteY0" fmla="*/ 0 h 14287"/>
                  <a:gd name="connsiteX1" fmla="*/ 7144 w 36137"/>
                  <a:gd name="connsiteY1" fmla="*/ 0 h 14287"/>
                  <a:gd name="connsiteX2" fmla="*/ 0 w 36137"/>
                  <a:gd name="connsiteY2" fmla="*/ 7144 h 14287"/>
                  <a:gd name="connsiteX3" fmla="*/ 7144 w 36137"/>
                  <a:gd name="connsiteY3" fmla="*/ 14288 h 14287"/>
                  <a:gd name="connsiteX4" fmla="*/ 28994 w 36137"/>
                  <a:gd name="connsiteY4" fmla="*/ 14288 h 14287"/>
                  <a:gd name="connsiteX5" fmla="*/ 36138 w 36137"/>
                  <a:gd name="connsiteY5" fmla="*/ 7144 h 14287"/>
                  <a:gd name="connsiteX6" fmla="*/ 28994 w 36137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137" h="14287">
                    <a:moveTo>
                      <a:pt x="28994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28994" y="14288"/>
                    </a:lnTo>
                    <a:cubicBezTo>
                      <a:pt x="32937" y="14288"/>
                      <a:pt x="36138" y="11087"/>
                      <a:pt x="36138" y="7144"/>
                    </a:cubicBezTo>
                    <a:cubicBezTo>
                      <a:pt x="36138" y="3200"/>
                      <a:pt x="32937" y="0"/>
                      <a:pt x="289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4" name="Freeform: Shape 218">
                <a:extLst>
                  <a:ext uri="{FF2B5EF4-FFF2-40B4-BE49-F238E27FC236}">
                    <a16:creationId xmlns:a16="http://schemas.microsoft.com/office/drawing/2014/main" id="{54420E06-3375-FB2D-E62C-4EBA39CE3DFA}"/>
                  </a:ext>
                </a:extLst>
              </p:cNvPr>
              <p:cNvSpPr/>
              <p:nvPr/>
            </p:nvSpPr>
            <p:spPr>
              <a:xfrm>
                <a:off x="-1312082" y="3515267"/>
                <a:ext cx="74161" cy="74171"/>
              </a:xfrm>
              <a:custGeom>
                <a:avLst/>
                <a:gdLst>
                  <a:gd name="connsiteX0" fmla="*/ 37071 w 74161"/>
                  <a:gd name="connsiteY0" fmla="*/ 0 h 74171"/>
                  <a:gd name="connsiteX1" fmla="*/ 0 w 74161"/>
                  <a:gd name="connsiteY1" fmla="*/ 37081 h 74171"/>
                  <a:gd name="connsiteX2" fmla="*/ 37071 w 74161"/>
                  <a:gd name="connsiteY2" fmla="*/ 74171 h 74171"/>
                  <a:gd name="connsiteX3" fmla="*/ 74162 w 74161"/>
                  <a:gd name="connsiteY3" fmla="*/ 37081 h 74171"/>
                  <a:gd name="connsiteX4" fmla="*/ 37071 w 74161"/>
                  <a:gd name="connsiteY4" fmla="*/ 0 h 74171"/>
                  <a:gd name="connsiteX5" fmla="*/ 37071 w 74161"/>
                  <a:gd name="connsiteY5" fmla="*/ 59874 h 74171"/>
                  <a:gd name="connsiteX6" fmla="*/ 14288 w 74161"/>
                  <a:gd name="connsiteY6" fmla="*/ 37071 h 74171"/>
                  <a:gd name="connsiteX7" fmla="*/ 37071 w 74161"/>
                  <a:gd name="connsiteY7" fmla="*/ 14278 h 74171"/>
                  <a:gd name="connsiteX8" fmla="*/ 59874 w 74161"/>
                  <a:gd name="connsiteY8" fmla="*/ 37071 h 74171"/>
                  <a:gd name="connsiteX9" fmla="*/ 37071 w 74161"/>
                  <a:gd name="connsiteY9" fmla="*/ 59874 h 74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4161" h="74171">
                    <a:moveTo>
                      <a:pt x="37071" y="0"/>
                    </a:moveTo>
                    <a:cubicBezTo>
                      <a:pt x="16631" y="0"/>
                      <a:pt x="0" y="16631"/>
                      <a:pt x="0" y="37081"/>
                    </a:cubicBezTo>
                    <a:cubicBezTo>
                      <a:pt x="0" y="57531"/>
                      <a:pt x="16631" y="74171"/>
                      <a:pt x="37071" y="74171"/>
                    </a:cubicBezTo>
                    <a:cubicBezTo>
                      <a:pt x="57512" y="74171"/>
                      <a:pt x="74162" y="57531"/>
                      <a:pt x="74162" y="37081"/>
                    </a:cubicBezTo>
                    <a:cubicBezTo>
                      <a:pt x="74162" y="16631"/>
                      <a:pt x="57521" y="0"/>
                      <a:pt x="37071" y="0"/>
                    </a:cubicBezTo>
                    <a:close/>
                    <a:moveTo>
                      <a:pt x="37071" y="59874"/>
                    </a:moveTo>
                    <a:cubicBezTo>
                      <a:pt x="24517" y="59874"/>
                      <a:pt x="14288" y="49644"/>
                      <a:pt x="14288" y="37071"/>
                    </a:cubicBezTo>
                    <a:cubicBezTo>
                      <a:pt x="14288" y="24498"/>
                      <a:pt x="24508" y="14278"/>
                      <a:pt x="37071" y="14278"/>
                    </a:cubicBezTo>
                    <a:cubicBezTo>
                      <a:pt x="49635" y="14278"/>
                      <a:pt x="59874" y="24498"/>
                      <a:pt x="59874" y="37071"/>
                    </a:cubicBezTo>
                    <a:cubicBezTo>
                      <a:pt x="59874" y="49644"/>
                      <a:pt x="49644" y="59874"/>
                      <a:pt x="37071" y="59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5" name="Freeform: Shape 219">
                <a:extLst>
                  <a:ext uri="{FF2B5EF4-FFF2-40B4-BE49-F238E27FC236}">
                    <a16:creationId xmlns:a16="http://schemas.microsoft.com/office/drawing/2014/main" id="{F6C24910-57ED-BDD9-5CE4-C6B3CC435659}"/>
                  </a:ext>
                </a:extLst>
              </p:cNvPr>
              <p:cNvSpPr/>
              <p:nvPr/>
            </p:nvSpPr>
            <p:spPr>
              <a:xfrm>
                <a:off x="-1221480" y="3515267"/>
                <a:ext cx="57978" cy="14287"/>
              </a:xfrm>
              <a:custGeom>
                <a:avLst/>
                <a:gdLst>
                  <a:gd name="connsiteX0" fmla="*/ 50835 w 57978"/>
                  <a:gd name="connsiteY0" fmla="*/ 0 h 14287"/>
                  <a:gd name="connsiteX1" fmla="*/ 7144 w 57978"/>
                  <a:gd name="connsiteY1" fmla="*/ 0 h 14287"/>
                  <a:gd name="connsiteX2" fmla="*/ 0 w 57978"/>
                  <a:gd name="connsiteY2" fmla="*/ 7144 h 14287"/>
                  <a:gd name="connsiteX3" fmla="*/ 7144 w 57978"/>
                  <a:gd name="connsiteY3" fmla="*/ 14288 h 14287"/>
                  <a:gd name="connsiteX4" fmla="*/ 50835 w 57978"/>
                  <a:gd name="connsiteY4" fmla="*/ 14288 h 14287"/>
                  <a:gd name="connsiteX5" fmla="*/ 57979 w 57978"/>
                  <a:gd name="connsiteY5" fmla="*/ 7144 h 14287"/>
                  <a:gd name="connsiteX6" fmla="*/ 50835 w 57978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78" h="14287">
                    <a:moveTo>
                      <a:pt x="50835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50835" y="14288"/>
                    </a:lnTo>
                    <a:cubicBezTo>
                      <a:pt x="54778" y="14288"/>
                      <a:pt x="57979" y="11087"/>
                      <a:pt x="57979" y="7144"/>
                    </a:cubicBezTo>
                    <a:cubicBezTo>
                      <a:pt x="57979" y="3200"/>
                      <a:pt x="54778" y="0"/>
                      <a:pt x="5083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6" name="Freeform: Shape 220">
                <a:extLst>
                  <a:ext uri="{FF2B5EF4-FFF2-40B4-BE49-F238E27FC236}">
                    <a16:creationId xmlns:a16="http://schemas.microsoft.com/office/drawing/2014/main" id="{4E000472-A6D2-9BF7-622F-8D60F2DDFC26}"/>
                  </a:ext>
                </a:extLst>
              </p:cNvPr>
              <p:cNvSpPr/>
              <p:nvPr/>
            </p:nvSpPr>
            <p:spPr>
              <a:xfrm>
                <a:off x="-1199620" y="3545204"/>
                <a:ext cx="36118" cy="14287"/>
              </a:xfrm>
              <a:custGeom>
                <a:avLst/>
                <a:gdLst>
                  <a:gd name="connsiteX0" fmla="*/ 28975 w 36118"/>
                  <a:gd name="connsiteY0" fmla="*/ 0 h 14287"/>
                  <a:gd name="connsiteX1" fmla="*/ 7144 w 36118"/>
                  <a:gd name="connsiteY1" fmla="*/ 0 h 14287"/>
                  <a:gd name="connsiteX2" fmla="*/ 0 w 36118"/>
                  <a:gd name="connsiteY2" fmla="*/ 7144 h 14287"/>
                  <a:gd name="connsiteX3" fmla="*/ 7144 w 36118"/>
                  <a:gd name="connsiteY3" fmla="*/ 14288 h 14287"/>
                  <a:gd name="connsiteX4" fmla="*/ 28975 w 36118"/>
                  <a:gd name="connsiteY4" fmla="*/ 14288 h 14287"/>
                  <a:gd name="connsiteX5" fmla="*/ 36119 w 36118"/>
                  <a:gd name="connsiteY5" fmla="*/ 7144 h 14287"/>
                  <a:gd name="connsiteX6" fmla="*/ 28975 w 36118"/>
                  <a:gd name="connsiteY6" fmla="*/ 0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118" h="14287">
                    <a:moveTo>
                      <a:pt x="28975" y="0"/>
                    </a:moveTo>
                    <a:lnTo>
                      <a:pt x="7144" y="0"/>
                    </a:lnTo>
                    <a:cubicBezTo>
                      <a:pt x="3200" y="0"/>
                      <a:pt x="0" y="3200"/>
                      <a:pt x="0" y="7144"/>
                    </a:cubicBezTo>
                    <a:cubicBezTo>
                      <a:pt x="0" y="11087"/>
                      <a:pt x="3200" y="14288"/>
                      <a:pt x="7144" y="14288"/>
                    </a:cubicBezTo>
                    <a:lnTo>
                      <a:pt x="28975" y="14288"/>
                    </a:lnTo>
                    <a:cubicBezTo>
                      <a:pt x="32918" y="14288"/>
                      <a:pt x="36119" y="11087"/>
                      <a:pt x="36119" y="7144"/>
                    </a:cubicBezTo>
                    <a:cubicBezTo>
                      <a:pt x="36119" y="3200"/>
                      <a:pt x="32918" y="0"/>
                      <a:pt x="2897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7" name="Freeform: Shape 221">
                <a:extLst>
                  <a:ext uri="{FF2B5EF4-FFF2-40B4-BE49-F238E27FC236}">
                    <a16:creationId xmlns:a16="http://schemas.microsoft.com/office/drawing/2014/main" id="{4D996B02-AF3C-4DD9-DF30-BEAB5E44CD4A}"/>
                  </a:ext>
                </a:extLst>
              </p:cNvPr>
              <p:cNvSpPr/>
              <p:nvPr/>
            </p:nvSpPr>
            <p:spPr>
              <a:xfrm>
                <a:off x="-1430211" y="3027235"/>
                <a:ext cx="195557" cy="59531"/>
              </a:xfrm>
              <a:custGeom>
                <a:avLst/>
                <a:gdLst>
                  <a:gd name="connsiteX0" fmla="*/ 165792 w 195557"/>
                  <a:gd name="connsiteY0" fmla="*/ 0 h 59531"/>
                  <a:gd name="connsiteX1" fmla="*/ 29766 w 195557"/>
                  <a:gd name="connsiteY1" fmla="*/ 0 h 59531"/>
                  <a:gd name="connsiteX2" fmla="*/ 0 w 195557"/>
                  <a:gd name="connsiteY2" fmla="*/ 29766 h 59531"/>
                  <a:gd name="connsiteX3" fmla="*/ 29766 w 195557"/>
                  <a:gd name="connsiteY3" fmla="*/ 59531 h 59531"/>
                  <a:gd name="connsiteX4" fmla="*/ 165792 w 195557"/>
                  <a:gd name="connsiteY4" fmla="*/ 59531 h 59531"/>
                  <a:gd name="connsiteX5" fmla="*/ 195558 w 195557"/>
                  <a:gd name="connsiteY5" fmla="*/ 29766 h 59531"/>
                  <a:gd name="connsiteX6" fmla="*/ 165792 w 195557"/>
                  <a:gd name="connsiteY6" fmla="*/ 0 h 59531"/>
                  <a:gd name="connsiteX7" fmla="*/ 14288 w 195557"/>
                  <a:gd name="connsiteY7" fmla="*/ 29766 h 59531"/>
                  <a:gd name="connsiteX8" fmla="*/ 29766 w 195557"/>
                  <a:gd name="connsiteY8" fmla="*/ 14288 h 59531"/>
                  <a:gd name="connsiteX9" fmla="*/ 90630 w 195557"/>
                  <a:gd name="connsiteY9" fmla="*/ 14288 h 59531"/>
                  <a:gd name="connsiteX10" fmla="*/ 90630 w 195557"/>
                  <a:gd name="connsiteY10" fmla="*/ 45244 h 59531"/>
                  <a:gd name="connsiteX11" fmla="*/ 29766 w 195557"/>
                  <a:gd name="connsiteY11" fmla="*/ 45244 h 59531"/>
                  <a:gd name="connsiteX12" fmla="*/ 14288 w 195557"/>
                  <a:gd name="connsiteY12" fmla="*/ 29766 h 59531"/>
                  <a:gd name="connsiteX13" fmla="*/ 165792 w 195557"/>
                  <a:gd name="connsiteY13" fmla="*/ 45244 h 59531"/>
                  <a:gd name="connsiteX14" fmla="*/ 104918 w 195557"/>
                  <a:gd name="connsiteY14" fmla="*/ 45244 h 59531"/>
                  <a:gd name="connsiteX15" fmla="*/ 104918 w 195557"/>
                  <a:gd name="connsiteY15" fmla="*/ 14288 h 59531"/>
                  <a:gd name="connsiteX16" fmla="*/ 165792 w 195557"/>
                  <a:gd name="connsiteY16" fmla="*/ 14288 h 59531"/>
                  <a:gd name="connsiteX17" fmla="*/ 181270 w 195557"/>
                  <a:gd name="connsiteY17" fmla="*/ 29766 h 59531"/>
                  <a:gd name="connsiteX18" fmla="*/ 165792 w 195557"/>
                  <a:gd name="connsiteY18" fmla="*/ 45244 h 59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5557" h="59531">
                    <a:moveTo>
                      <a:pt x="165792" y="0"/>
                    </a:moveTo>
                    <a:lnTo>
                      <a:pt x="29766" y="0"/>
                    </a:lnTo>
                    <a:cubicBezTo>
                      <a:pt x="13354" y="0"/>
                      <a:pt x="0" y="13354"/>
                      <a:pt x="0" y="29766"/>
                    </a:cubicBezTo>
                    <a:cubicBezTo>
                      <a:pt x="0" y="46177"/>
                      <a:pt x="13354" y="59531"/>
                      <a:pt x="29766" y="59531"/>
                    </a:cubicBezTo>
                    <a:lnTo>
                      <a:pt x="165792" y="59531"/>
                    </a:lnTo>
                    <a:cubicBezTo>
                      <a:pt x="182204" y="59531"/>
                      <a:pt x="195558" y="46177"/>
                      <a:pt x="195558" y="29766"/>
                    </a:cubicBezTo>
                    <a:cubicBezTo>
                      <a:pt x="195558" y="13354"/>
                      <a:pt x="182194" y="0"/>
                      <a:pt x="165792" y="0"/>
                    </a:cubicBezTo>
                    <a:close/>
                    <a:moveTo>
                      <a:pt x="14288" y="29766"/>
                    </a:moveTo>
                    <a:cubicBezTo>
                      <a:pt x="14288" y="21231"/>
                      <a:pt x="21231" y="14288"/>
                      <a:pt x="29766" y="14288"/>
                    </a:cubicBezTo>
                    <a:lnTo>
                      <a:pt x="90630" y="14288"/>
                    </a:lnTo>
                    <a:lnTo>
                      <a:pt x="90630" y="45244"/>
                    </a:lnTo>
                    <a:lnTo>
                      <a:pt x="29766" y="45244"/>
                    </a:lnTo>
                    <a:cubicBezTo>
                      <a:pt x="21231" y="45244"/>
                      <a:pt x="14288" y="38300"/>
                      <a:pt x="14288" y="29766"/>
                    </a:cubicBezTo>
                    <a:close/>
                    <a:moveTo>
                      <a:pt x="165792" y="45244"/>
                    </a:moveTo>
                    <a:lnTo>
                      <a:pt x="104918" y="45244"/>
                    </a:lnTo>
                    <a:lnTo>
                      <a:pt x="104918" y="14288"/>
                    </a:lnTo>
                    <a:lnTo>
                      <a:pt x="165792" y="14288"/>
                    </a:lnTo>
                    <a:cubicBezTo>
                      <a:pt x="174327" y="14288"/>
                      <a:pt x="181270" y="21231"/>
                      <a:pt x="181270" y="29766"/>
                    </a:cubicBezTo>
                    <a:cubicBezTo>
                      <a:pt x="181270" y="38300"/>
                      <a:pt x="174327" y="45244"/>
                      <a:pt x="165792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359A711-060B-AD0E-C9C0-9303C628FA9B}"/>
              </a:ext>
            </a:extLst>
          </p:cNvPr>
          <p:cNvGrpSpPr/>
          <p:nvPr/>
        </p:nvGrpSpPr>
        <p:grpSpPr>
          <a:xfrm>
            <a:off x="7893980" y="2353046"/>
            <a:ext cx="702195" cy="477231"/>
            <a:chOff x="1192331" y="4918169"/>
            <a:chExt cx="702195" cy="47723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77D4295-547A-F79E-1C8B-BD09CC29AF38}"/>
                </a:ext>
              </a:extLst>
            </p:cNvPr>
            <p:cNvSpPr>
              <a:spLocks/>
            </p:cNvSpPr>
            <p:nvPr/>
          </p:nvSpPr>
          <p:spPr>
            <a:xfrm>
              <a:off x="1192331" y="4918169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Applications</a:t>
              </a:r>
            </a:p>
          </p:txBody>
        </p:sp>
        <p:grpSp>
          <p:nvGrpSpPr>
            <p:cNvPr id="70" name="Graphic 243">
              <a:extLst>
                <a:ext uri="{FF2B5EF4-FFF2-40B4-BE49-F238E27FC236}">
                  <a16:creationId xmlns:a16="http://schemas.microsoft.com/office/drawing/2014/main" id="{397EC966-708F-5DE2-765A-08BB5858350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36226" y="5116000"/>
              <a:ext cx="214406" cy="279400"/>
              <a:chOff x="-1950604" y="2362747"/>
              <a:chExt cx="1118893" cy="1458067"/>
            </a:xfrm>
            <a:solidFill>
              <a:schemeClr val="bg1"/>
            </a:solidFill>
          </p:grpSpPr>
          <p:sp>
            <p:nvSpPr>
              <p:cNvPr id="71" name="Freeform: Shape 228">
                <a:extLst>
                  <a:ext uri="{FF2B5EF4-FFF2-40B4-BE49-F238E27FC236}">
                    <a16:creationId xmlns:a16="http://schemas.microsoft.com/office/drawing/2014/main" id="{E6461D85-0A95-4E21-DF97-28278F5D6F7A}"/>
                  </a:ext>
                </a:extLst>
              </p:cNvPr>
              <p:cNvSpPr/>
              <p:nvPr/>
            </p:nvSpPr>
            <p:spPr>
              <a:xfrm>
                <a:off x="-1625772" y="3571548"/>
                <a:ext cx="95194" cy="201598"/>
              </a:xfrm>
              <a:custGeom>
                <a:avLst/>
                <a:gdLst>
                  <a:gd name="connsiteX0" fmla="*/ 12797 w 95194"/>
                  <a:gd name="connsiteY0" fmla="*/ 201599 h 201598"/>
                  <a:gd name="connsiteX1" fmla="*/ 8062 w 95194"/>
                  <a:gd name="connsiteY1" fmla="*/ 200666 h 201598"/>
                  <a:gd name="connsiteX2" fmla="*/ 901 w 95194"/>
                  <a:gd name="connsiteY2" fmla="*/ 184081 h 201598"/>
                  <a:gd name="connsiteX3" fmla="*/ 70516 w 95194"/>
                  <a:gd name="connsiteY3" fmla="*/ 8093 h 201598"/>
                  <a:gd name="connsiteX4" fmla="*/ 87096 w 95194"/>
                  <a:gd name="connsiteY4" fmla="*/ 899 h 201598"/>
                  <a:gd name="connsiteX5" fmla="*/ 94290 w 95194"/>
                  <a:gd name="connsiteY5" fmla="*/ 17484 h 201598"/>
                  <a:gd name="connsiteX6" fmla="*/ 24681 w 95194"/>
                  <a:gd name="connsiteY6" fmla="*/ 193506 h 201598"/>
                  <a:gd name="connsiteX7" fmla="*/ 12797 w 95194"/>
                  <a:gd name="connsiteY7" fmla="*/ 201599 h 20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5194" h="201598">
                    <a:moveTo>
                      <a:pt x="12797" y="201599"/>
                    </a:moveTo>
                    <a:cubicBezTo>
                      <a:pt x="11238" y="201599"/>
                      <a:pt x="9627" y="201299"/>
                      <a:pt x="8062" y="200666"/>
                    </a:cubicBezTo>
                    <a:cubicBezTo>
                      <a:pt x="1512" y="198101"/>
                      <a:pt x="-1696" y="190642"/>
                      <a:pt x="901" y="184081"/>
                    </a:cubicBezTo>
                    <a:lnTo>
                      <a:pt x="70516" y="8093"/>
                    </a:lnTo>
                    <a:cubicBezTo>
                      <a:pt x="73107" y="1531"/>
                      <a:pt x="80535" y="-1700"/>
                      <a:pt x="87096" y="899"/>
                    </a:cubicBezTo>
                    <a:cubicBezTo>
                      <a:pt x="93700" y="3496"/>
                      <a:pt x="96891" y="10924"/>
                      <a:pt x="94290" y="17484"/>
                    </a:cubicBezTo>
                    <a:lnTo>
                      <a:pt x="24681" y="193506"/>
                    </a:lnTo>
                    <a:cubicBezTo>
                      <a:pt x="22690" y="198534"/>
                      <a:pt x="17854" y="201599"/>
                      <a:pt x="12797" y="2015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72" name="Freeform: Shape 229">
                <a:extLst>
                  <a:ext uri="{FF2B5EF4-FFF2-40B4-BE49-F238E27FC236}">
                    <a16:creationId xmlns:a16="http://schemas.microsoft.com/office/drawing/2014/main" id="{0F03CC67-6D57-A619-1721-A66CA0BFDF63}"/>
                  </a:ext>
                </a:extLst>
              </p:cNvPr>
              <p:cNvSpPr/>
              <p:nvPr/>
            </p:nvSpPr>
            <p:spPr>
              <a:xfrm>
                <a:off x="-1556153" y="3571548"/>
                <a:ext cx="95216" cy="201599"/>
              </a:xfrm>
              <a:custGeom>
                <a:avLst/>
                <a:gdLst>
                  <a:gd name="connsiteX0" fmla="*/ 82431 w 95216"/>
                  <a:gd name="connsiteY0" fmla="*/ 201599 h 201599"/>
                  <a:gd name="connsiteX1" fmla="*/ 70535 w 95216"/>
                  <a:gd name="connsiteY1" fmla="*/ 193506 h 201599"/>
                  <a:gd name="connsiteX2" fmla="*/ 897 w 95216"/>
                  <a:gd name="connsiteY2" fmla="*/ 17484 h 201599"/>
                  <a:gd name="connsiteX3" fmla="*/ 8084 w 95216"/>
                  <a:gd name="connsiteY3" fmla="*/ 899 h 201599"/>
                  <a:gd name="connsiteX4" fmla="*/ 24672 w 95216"/>
                  <a:gd name="connsiteY4" fmla="*/ 8093 h 201599"/>
                  <a:gd name="connsiteX5" fmla="*/ 94315 w 95216"/>
                  <a:gd name="connsiteY5" fmla="*/ 184081 h 201599"/>
                  <a:gd name="connsiteX6" fmla="*/ 87121 w 95216"/>
                  <a:gd name="connsiteY6" fmla="*/ 200667 h 201599"/>
                  <a:gd name="connsiteX7" fmla="*/ 82431 w 95216"/>
                  <a:gd name="connsiteY7" fmla="*/ 201599 h 201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5216" h="201599">
                    <a:moveTo>
                      <a:pt x="82431" y="201599"/>
                    </a:moveTo>
                    <a:cubicBezTo>
                      <a:pt x="77332" y="201599"/>
                      <a:pt x="72499" y="198535"/>
                      <a:pt x="70535" y="193506"/>
                    </a:cubicBezTo>
                    <a:lnTo>
                      <a:pt x="897" y="17484"/>
                    </a:lnTo>
                    <a:cubicBezTo>
                      <a:pt x="-1696" y="10923"/>
                      <a:pt x="1524" y="3496"/>
                      <a:pt x="8084" y="899"/>
                    </a:cubicBezTo>
                    <a:cubicBezTo>
                      <a:pt x="14655" y="-1700"/>
                      <a:pt x="22074" y="1531"/>
                      <a:pt x="24672" y="8093"/>
                    </a:cubicBezTo>
                    <a:lnTo>
                      <a:pt x="94315" y="184081"/>
                    </a:lnTo>
                    <a:cubicBezTo>
                      <a:pt x="96922" y="190642"/>
                      <a:pt x="93680" y="198103"/>
                      <a:pt x="87121" y="200667"/>
                    </a:cubicBezTo>
                    <a:cubicBezTo>
                      <a:pt x="85591" y="201299"/>
                      <a:pt x="83990" y="201599"/>
                      <a:pt x="82431" y="2015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73" name="Freeform: Shape 230">
                <a:extLst>
                  <a:ext uri="{FF2B5EF4-FFF2-40B4-BE49-F238E27FC236}">
                    <a16:creationId xmlns:a16="http://schemas.microsoft.com/office/drawing/2014/main" id="{6AD85E8A-E155-2680-3393-70F451EC1F67}"/>
                  </a:ext>
                </a:extLst>
              </p:cNvPr>
              <p:cNvSpPr/>
              <p:nvPr/>
            </p:nvSpPr>
            <p:spPr>
              <a:xfrm>
                <a:off x="-1599124" y="3680531"/>
                <a:ext cx="111508" cy="25578"/>
              </a:xfrm>
              <a:custGeom>
                <a:avLst/>
                <a:gdLst>
                  <a:gd name="connsiteX0" fmla="*/ 98721 w 111508"/>
                  <a:gd name="connsiteY0" fmla="*/ 25579 h 25578"/>
                  <a:gd name="connsiteX1" fmla="*/ 12798 w 111508"/>
                  <a:gd name="connsiteY1" fmla="*/ 25579 h 25578"/>
                  <a:gd name="connsiteX2" fmla="*/ 0 w 111508"/>
                  <a:gd name="connsiteY2" fmla="*/ 12790 h 25578"/>
                  <a:gd name="connsiteX3" fmla="*/ 12789 w 111508"/>
                  <a:gd name="connsiteY3" fmla="*/ 1 h 25578"/>
                  <a:gd name="connsiteX4" fmla="*/ 98721 w 111508"/>
                  <a:gd name="connsiteY4" fmla="*/ 0 h 25578"/>
                  <a:gd name="connsiteX5" fmla="*/ 111508 w 111508"/>
                  <a:gd name="connsiteY5" fmla="*/ 12790 h 25578"/>
                  <a:gd name="connsiteX6" fmla="*/ 98721 w 111508"/>
                  <a:gd name="connsiteY6" fmla="*/ 25579 h 25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508" h="25578">
                    <a:moveTo>
                      <a:pt x="98721" y="25579"/>
                    </a:moveTo>
                    <a:lnTo>
                      <a:pt x="12798" y="25579"/>
                    </a:lnTo>
                    <a:cubicBezTo>
                      <a:pt x="5738" y="25579"/>
                      <a:pt x="0" y="19851"/>
                      <a:pt x="0" y="12790"/>
                    </a:cubicBezTo>
                    <a:cubicBezTo>
                      <a:pt x="13" y="5727"/>
                      <a:pt x="5727" y="1"/>
                      <a:pt x="12789" y="1"/>
                    </a:cubicBezTo>
                    <a:lnTo>
                      <a:pt x="98721" y="0"/>
                    </a:lnTo>
                    <a:cubicBezTo>
                      <a:pt x="105781" y="0"/>
                      <a:pt x="111508" y="5729"/>
                      <a:pt x="111508" y="12790"/>
                    </a:cubicBezTo>
                    <a:cubicBezTo>
                      <a:pt x="111521" y="19850"/>
                      <a:pt x="105777" y="25579"/>
                      <a:pt x="98721" y="25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74" name="Freeform: Shape 231">
                <a:extLst>
                  <a:ext uri="{FF2B5EF4-FFF2-40B4-BE49-F238E27FC236}">
                    <a16:creationId xmlns:a16="http://schemas.microsoft.com/office/drawing/2014/main" id="{F452DD74-9D97-4AB8-7192-5CFB7EC7A392}"/>
                  </a:ext>
                </a:extLst>
              </p:cNvPr>
              <p:cNvSpPr/>
              <p:nvPr/>
            </p:nvSpPr>
            <p:spPr>
              <a:xfrm>
                <a:off x="-1428367" y="3571682"/>
                <a:ext cx="119600" cy="113438"/>
              </a:xfrm>
              <a:custGeom>
                <a:avLst/>
                <a:gdLst>
                  <a:gd name="connsiteX0" fmla="*/ 25579 w 119600"/>
                  <a:gd name="connsiteY0" fmla="*/ 87860 h 113438"/>
                  <a:gd name="connsiteX1" fmla="*/ 62883 w 119600"/>
                  <a:gd name="connsiteY1" fmla="*/ 87860 h 113438"/>
                  <a:gd name="connsiteX2" fmla="*/ 94023 w 119600"/>
                  <a:gd name="connsiteY2" fmla="*/ 56720 h 113438"/>
                  <a:gd name="connsiteX3" fmla="*/ 62883 w 119600"/>
                  <a:gd name="connsiteY3" fmla="*/ 25579 h 113438"/>
                  <a:gd name="connsiteX4" fmla="*/ 25579 w 119600"/>
                  <a:gd name="connsiteY4" fmla="*/ 25578 h 113438"/>
                  <a:gd name="connsiteX5" fmla="*/ 25579 w 119600"/>
                  <a:gd name="connsiteY5" fmla="*/ 87860 h 113438"/>
                  <a:gd name="connsiteX6" fmla="*/ 62883 w 119600"/>
                  <a:gd name="connsiteY6" fmla="*/ 113439 h 113438"/>
                  <a:gd name="connsiteX7" fmla="*/ 12795 w 119600"/>
                  <a:gd name="connsiteY7" fmla="*/ 113439 h 113438"/>
                  <a:gd name="connsiteX8" fmla="*/ 0 w 119600"/>
                  <a:gd name="connsiteY8" fmla="*/ 100651 h 113438"/>
                  <a:gd name="connsiteX9" fmla="*/ 10 w 119600"/>
                  <a:gd name="connsiteY9" fmla="*/ 12787 h 113438"/>
                  <a:gd name="connsiteX10" fmla="*/ 12791 w 119600"/>
                  <a:gd name="connsiteY10" fmla="*/ 1 h 113438"/>
                  <a:gd name="connsiteX11" fmla="*/ 62883 w 119600"/>
                  <a:gd name="connsiteY11" fmla="*/ 0 h 113438"/>
                  <a:gd name="connsiteX12" fmla="*/ 119601 w 119600"/>
                  <a:gd name="connsiteY12" fmla="*/ 56720 h 113438"/>
                  <a:gd name="connsiteX13" fmla="*/ 62883 w 119600"/>
                  <a:gd name="connsiteY13" fmla="*/ 113439 h 11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9600" h="113438">
                    <a:moveTo>
                      <a:pt x="25579" y="87860"/>
                    </a:moveTo>
                    <a:lnTo>
                      <a:pt x="62883" y="87860"/>
                    </a:lnTo>
                    <a:cubicBezTo>
                      <a:pt x="80073" y="87860"/>
                      <a:pt x="94023" y="73906"/>
                      <a:pt x="94023" y="56720"/>
                    </a:cubicBezTo>
                    <a:cubicBezTo>
                      <a:pt x="94027" y="39567"/>
                      <a:pt x="80069" y="25579"/>
                      <a:pt x="62883" y="25579"/>
                    </a:cubicBezTo>
                    <a:lnTo>
                      <a:pt x="25579" y="25578"/>
                    </a:lnTo>
                    <a:lnTo>
                      <a:pt x="25579" y="87860"/>
                    </a:lnTo>
                    <a:close/>
                    <a:moveTo>
                      <a:pt x="62883" y="113439"/>
                    </a:moveTo>
                    <a:lnTo>
                      <a:pt x="12795" y="113439"/>
                    </a:lnTo>
                    <a:cubicBezTo>
                      <a:pt x="5735" y="113439"/>
                      <a:pt x="0" y="107712"/>
                      <a:pt x="0" y="100651"/>
                    </a:cubicBezTo>
                    <a:lnTo>
                      <a:pt x="10" y="12787"/>
                    </a:lnTo>
                    <a:cubicBezTo>
                      <a:pt x="10" y="5728"/>
                      <a:pt x="5731" y="1"/>
                      <a:pt x="12791" y="1"/>
                    </a:cubicBezTo>
                    <a:lnTo>
                      <a:pt x="62883" y="0"/>
                    </a:lnTo>
                    <a:cubicBezTo>
                      <a:pt x="94163" y="0"/>
                      <a:pt x="119601" y="25446"/>
                      <a:pt x="119601" y="56720"/>
                    </a:cubicBezTo>
                    <a:cubicBezTo>
                      <a:pt x="119612" y="87994"/>
                      <a:pt x="94156" y="113440"/>
                      <a:pt x="62883" y="1134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75" name="Freeform: Shape 232">
                <a:extLst>
                  <a:ext uri="{FF2B5EF4-FFF2-40B4-BE49-F238E27FC236}">
                    <a16:creationId xmlns:a16="http://schemas.microsoft.com/office/drawing/2014/main" id="{DDEE135D-E7CE-7DCF-A77A-F8B132F52B00}"/>
                  </a:ext>
                </a:extLst>
              </p:cNvPr>
              <p:cNvSpPr/>
              <p:nvPr/>
            </p:nvSpPr>
            <p:spPr>
              <a:xfrm>
                <a:off x="-1428367" y="3659545"/>
                <a:ext cx="25579" cy="113439"/>
              </a:xfrm>
              <a:custGeom>
                <a:avLst/>
                <a:gdLst>
                  <a:gd name="connsiteX0" fmla="*/ 12795 w 25579"/>
                  <a:gd name="connsiteY0" fmla="*/ 113440 h 113439"/>
                  <a:gd name="connsiteX1" fmla="*/ 0 w 25579"/>
                  <a:gd name="connsiteY1" fmla="*/ 100651 h 113439"/>
                  <a:gd name="connsiteX2" fmla="*/ 10 w 25579"/>
                  <a:gd name="connsiteY2" fmla="*/ 12789 h 113439"/>
                  <a:gd name="connsiteX3" fmla="*/ 12791 w 25579"/>
                  <a:gd name="connsiteY3" fmla="*/ 0 h 113439"/>
                  <a:gd name="connsiteX4" fmla="*/ 25579 w 25579"/>
                  <a:gd name="connsiteY4" fmla="*/ 12790 h 113439"/>
                  <a:gd name="connsiteX5" fmla="*/ 25579 w 25579"/>
                  <a:gd name="connsiteY5" fmla="*/ 100650 h 113439"/>
                  <a:gd name="connsiteX6" fmla="*/ 12795 w 25579"/>
                  <a:gd name="connsiteY6" fmla="*/ 113440 h 113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579" h="113439">
                    <a:moveTo>
                      <a:pt x="12795" y="113440"/>
                    </a:moveTo>
                    <a:cubicBezTo>
                      <a:pt x="5735" y="113440"/>
                      <a:pt x="0" y="107711"/>
                      <a:pt x="0" y="100651"/>
                    </a:cubicBezTo>
                    <a:lnTo>
                      <a:pt x="10" y="12789"/>
                    </a:lnTo>
                    <a:cubicBezTo>
                      <a:pt x="10" y="5727"/>
                      <a:pt x="5731" y="0"/>
                      <a:pt x="12791" y="0"/>
                    </a:cubicBezTo>
                    <a:cubicBezTo>
                      <a:pt x="19855" y="0"/>
                      <a:pt x="25579" y="5729"/>
                      <a:pt x="25579" y="12790"/>
                    </a:cubicBezTo>
                    <a:lnTo>
                      <a:pt x="25579" y="100650"/>
                    </a:lnTo>
                    <a:cubicBezTo>
                      <a:pt x="25579" y="107711"/>
                      <a:pt x="19851" y="113441"/>
                      <a:pt x="12795" y="1134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76" name="Freeform: Shape 233">
                <a:extLst>
                  <a:ext uri="{FF2B5EF4-FFF2-40B4-BE49-F238E27FC236}">
                    <a16:creationId xmlns:a16="http://schemas.microsoft.com/office/drawing/2014/main" id="{65884A09-0A16-35E7-DC15-D3A83D910C19}"/>
                  </a:ext>
                </a:extLst>
              </p:cNvPr>
              <p:cNvSpPr/>
              <p:nvPr/>
            </p:nvSpPr>
            <p:spPr>
              <a:xfrm>
                <a:off x="-1276191" y="3571682"/>
                <a:ext cx="119633" cy="113438"/>
              </a:xfrm>
              <a:custGeom>
                <a:avLst/>
                <a:gdLst>
                  <a:gd name="connsiteX0" fmla="*/ 25587 w 119633"/>
                  <a:gd name="connsiteY0" fmla="*/ 87860 h 113438"/>
                  <a:gd name="connsiteX1" fmla="*/ 62920 w 119633"/>
                  <a:gd name="connsiteY1" fmla="*/ 87860 h 113438"/>
                  <a:gd name="connsiteX2" fmla="*/ 94055 w 119633"/>
                  <a:gd name="connsiteY2" fmla="*/ 56720 h 113438"/>
                  <a:gd name="connsiteX3" fmla="*/ 62911 w 119633"/>
                  <a:gd name="connsiteY3" fmla="*/ 25579 h 113438"/>
                  <a:gd name="connsiteX4" fmla="*/ 25587 w 119633"/>
                  <a:gd name="connsiteY4" fmla="*/ 25578 h 113438"/>
                  <a:gd name="connsiteX5" fmla="*/ 25587 w 119633"/>
                  <a:gd name="connsiteY5" fmla="*/ 87860 h 113438"/>
                  <a:gd name="connsiteX6" fmla="*/ 62920 w 119633"/>
                  <a:gd name="connsiteY6" fmla="*/ 113439 h 113438"/>
                  <a:gd name="connsiteX7" fmla="*/ 12786 w 119633"/>
                  <a:gd name="connsiteY7" fmla="*/ 113439 h 113438"/>
                  <a:gd name="connsiteX8" fmla="*/ 0 w 119633"/>
                  <a:gd name="connsiteY8" fmla="*/ 100651 h 113438"/>
                  <a:gd name="connsiteX9" fmla="*/ 4 w 119633"/>
                  <a:gd name="connsiteY9" fmla="*/ 12787 h 113438"/>
                  <a:gd name="connsiteX10" fmla="*/ 12786 w 119633"/>
                  <a:gd name="connsiteY10" fmla="*/ 1 h 113438"/>
                  <a:gd name="connsiteX11" fmla="*/ 62920 w 119633"/>
                  <a:gd name="connsiteY11" fmla="*/ 0 h 113438"/>
                  <a:gd name="connsiteX12" fmla="*/ 119633 w 119633"/>
                  <a:gd name="connsiteY12" fmla="*/ 56720 h 113438"/>
                  <a:gd name="connsiteX13" fmla="*/ 62920 w 119633"/>
                  <a:gd name="connsiteY13" fmla="*/ 113439 h 11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9633" h="113438">
                    <a:moveTo>
                      <a:pt x="25587" y="87860"/>
                    </a:moveTo>
                    <a:lnTo>
                      <a:pt x="62920" y="87860"/>
                    </a:lnTo>
                    <a:cubicBezTo>
                      <a:pt x="80113" y="87860"/>
                      <a:pt x="94055" y="73906"/>
                      <a:pt x="94055" y="56720"/>
                    </a:cubicBezTo>
                    <a:cubicBezTo>
                      <a:pt x="94066" y="39567"/>
                      <a:pt x="80098" y="25579"/>
                      <a:pt x="62911" y="25579"/>
                    </a:cubicBezTo>
                    <a:lnTo>
                      <a:pt x="25587" y="25578"/>
                    </a:lnTo>
                    <a:lnTo>
                      <a:pt x="25587" y="87860"/>
                    </a:lnTo>
                    <a:close/>
                    <a:moveTo>
                      <a:pt x="62920" y="113439"/>
                    </a:moveTo>
                    <a:lnTo>
                      <a:pt x="12786" y="113439"/>
                    </a:lnTo>
                    <a:cubicBezTo>
                      <a:pt x="5728" y="113439"/>
                      <a:pt x="0" y="107712"/>
                      <a:pt x="0" y="100651"/>
                    </a:cubicBezTo>
                    <a:lnTo>
                      <a:pt x="4" y="12787"/>
                    </a:lnTo>
                    <a:cubicBezTo>
                      <a:pt x="4" y="5728"/>
                      <a:pt x="5725" y="1"/>
                      <a:pt x="12786" y="1"/>
                    </a:cubicBezTo>
                    <a:lnTo>
                      <a:pt x="62920" y="0"/>
                    </a:lnTo>
                    <a:cubicBezTo>
                      <a:pt x="94200" y="0"/>
                      <a:pt x="119633" y="25446"/>
                      <a:pt x="119633" y="56720"/>
                    </a:cubicBezTo>
                    <a:cubicBezTo>
                      <a:pt x="119633" y="87994"/>
                      <a:pt x="94187" y="113440"/>
                      <a:pt x="62920" y="1134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77" name="Freeform: Shape 234">
                <a:extLst>
                  <a:ext uri="{FF2B5EF4-FFF2-40B4-BE49-F238E27FC236}">
                    <a16:creationId xmlns:a16="http://schemas.microsoft.com/office/drawing/2014/main" id="{18500007-03B3-0220-AA8A-774223F1C76B}"/>
                  </a:ext>
                </a:extLst>
              </p:cNvPr>
              <p:cNvSpPr/>
              <p:nvPr/>
            </p:nvSpPr>
            <p:spPr>
              <a:xfrm>
                <a:off x="-1276192" y="3659545"/>
                <a:ext cx="25587" cy="113439"/>
              </a:xfrm>
              <a:custGeom>
                <a:avLst/>
                <a:gdLst>
                  <a:gd name="connsiteX0" fmla="*/ 12786 w 25587"/>
                  <a:gd name="connsiteY0" fmla="*/ 113440 h 113439"/>
                  <a:gd name="connsiteX1" fmla="*/ 0 w 25587"/>
                  <a:gd name="connsiteY1" fmla="*/ 100651 h 113439"/>
                  <a:gd name="connsiteX2" fmla="*/ 4 w 25587"/>
                  <a:gd name="connsiteY2" fmla="*/ 12789 h 113439"/>
                  <a:gd name="connsiteX3" fmla="*/ 12786 w 25587"/>
                  <a:gd name="connsiteY3" fmla="*/ 0 h 113439"/>
                  <a:gd name="connsiteX4" fmla="*/ 25578 w 25587"/>
                  <a:gd name="connsiteY4" fmla="*/ 12790 h 113439"/>
                  <a:gd name="connsiteX5" fmla="*/ 25587 w 25587"/>
                  <a:gd name="connsiteY5" fmla="*/ 100650 h 113439"/>
                  <a:gd name="connsiteX6" fmla="*/ 12786 w 25587"/>
                  <a:gd name="connsiteY6" fmla="*/ 113440 h 113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587" h="113439">
                    <a:moveTo>
                      <a:pt x="12786" y="113440"/>
                    </a:moveTo>
                    <a:cubicBezTo>
                      <a:pt x="5728" y="113440"/>
                      <a:pt x="0" y="107711"/>
                      <a:pt x="0" y="100651"/>
                    </a:cubicBezTo>
                    <a:lnTo>
                      <a:pt x="4" y="12789"/>
                    </a:lnTo>
                    <a:cubicBezTo>
                      <a:pt x="4" y="5727"/>
                      <a:pt x="5725" y="0"/>
                      <a:pt x="12786" y="0"/>
                    </a:cubicBezTo>
                    <a:cubicBezTo>
                      <a:pt x="19890" y="0"/>
                      <a:pt x="25578" y="5729"/>
                      <a:pt x="25578" y="12790"/>
                    </a:cubicBezTo>
                    <a:lnTo>
                      <a:pt x="25587" y="100650"/>
                    </a:lnTo>
                    <a:cubicBezTo>
                      <a:pt x="25587" y="107711"/>
                      <a:pt x="19883" y="113441"/>
                      <a:pt x="12786" y="1134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78" name="Freeform: Shape 235">
                <a:extLst>
                  <a:ext uri="{FF2B5EF4-FFF2-40B4-BE49-F238E27FC236}">
                    <a16:creationId xmlns:a16="http://schemas.microsoft.com/office/drawing/2014/main" id="{40973D8E-85AD-48CB-3936-5A04323FEA2C}"/>
                  </a:ext>
                </a:extLst>
              </p:cNvPr>
              <p:cNvSpPr/>
              <p:nvPr/>
            </p:nvSpPr>
            <p:spPr>
              <a:xfrm>
                <a:off x="-1950604" y="2362747"/>
                <a:ext cx="1118884" cy="1458063"/>
              </a:xfrm>
              <a:custGeom>
                <a:avLst/>
                <a:gdLst>
                  <a:gd name="connsiteX0" fmla="*/ 1106089 w 1118884"/>
                  <a:gd name="connsiteY0" fmla="*/ 1458063 h 1458063"/>
                  <a:gd name="connsiteX1" fmla="*/ 12800 w 1118884"/>
                  <a:gd name="connsiteY1" fmla="*/ 1458063 h 1458063"/>
                  <a:gd name="connsiteX2" fmla="*/ 0 w 1118884"/>
                  <a:gd name="connsiteY2" fmla="*/ 1445274 h 1458063"/>
                  <a:gd name="connsiteX3" fmla="*/ 2 w 1118884"/>
                  <a:gd name="connsiteY3" fmla="*/ 12790 h 1458063"/>
                  <a:gd name="connsiteX4" fmla="*/ 12788 w 1118884"/>
                  <a:gd name="connsiteY4" fmla="*/ 1 h 1458063"/>
                  <a:gd name="connsiteX5" fmla="*/ 775369 w 1118884"/>
                  <a:gd name="connsiteY5" fmla="*/ 0 h 1458063"/>
                  <a:gd name="connsiteX6" fmla="*/ 788149 w 1118884"/>
                  <a:gd name="connsiteY6" fmla="*/ 12790 h 1458063"/>
                  <a:gd name="connsiteX7" fmla="*/ 775358 w 1118884"/>
                  <a:gd name="connsiteY7" fmla="*/ 25579 h 1458063"/>
                  <a:gd name="connsiteX8" fmla="*/ 25587 w 1118884"/>
                  <a:gd name="connsiteY8" fmla="*/ 25579 h 1458063"/>
                  <a:gd name="connsiteX9" fmla="*/ 25587 w 1118884"/>
                  <a:gd name="connsiteY9" fmla="*/ 1432479 h 1458063"/>
                  <a:gd name="connsiteX10" fmla="*/ 1093302 w 1118884"/>
                  <a:gd name="connsiteY10" fmla="*/ 1432479 h 1458063"/>
                  <a:gd name="connsiteX11" fmla="*/ 1093302 w 1118884"/>
                  <a:gd name="connsiteY11" fmla="*/ 343543 h 1458063"/>
                  <a:gd name="connsiteX12" fmla="*/ 1106082 w 1118884"/>
                  <a:gd name="connsiteY12" fmla="*/ 330754 h 1458063"/>
                  <a:gd name="connsiteX13" fmla="*/ 1118873 w 1118884"/>
                  <a:gd name="connsiteY13" fmla="*/ 343544 h 1458063"/>
                  <a:gd name="connsiteX14" fmla="*/ 1118885 w 1118884"/>
                  <a:gd name="connsiteY14" fmla="*/ 1445263 h 1458063"/>
                  <a:gd name="connsiteX15" fmla="*/ 1106086 w 1118884"/>
                  <a:gd name="connsiteY15" fmla="*/ 1458052 h 1458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18884" h="1458063">
                    <a:moveTo>
                      <a:pt x="1106089" y="1458063"/>
                    </a:moveTo>
                    <a:lnTo>
                      <a:pt x="12800" y="1458063"/>
                    </a:lnTo>
                    <a:cubicBezTo>
                      <a:pt x="5697" y="1458063"/>
                      <a:pt x="0" y="1452368"/>
                      <a:pt x="0" y="1445274"/>
                    </a:cubicBezTo>
                    <a:lnTo>
                      <a:pt x="2" y="12790"/>
                    </a:lnTo>
                    <a:cubicBezTo>
                      <a:pt x="2" y="5729"/>
                      <a:pt x="5695" y="1"/>
                      <a:pt x="12788" y="1"/>
                    </a:cubicBezTo>
                    <a:lnTo>
                      <a:pt x="775369" y="0"/>
                    </a:lnTo>
                    <a:cubicBezTo>
                      <a:pt x="782429" y="0"/>
                      <a:pt x="788149" y="5729"/>
                      <a:pt x="788149" y="12790"/>
                    </a:cubicBezTo>
                    <a:cubicBezTo>
                      <a:pt x="788157" y="19851"/>
                      <a:pt x="782420" y="25579"/>
                      <a:pt x="775358" y="25579"/>
                    </a:cubicBezTo>
                    <a:lnTo>
                      <a:pt x="25587" y="25579"/>
                    </a:lnTo>
                    <a:lnTo>
                      <a:pt x="25587" y="1432479"/>
                    </a:lnTo>
                    <a:lnTo>
                      <a:pt x="1093302" y="1432479"/>
                    </a:lnTo>
                    <a:lnTo>
                      <a:pt x="1093302" y="343543"/>
                    </a:lnTo>
                    <a:cubicBezTo>
                      <a:pt x="1093302" y="336449"/>
                      <a:pt x="1099022" y="330754"/>
                      <a:pt x="1106082" y="330754"/>
                    </a:cubicBezTo>
                    <a:cubicBezTo>
                      <a:pt x="1113190" y="330753"/>
                      <a:pt x="1118873" y="336450"/>
                      <a:pt x="1118873" y="343544"/>
                    </a:cubicBezTo>
                    <a:lnTo>
                      <a:pt x="1118885" y="1445263"/>
                    </a:lnTo>
                    <a:cubicBezTo>
                      <a:pt x="1118885" y="1452357"/>
                      <a:pt x="1113178" y="1458052"/>
                      <a:pt x="1106086" y="14580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79" name="Freeform: Shape 236">
                <a:extLst>
                  <a:ext uri="{FF2B5EF4-FFF2-40B4-BE49-F238E27FC236}">
                    <a16:creationId xmlns:a16="http://schemas.microsoft.com/office/drawing/2014/main" id="{78568551-EC28-8F57-C3F4-9CE22E99BCC7}"/>
                  </a:ext>
                </a:extLst>
              </p:cNvPr>
              <p:cNvSpPr/>
              <p:nvPr/>
            </p:nvSpPr>
            <p:spPr>
              <a:xfrm>
                <a:off x="-1188027" y="2362755"/>
                <a:ext cx="356316" cy="356300"/>
              </a:xfrm>
              <a:custGeom>
                <a:avLst/>
                <a:gdLst>
                  <a:gd name="connsiteX0" fmla="*/ 25587 w 356316"/>
                  <a:gd name="connsiteY0" fmla="*/ 43660 h 356300"/>
                  <a:gd name="connsiteX1" fmla="*/ 25587 w 356316"/>
                  <a:gd name="connsiteY1" fmla="*/ 303579 h 356300"/>
                  <a:gd name="connsiteX2" fmla="*/ 52758 w 356316"/>
                  <a:gd name="connsiteY2" fmla="*/ 330756 h 356300"/>
                  <a:gd name="connsiteX3" fmla="*/ 312643 w 356316"/>
                  <a:gd name="connsiteY3" fmla="*/ 330755 h 356300"/>
                  <a:gd name="connsiteX4" fmla="*/ 25587 w 356316"/>
                  <a:gd name="connsiteY4" fmla="*/ 43660 h 356300"/>
                  <a:gd name="connsiteX5" fmla="*/ 356317 w 356316"/>
                  <a:gd name="connsiteY5" fmla="*/ 343980 h 356300"/>
                  <a:gd name="connsiteX6" fmla="*/ 356317 w 356316"/>
                  <a:gd name="connsiteY6" fmla="*/ 343038 h 356300"/>
                  <a:gd name="connsiteX7" fmla="*/ 352585 w 356316"/>
                  <a:gd name="connsiteY7" fmla="*/ 334485 h 356300"/>
                  <a:gd name="connsiteX8" fmla="*/ 21848 w 356316"/>
                  <a:gd name="connsiteY8" fmla="*/ 3760 h 356300"/>
                  <a:gd name="connsiteX9" fmla="*/ 7894 w 356316"/>
                  <a:gd name="connsiteY9" fmla="*/ 962 h 356300"/>
                  <a:gd name="connsiteX10" fmla="*/ 1 w 356316"/>
                  <a:gd name="connsiteY10" fmla="*/ 12786 h 356300"/>
                  <a:gd name="connsiteX11" fmla="*/ 0 w 356316"/>
                  <a:gd name="connsiteY11" fmla="*/ 303579 h 356300"/>
                  <a:gd name="connsiteX12" fmla="*/ 52758 w 356316"/>
                  <a:gd name="connsiteY12" fmla="*/ 356301 h 356300"/>
                  <a:gd name="connsiteX13" fmla="*/ 343518 w 356316"/>
                  <a:gd name="connsiteY13" fmla="*/ 356301 h 356300"/>
                  <a:gd name="connsiteX14" fmla="*/ 355339 w 356316"/>
                  <a:gd name="connsiteY14" fmla="*/ 348409 h 356300"/>
                  <a:gd name="connsiteX15" fmla="*/ 356317 w 356316"/>
                  <a:gd name="connsiteY15" fmla="*/ 343980 h 35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6316" h="356300">
                    <a:moveTo>
                      <a:pt x="25587" y="43660"/>
                    </a:moveTo>
                    <a:lnTo>
                      <a:pt x="25587" y="303579"/>
                    </a:lnTo>
                    <a:cubicBezTo>
                      <a:pt x="25587" y="318532"/>
                      <a:pt x="37769" y="330756"/>
                      <a:pt x="52758" y="330756"/>
                    </a:cubicBezTo>
                    <a:lnTo>
                      <a:pt x="312643" y="330755"/>
                    </a:lnTo>
                    <a:lnTo>
                      <a:pt x="25587" y="43660"/>
                    </a:lnTo>
                    <a:close/>
                    <a:moveTo>
                      <a:pt x="356317" y="343980"/>
                    </a:moveTo>
                    <a:lnTo>
                      <a:pt x="356317" y="343038"/>
                    </a:lnTo>
                    <a:cubicBezTo>
                      <a:pt x="356200" y="339887"/>
                      <a:pt x="354910" y="336815"/>
                      <a:pt x="352585" y="334485"/>
                    </a:cubicBezTo>
                    <a:lnTo>
                      <a:pt x="21848" y="3760"/>
                    </a:lnTo>
                    <a:cubicBezTo>
                      <a:pt x="18185" y="96"/>
                      <a:pt x="12696" y="-1003"/>
                      <a:pt x="7894" y="962"/>
                    </a:cubicBezTo>
                    <a:cubicBezTo>
                      <a:pt x="3130" y="2962"/>
                      <a:pt x="1" y="7622"/>
                      <a:pt x="1" y="12786"/>
                    </a:cubicBezTo>
                    <a:lnTo>
                      <a:pt x="0" y="303579"/>
                    </a:lnTo>
                    <a:cubicBezTo>
                      <a:pt x="0" y="332654"/>
                      <a:pt x="23681" y="356301"/>
                      <a:pt x="52758" y="356301"/>
                    </a:cubicBezTo>
                    <a:lnTo>
                      <a:pt x="343518" y="356301"/>
                    </a:lnTo>
                    <a:cubicBezTo>
                      <a:pt x="348713" y="356302"/>
                      <a:pt x="353379" y="353204"/>
                      <a:pt x="355339" y="348409"/>
                    </a:cubicBezTo>
                    <a:cubicBezTo>
                      <a:pt x="355940" y="346975"/>
                      <a:pt x="356260" y="345476"/>
                      <a:pt x="356317" y="3439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0" name="Freeform: Shape 237">
                <a:extLst>
                  <a:ext uri="{FF2B5EF4-FFF2-40B4-BE49-F238E27FC236}">
                    <a16:creationId xmlns:a16="http://schemas.microsoft.com/office/drawing/2014/main" id="{E130A75B-445F-7CEA-CA71-B40005F2B844}"/>
                  </a:ext>
                </a:extLst>
              </p:cNvPr>
              <p:cNvSpPr/>
              <p:nvPr/>
            </p:nvSpPr>
            <p:spPr>
              <a:xfrm>
                <a:off x="-1819076" y="3523860"/>
                <a:ext cx="855827" cy="296954"/>
              </a:xfrm>
              <a:custGeom>
                <a:avLst/>
                <a:gdLst>
                  <a:gd name="connsiteX0" fmla="*/ 25591 w 855827"/>
                  <a:gd name="connsiteY0" fmla="*/ 271375 h 296954"/>
                  <a:gd name="connsiteX1" fmla="*/ 830247 w 855827"/>
                  <a:gd name="connsiteY1" fmla="*/ 271375 h 296954"/>
                  <a:gd name="connsiteX2" fmla="*/ 830247 w 855827"/>
                  <a:gd name="connsiteY2" fmla="*/ 66878 h 296954"/>
                  <a:gd name="connsiteX3" fmla="*/ 788948 w 855827"/>
                  <a:gd name="connsiteY3" fmla="*/ 25579 h 296954"/>
                  <a:gd name="connsiteX4" fmla="*/ 66881 w 855827"/>
                  <a:gd name="connsiteY4" fmla="*/ 25578 h 296954"/>
                  <a:gd name="connsiteX5" fmla="*/ 25577 w 855827"/>
                  <a:gd name="connsiteY5" fmla="*/ 66879 h 296954"/>
                  <a:gd name="connsiteX6" fmla="*/ 25591 w 855827"/>
                  <a:gd name="connsiteY6" fmla="*/ 271375 h 296954"/>
                  <a:gd name="connsiteX7" fmla="*/ 843044 w 855827"/>
                  <a:gd name="connsiteY7" fmla="*/ 296954 h 296954"/>
                  <a:gd name="connsiteX8" fmla="*/ 12791 w 855827"/>
                  <a:gd name="connsiteY8" fmla="*/ 296954 h 296954"/>
                  <a:gd name="connsiteX9" fmla="*/ 0 w 855827"/>
                  <a:gd name="connsiteY9" fmla="*/ 284165 h 296954"/>
                  <a:gd name="connsiteX10" fmla="*/ 8 w 855827"/>
                  <a:gd name="connsiteY10" fmla="*/ 66878 h 296954"/>
                  <a:gd name="connsiteX11" fmla="*/ 66877 w 855827"/>
                  <a:gd name="connsiteY11" fmla="*/ 1 h 296954"/>
                  <a:gd name="connsiteX12" fmla="*/ 788956 w 855827"/>
                  <a:gd name="connsiteY12" fmla="*/ 0 h 296954"/>
                  <a:gd name="connsiteX13" fmla="*/ 855824 w 855827"/>
                  <a:gd name="connsiteY13" fmla="*/ 66879 h 296954"/>
                  <a:gd name="connsiteX14" fmla="*/ 855828 w 855827"/>
                  <a:gd name="connsiteY14" fmla="*/ 284165 h 296954"/>
                  <a:gd name="connsiteX15" fmla="*/ 843044 w 855827"/>
                  <a:gd name="connsiteY15" fmla="*/ 296954 h 296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55827" h="296954">
                    <a:moveTo>
                      <a:pt x="25591" y="271375"/>
                    </a:moveTo>
                    <a:lnTo>
                      <a:pt x="830247" y="271375"/>
                    </a:lnTo>
                    <a:lnTo>
                      <a:pt x="830247" y="66878"/>
                    </a:lnTo>
                    <a:cubicBezTo>
                      <a:pt x="830247" y="44097"/>
                      <a:pt x="811727" y="25579"/>
                      <a:pt x="788948" y="25579"/>
                    </a:cubicBezTo>
                    <a:lnTo>
                      <a:pt x="66881" y="25578"/>
                    </a:lnTo>
                    <a:cubicBezTo>
                      <a:pt x="44101" y="25578"/>
                      <a:pt x="25577" y="44098"/>
                      <a:pt x="25577" y="66879"/>
                    </a:cubicBezTo>
                    <a:lnTo>
                      <a:pt x="25591" y="271375"/>
                    </a:lnTo>
                    <a:close/>
                    <a:moveTo>
                      <a:pt x="843044" y="296954"/>
                    </a:moveTo>
                    <a:lnTo>
                      <a:pt x="12791" y="296954"/>
                    </a:lnTo>
                    <a:cubicBezTo>
                      <a:pt x="5733" y="296954"/>
                      <a:pt x="0" y="291259"/>
                      <a:pt x="0" y="284165"/>
                    </a:cubicBezTo>
                    <a:lnTo>
                      <a:pt x="8" y="66878"/>
                    </a:lnTo>
                    <a:cubicBezTo>
                      <a:pt x="8" y="30008"/>
                      <a:pt x="30008" y="1"/>
                      <a:pt x="66877" y="1"/>
                    </a:cubicBezTo>
                    <a:lnTo>
                      <a:pt x="788956" y="0"/>
                    </a:lnTo>
                    <a:cubicBezTo>
                      <a:pt x="825824" y="0"/>
                      <a:pt x="855824" y="30008"/>
                      <a:pt x="855824" y="66879"/>
                    </a:cubicBezTo>
                    <a:lnTo>
                      <a:pt x="855828" y="284165"/>
                    </a:lnTo>
                    <a:cubicBezTo>
                      <a:pt x="855828" y="291259"/>
                      <a:pt x="850096" y="296954"/>
                      <a:pt x="843044" y="296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1" name="Freeform: Shape 238">
                <a:extLst>
                  <a:ext uri="{FF2B5EF4-FFF2-40B4-BE49-F238E27FC236}">
                    <a16:creationId xmlns:a16="http://schemas.microsoft.com/office/drawing/2014/main" id="{0892F43B-CB79-E181-33BE-255C40693AE0}"/>
                  </a:ext>
                </a:extLst>
              </p:cNvPr>
              <p:cNvSpPr/>
              <p:nvPr/>
            </p:nvSpPr>
            <p:spPr>
              <a:xfrm>
                <a:off x="-1686188" y="2975444"/>
                <a:ext cx="422319" cy="422316"/>
              </a:xfrm>
              <a:custGeom>
                <a:avLst/>
                <a:gdLst>
                  <a:gd name="connsiteX0" fmla="*/ 70575 w 422319"/>
                  <a:gd name="connsiteY0" fmla="*/ 25577 h 422316"/>
                  <a:gd name="connsiteX1" fmla="*/ 25581 w 422319"/>
                  <a:gd name="connsiteY1" fmla="*/ 70576 h 422316"/>
                  <a:gd name="connsiteX2" fmla="*/ 25581 w 422319"/>
                  <a:gd name="connsiteY2" fmla="*/ 351741 h 422316"/>
                  <a:gd name="connsiteX3" fmla="*/ 70575 w 422319"/>
                  <a:gd name="connsiteY3" fmla="*/ 396739 h 422316"/>
                  <a:gd name="connsiteX4" fmla="*/ 351742 w 422319"/>
                  <a:gd name="connsiteY4" fmla="*/ 396738 h 422316"/>
                  <a:gd name="connsiteX5" fmla="*/ 396740 w 422319"/>
                  <a:gd name="connsiteY5" fmla="*/ 351742 h 422316"/>
                  <a:gd name="connsiteX6" fmla="*/ 396751 w 422319"/>
                  <a:gd name="connsiteY6" fmla="*/ 232706 h 422316"/>
                  <a:gd name="connsiteX7" fmla="*/ 238317 w 422319"/>
                  <a:gd name="connsiteY7" fmla="*/ 232706 h 422316"/>
                  <a:gd name="connsiteX8" fmla="*/ 167730 w 422319"/>
                  <a:gd name="connsiteY8" fmla="*/ 162133 h 422316"/>
                  <a:gd name="connsiteX9" fmla="*/ 167741 w 422319"/>
                  <a:gd name="connsiteY9" fmla="*/ 25577 h 422316"/>
                  <a:gd name="connsiteX10" fmla="*/ 70575 w 422319"/>
                  <a:gd name="connsiteY10" fmla="*/ 25577 h 422316"/>
                  <a:gd name="connsiteX11" fmla="*/ 351742 w 422319"/>
                  <a:gd name="connsiteY11" fmla="*/ 422317 h 422316"/>
                  <a:gd name="connsiteX12" fmla="*/ 70575 w 422319"/>
                  <a:gd name="connsiteY12" fmla="*/ 422317 h 422316"/>
                  <a:gd name="connsiteX13" fmla="*/ 0 w 422319"/>
                  <a:gd name="connsiteY13" fmla="*/ 351742 h 422316"/>
                  <a:gd name="connsiteX14" fmla="*/ 15 w 422319"/>
                  <a:gd name="connsiteY14" fmla="*/ 70574 h 422316"/>
                  <a:gd name="connsiteX15" fmla="*/ 70575 w 422319"/>
                  <a:gd name="connsiteY15" fmla="*/ 1 h 422316"/>
                  <a:gd name="connsiteX16" fmla="*/ 180524 w 422319"/>
                  <a:gd name="connsiteY16" fmla="*/ 0 h 422316"/>
                  <a:gd name="connsiteX17" fmla="*/ 193309 w 422319"/>
                  <a:gd name="connsiteY17" fmla="*/ 12790 h 422316"/>
                  <a:gd name="connsiteX18" fmla="*/ 193309 w 422319"/>
                  <a:gd name="connsiteY18" fmla="*/ 162132 h 422316"/>
                  <a:gd name="connsiteX19" fmla="*/ 238302 w 422319"/>
                  <a:gd name="connsiteY19" fmla="*/ 207129 h 422316"/>
                  <a:gd name="connsiteX20" fmla="*/ 409536 w 422319"/>
                  <a:gd name="connsiteY20" fmla="*/ 207128 h 422316"/>
                  <a:gd name="connsiteX21" fmla="*/ 422318 w 422319"/>
                  <a:gd name="connsiteY21" fmla="*/ 219919 h 422316"/>
                  <a:gd name="connsiteX22" fmla="*/ 422319 w 422319"/>
                  <a:gd name="connsiteY22" fmla="*/ 351741 h 422316"/>
                  <a:gd name="connsiteX23" fmla="*/ 351742 w 422319"/>
                  <a:gd name="connsiteY23" fmla="*/ 422317 h 422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22319" h="422316">
                    <a:moveTo>
                      <a:pt x="70575" y="25577"/>
                    </a:moveTo>
                    <a:cubicBezTo>
                      <a:pt x="45771" y="25577"/>
                      <a:pt x="25581" y="45762"/>
                      <a:pt x="25581" y="70576"/>
                    </a:cubicBezTo>
                    <a:lnTo>
                      <a:pt x="25581" y="351741"/>
                    </a:lnTo>
                    <a:cubicBezTo>
                      <a:pt x="25581" y="376556"/>
                      <a:pt x="45763" y="396739"/>
                      <a:pt x="70575" y="396739"/>
                    </a:cubicBezTo>
                    <a:lnTo>
                      <a:pt x="351742" y="396738"/>
                    </a:lnTo>
                    <a:cubicBezTo>
                      <a:pt x="376562" y="396738"/>
                      <a:pt x="396740" y="376556"/>
                      <a:pt x="396740" y="351742"/>
                    </a:cubicBezTo>
                    <a:lnTo>
                      <a:pt x="396751" y="232706"/>
                    </a:lnTo>
                    <a:lnTo>
                      <a:pt x="238317" y="232706"/>
                    </a:lnTo>
                    <a:cubicBezTo>
                      <a:pt x="199410" y="232706"/>
                      <a:pt x="167730" y="201034"/>
                      <a:pt x="167730" y="162133"/>
                    </a:cubicBezTo>
                    <a:lnTo>
                      <a:pt x="167741" y="25577"/>
                    </a:lnTo>
                    <a:lnTo>
                      <a:pt x="70575" y="25577"/>
                    </a:lnTo>
                    <a:close/>
                    <a:moveTo>
                      <a:pt x="351742" y="422317"/>
                    </a:moveTo>
                    <a:lnTo>
                      <a:pt x="70575" y="422317"/>
                    </a:lnTo>
                    <a:cubicBezTo>
                      <a:pt x="31654" y="422317"/>
                      <a:pt x="0" y="390643"/>
                      <a:pt x="0" y="351742"/>
                    </a:cubicBezTo>
                    <a:lnTo>
                      <a:pt x="15" y="70574"/>
                    </a:lnTo>
                    <a:cubicBezTo>
                      <a:pt x="15" y="31640"/>
                      <a:pt x="31643" y="1"/>
                      <a:pt x="70575" y="1"/>
                    </a:cubicBezTo>
                    <a:lnTo>
                      <a:pt x="180524" y="0"/>
                    </a:lnTo>
                    <a:cubicBezTo>
                      <a:pt x="187583" y="0"/>
                      <a:pt x="193309" y="5729"/>
                      <a:pt x="193309" y="12790"/>
                    </a:cubicBezTo>
                    <a:lnTo>
                      <a:pt x="193309" y="162132"/>
                    </a:lnTo>
                    <a:cubicBezTo>
                      <a:pt x="193309" y="186946"/>
                      <a:pt x="213491" y="207129"/>
                      <a:pt x="238302" y="207129"/>
                    </a:cubicBezTo>
                    <a:lnTo>
                      <a:pt x="409536" y="207128"/>
                    </a:lnTo>
                    <a:cubicBezTo>
                      <a:pt x="416594" y="207128"/>
                      <a:pt x="422318" y="212858"/>
                      <a:pt x="422318" y="219919"/>
                    </a:cubicBezTo>
                    <a:lnTo>
                      <a:pt x="422319" y="351741"/>
                    </a:lnTo>
                    <a:cubicBezTo>
                      <a:pt x="422319" y="390642"/>
                      <a:pt x="390647" y="422318"/>
                      <a:pt x="351742" y="42231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2" name="Freeform: Shape 239">
                <a:extLst>
                  <a:ext uri="{FF2B5EF4-FFF2-40B4-BE49-F238E27FC236}">
                    <a16:creationId xmlns:a16="http://schemas.microsoft.com/office/drawing/2014/main" id="{2747EB35-5303-E920-AA97-57E4BE92EA5B}"/>
                  </a:ext>
                </a:extLst>
              </p:cNvPr>
              <p:cNvSpPr/>
              <p:nvPr/>
            </p:nvSpPr>
            <p:spPr>
              <a:xfrm>
                <a:off x="-1518458" y="2785834"/>
                <a:ext cx="422329" cy="422316"/>
              </a:xfrm>
              <a:custGeom>
                <a:avLst/>
                <a:gdLst>
                  <a:gd name="connsiteX0" fmla="*/ 70588 w 422329"/>
                  <a:gd name="connsiteY0" fmla="*/ 25578 h 422316"/>
                  <a:gd name="connsiteX1" fmla="*/ 25579 w 422329"/>
                  <a:gd name="connsiteY1" fmla="*/ 70576 h 422316"/>
                  <a:gd name="connsiteX2" fmla="*/ 25579 w 422329"/>
                  <a:gd name="connsiteY2" fmla="*/ 351742 h 422316"/>
                  <a:gd name="connsiteX3" fmla="*/ 70573 w 422329"/>
                  <a:gd name="connsiteY3" fmla="*/ 396739 h 422316"/>
                  <a:gd name="connsiteX4" fmla="*/ 351754 w 422329"/>
                  <a:gd name="connsiteY4" fmla="*/ 396738 h 422316"/>
                  <a:gd name="connsiteX5" fmla="*/ 396737 w 422329"/>
                  <a:gd name="connsiteY5" fmla="*/ 351743 h 422316"/>
                  <a:gd name="connsiteX6" fmla="*/ 396749 w 422329"/>
                  <a:gd name="connsiteY6" fmla="*/ 70575 h 422316"/>
                  <a:gd name="connsiteX7" fmla="*/ 351741 w 422329"/>
                  <a:gd name="connsiteY7" fmla="*/ 25580 h 422316"/>
                  <a:gd name="connsiteX8" fmla="*/ 70588 w 422329"/>
                  <a:gd name="connsiteY8" fmla="*/ 25578 h 422316"/>
                  <a:gd name="connsiteX9" fmla="*/ 351754 w 422329"/>
                  <a:gd name="connsiteY9" fmla="*/ 422317 h 422316"/>
                  <a:gd name="connsiteX10" fmla="*/ 70588 w 422329"/>
                  <a:gd name="connsiteY10" fmla="*/ 422317 h 422316"/>
                  <a:gd name="connsiteX11" fmla="*/ 0 w 422329"/>
                  <a:gd name="connsiteY11" fmla="*/ 351743 h 422316"/>
                  <a:gd name="connsiteX12" fmla="*/ 11 w 422329"/>
                  <a:gd name="connsiteY12" fmla="*/ 70575 h 422316"/>
                  <a:gd name="connsiteX13" fmla="*/ 70573 w 422329"/>
                  <a:gd name="connsiteY13" fmla="*/ 2 h 422316"/>
                  <a:gd name="connsiteX14" fmla="*/ 351754 w 422329"/>
                  <a:gd name="connsiteY14" fmla="*/ 0 h 422316"/>
                  <a:gd name="connsiteX15" fmla="*/ 422318 w 422329"/>
                  <a:gd name="connsiteY15" fmla="*/ 70576 h 422316"/>
                  <a:gd name="connsiteX16" fmla="*/ 422330 w 422329"/>
                  <a:gd name="connsiteY16" fmla="*/ 351742 h 422316"/>
                  <a:gd name="connsiteX17" fmla="*/ 351754 w 422329"/>
                  <a:gd name="connsiteY17" fmla="*/ 422317 h 422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22329" h="422316">
                    <a:moveTo>
                      <a:pt x="70588" y="25578"/>
                    </a:moveTo>
                    <a:cubicBezTo>
                      <a:pt x="45768" y="25578"/>
                      <a:pt x="25579" y="45763"/>
                      <a:pt x="25579" y="70576"/>
                    </a:cubicBezTo>
                    <a:lnTo>
                      <a:pt x="25579" y="351742"/>
                    </a:lnTo>
                    <a:cubicBezTo>
                      <a:pt x="25579" y="376557"/>
                      <a:pt x="45762" y="396739"/>
                      <a:pt x="70573" y="396739"/>
                    </a:cubicBezTo>
                    <a:lnTo>
                      <a:pt x="351754" y="396738"/>
                    </a:lnTo>
                    <a:cubicBezTo>
                      <a:pt x="376560" y="396738"/>
                      <a:pt x="396737" y="376557"/>
                      <a:pt x="396737" y="351743"/>
                    </a:cubicBezTo>
                    <a:lnTo>
                      <a:pt x="396749" y="70575"/>
                    </a:lnTo>
                    <a:cubicBezTo>
                      <a:pt x="396749" y="45762"/>
                      <a:pt x="376557" y="25580"/>
                      <a:pt x="351741" y="25580"/>
                    </a:cubicBezTo>
                    <a:lnTo>
                      <a:pt x="70588" y="25578"/>
                    </a:lnTo>
                    <a:close/>
                    <a:moveTo>
                      <a:pt x="351754" y="422317"/>
                    </a:moveTo>
                    <a:lnTo>
                      <a:pt x="70588" y="422317"/>
                    </a:lnTo>
                    <a:cubicBezTo>
                      <a:pt x="31680" y="422317"/>
                      <a:pt x="0" y="390644"/>
                      <a:pt x="0" y="351743"/>
                    </a:cubicBezTo>
                    <a:lnTo>
                      <a:pt x="11" y="70575"/>
                    </a:lnTo>
                    <a:cubicBezTo>
                      <a:pt x="11" y="31640"/>
                      <a:pt x="31674" y="2"/>
                      <a:pt x="70573" y="2"/>
                    </a:cubicBezTo>
                    <a:lnTo>
                      <a:pt x="351754" y="0"/>
                    </a:lnTo>
                    <a:cubicBezTo>
                      <a:pt x="390676" y="0"/>
                      <a:pt x="422318" y="31641"/>
                      <a:pt x="422318" y="70576"/>
                    </a:cubicBezTo>
                    <a:lnTo>
                      <a:pt x="422330" y="351742"/>
                    </a:lnTo>
                    <a:cubicBezTo>
                      <a:pt x="422330" y="390644"/>
                      <a:pt x="390676" y="422319"/>
                      <a:pt x="351754" y="42231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C2D0BA7-9C2E-DAF1-CFD1-31AA163EA552}"/>
              </a:ext>
            </a:extLst>
          </p:cNvPr>
          <p:cNvGrpSpPr/>
          <p:nvPr/>
        </p:nvGrpSpPr>
        <p:grpSpPr>
          <a:xfrm>
            <a:off x="6966552" y="2355074"/>
            <a:ext cx="702195" cy="460595"/>
            <a:chOff x="1574695" y="4292795"/>
            <a:chExt cx="702195" cy="460595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7C9A05E-8C13-9F61-0D12-8C4004FAD9E5}"/>
                </a:ext>
              </a:extLst>
            </p:cNvPr>
            <p:cNvSpPr>
              <a:spLocks/>
            </p:cNvSpPr>
            <p:nvPr/>
          </p:nvSpPr>
          <p:spPr>
            <a:xfrm>
              <a:off x="1574695" y="4292795"/>
              <a:ext cx="702195" cy="123111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rPr>
                <a:t>Database</a:t>
              </a:r>
            </a:p>
          </p:txBody>
        </p:sp>
        <p:grpSp>
          <p:nvGrpSpPr>
            <p:cNvPr id="85" name="Graphic 216">
              <a:extLst>
                <a:ext uri="{FF2B5EF4-FFF2-40B4-BE49-F238E27FC236}">
                  <a16:creationId xmlns:a16="http://schemas.microsoft.com/office/drawing/2014/main" id="{0DAEDE71-43B0-9AC1-8ADF-B9E6D6A9324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41999" y="4473990"/>
              <a:ext cx="167588" cy="279400"/>
              <a:chOff x="-768941" y="4047690"/>
              <a:chExt cx="69135" cy="115261"/>
            </a:xfrm>
            <a:solidFill>
              <a:schemeClr val="bg1"/>
            </a:solidFill>
          </p:grpSpPr>
          <p:sp>
            <p:nvSpPr>
              <p:cNvPr id="86" name="Freeform: Shape 243">
                <a:extLst>
                  <a:ext uri="{FF2B5EF4-FFF2-40B4-BE49-F238E27FC236}">
                    <a16:creationId xmlns:a16="http://schemas.microsoft.com/office/drawing/2014/main" id="{71CF8E32-CF9B-49F3-DB7C-7EE5BDAC9D48}"/>
                  </a:ext>
                </a:extLst>
              </p:cNvPr>
              <p:cNvSpPr/>
              <p:nvPr/>
            </p:nvSpPr>
            <p:spPr>
              <a:xfrm>
                <a:off x="-768941" y="4047690"/>
                <a:ext cx="69135" cy="27723"/>
              </a:xfrm>
              <a:custGeom>
                <a:avLst/>
                <a:gdLst>
                  <a:gd name="connsiteX0" fmla="*/ 34567 w 69135"/>
                  <a:gd name="connsiteY0" fmla="*/ 2022 h 27723"/>
                  <a:gd name="connsiteX1" fmla="*/ 2022 w 69135"/>
                  <a:gd name="connsiteY1" fmla="*/ 13862 h 27723"/>
                  <a:gd name="connsiteX2" fmla="*/ 34566 w 69135"/>
                  <a:gd name="connsiteY2" fmla="*/ 25702 h 27723"/>
                  <a:gd name="connsiteX3" fmla="*/ 67113 w 69135"/>
                  <a:gd name="connsiteY3" fmla="*/ 13862 h 27723"/>
                  <a:gd name="connsiteX4" fmla="*/ 34567 w 69135"/>
                  <a:gd name="connsiteY4" fmla="*/ 2022 h 27723"/>
                  <a:gd name="connsiteX5" fmla="*/ 34567 w 69135"/>
                  <a:gd name="connsiteY5" fmla="*/ 27723 h 27723"/>
                  <a:gd name="connsiteX6" fmla="*/ 0 w 69135"/>
                  <a:gd name="connsiteY6" fmla="*/ 13862 h 27723"/>
                  <a:gd name="connsiteX7" fmla="*/ 34566 w 69135"/>
                  <a:gd name="connsiteY7" fmla="*/ 0 h 27723"/>
                  <a:gd name="connsiteX8" fmla="*/ 69136 w 69135"/>
                  <a:gd name="connsiteY8" fmla="*/ 13862 h 27723"/>
                  <a:gd name="connsiteX9" fmla="*/ 34567 w 69135"/>
                  <a:gd name="connsiteY9" fmla="*/ 27723 h 27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9135" h="27723">
                    <a:moveTo>
                      <a:pt x="34567" y="2022"/>
                    </a:moveTo>
                    <a:cubicBezTo>
                      <a:pt x="15100" y="2022"/>
                      <a:pt x="2022" y="8144"/>
                      <a:pt x="2022" y="13862"/>
                    </a:cubicBezTo>
                    <a:cubicBezTo>
                      <a:pt x="2022" y="19580"/>
                      <a:pt x="15099" y="25702"/>
                      <a:pt x="34566" y="25702"/>
                    </a:cubicBezTo>
                    <a:cubicBezTo>
                      <a:pt x="54037" y="25701"/>
                      <a:pt x="67113" y="19580"/>
                      <a:pt x="67113" y="13862"/>
                    </a:cubicBezTo>
                    <a:cubicBezTo>
                      <a:pt x="67114" y="8144"/>
                      <a:pt x="54036" y="2022"/>
                      <a:pt x="34567" y="2022"/>
                    </a:cubicBezTo>
                    <a:close/>
                    <a:moveTo>
                      <a:pt x="34567" y="27723"/>
                    </a:moveTo>
                    <a:cubicBezTo>
                      <a:pt x="15184" y="27723"/>
                      <a:pt x="0" y="21635"/>
                      <a:pt x="0" y="13862"/>
                    </a:cubicBezTo>
                    <a:cubicBezTo>
                      <a:pt x="0" y="6089"/>
                      <a:pt x="15184" y="0"/>
                      <a:pt x="34566" y="0"/>
                    </a:cubicBezTo>
                    <a:cubicBezTo>
                      <a:pt x="53952" y="0"/>
                      <a:pt x="69136" y="6089"/>
                      <a:pt x="69136" y="13862"/>
                    </a:cubicBezTo>
                    <a:cubicBezTo>
                      <a:pt x="69136" y="21635"/>
                      <a:pt x="53952" y="27724"/>
                      <a:pt x="34567" y="27723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7" name="Freeform: Shape 244">
                <a:extLst>
                  <a:ext uri="{FF2B5EF4-FFF2-40B4-BE49-F238E27FC236}">
                    <a16:creationId xmlns:a16="http://schemas.microsoft.com/office/drawing/2014/main" id="{582BE0BC-8D99-E24F-7AE9-D4780A088711}"/>
                  </a:ext>
                </a:extLst>
              </p:cNvPr>
              <p:cNvSpPr/>
              <p:nvPr/>
            </p:nvSpPr>
            <p:spPr>
              <a:xfrm>
                <a:off x="-768941" y="4060540"/>
                <a:ext cx="69135" cy="34429"/>
              </a:xfrm>
              <a:custGeom>
                <a:avLst/>
                <a:gdLst>
                  <a:gd name="connsiteX0" fmla="*/ 34567 w 69135"/>
                  <a:gd name="connsiteY0" fmla="*/ 34430 h 34429"/>
                  <a:gd name="connsiteX1" fmla="*/ 0 w 69135"/>
                  <a:gd name="connsiteY1" fmla="*/ 23711 h 34429"/>
                  <a:gd name="connsiteX2" fmla="*/ 0 w 69135"/>
                  <a:gd name="connsiteY2" fmla="*/ 1011 h 34429"/>
                  <a:gd name="connsiteX3" fmla="*/ 1011 w 69135"/>
                  <a:gd name="connsiteY3" fmla="*/ 0 h 34429"/>
                  <a:gd name="connsiteX4" fmla="*/ 2022 w 69135"/>
                  <a:gd name="connsiteY4" fmla="*/ 1011 h 34429"/>
                  <a:gd name="connsiteX5" fmla="*/ 2022 w 69135"/>
                  <a:gd name="connsiteY5" fmla="*/ 23711 h 34429"/>
                  <a:gd name="connsiteX6" fmla="*/ 34567 w 69135"/>
                  <a:gd name="connsiteY6" fmla="*/ 32408 h 34429"/>
                  <a:gd name="connsiteX7" fmla="*/ 67114 w 69135"/>
                  <a:gd name="connsiteY7" fmla="*/ 23711 h 34429"/>
                  <a:gd name="connsiteX8" fmla="*/ 67114 w 69135"/>
                  <a:gd name="connsiteY8" fmla="*/ 1011 h 34429"/>
                  <a:gd name="connsiteX9" fmla="*/ 68125 w 69135"/>
                  <a:gd name="connsiteY9" fmla="*/ 0 h 34429"/>
                  <a:gd name="connsiteX10" fmla="*/ 69136 w 69135"/>
                  <a:gd name="connsiteY10" fmla="*/ 1011 h 34429"/>
                  <a:gd name="connsiteX11" fmla="*/ 69136 w 69135"/>
                  <a:gd name="connsiteY11" fmla="*/ 23711 h 34429"/>
                  <a:gd name="connsiteX12" fmla="*/ 34567 w 69135"/>
                  <a:gd name="connsiteY12" fmla="*/ 34430 h 34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429">
                    <a:moveTo>
                      <a:pt x="34567" y="34430"/>
                    </a:moveTo>
                    <a:cubicBezTo>
                      <a:pt x="17809" y="34430"/>
                      <a:pt x="0" y="30673"/>
                      <a:pt x="0" y="23711"/>
                    </a:cubicBezTo>
                    <a:lnTo>
                      <a:pt x="0" y="1011"/>
                    </a:lnTo>
                    <a:cubicBezTo>
                      <a:pt x="0" y="453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711"/>
                    </a:lnTo>
                    <a:cubicBezTo>
                      <a:pt x="2022" y="27824"/>
                      <a:pt x="15389" y="32408"/>
                      <a:pt x="34567" y="32408"/>
                    </a:cubicBezTo>
                    <a:cubicBezTo>
                      <a:pt x="53747" y="32408"/>
                      <a:pt x="67114" y="27824"/>
                      <a:pt x="67114" y="2371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711"/>
                    </a:lnTo>
                    <a:cubicBezTo>
                      <a:pt x="69136" y="30673"/>
                      <a:pt x="51324" y="34430"/>
                      <a:pt x="34567" y="3443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8" name="Freeform: Shape 245">
                <a:extLst>
                  <a:ext uri="{FF2B5EF4-FFF2-40B4-BE49-F238E27FC236}">
                    <a16:creationId xmlns:a16="http://schemas.microsoft.com/office/drawing/2014/main" id="{6CD54DC3-95E5-6A00-FBDE-FED19032C274}"/>
                  </a:ext>
                </a:extLst>
              </p:cNvPr>
              <p:cNvSpPr/>
              <p:nvPr/>
            </p:nvSpPr>
            <p:spPr>
              <a:xfrm>
                <a:off x="-768941" y="4083240"/>
                <a:ext cx="69135" cy="34390"/>
              </a:xfrm>
              <a:custGeom>
                <a:avLst/>
                <a:gdLst>
                  <a:gd name="connsiteX0" fmla="*/ 34567 w 69135"/>
                  <a:gd name="connsiteY0" fmla="*/ 34390 h 34390"/>
                  <a:gd name="connsiteX1" fmla="*/ 0 w 69135"/>
                  <a:gd name="connsiteY1" fmla="*/ 23671 h 34390"/>
                  <a:gd name="connsiteX2" fmla="*/ 0 w 69135"/>
                  <a:gd name="connsiteY2" fmla="*/ 1011 h 34390"/>
                  <a:gd name="connsiteX3" fmla="*/ 1011 w 69135"/>
                  <a:gd name="connsiteY3" fmla="*/ 0 h 34390"/>
                  <a:gd name="connsiteX4" fmla="*/ 2022 w 69135"/>
                  <a:gd name="connsiteY4" fmla="*/ 1011 h 34390"/>
                  <a:gd name="connsiteX5" fmla="*/ 2022 w 69135"/>
                  <a:gd name="connsiteY5" fmla="*/ 23670 h 34390"/>
                  <a:gd name="connsiteX6" fmla="*/ 34567 w 69135"/>
                  <a:gd name="connsiteY6" fmla="*/ 32368 h 34390"/>
                  <a:gd name="connsiteX7" fmla="*/ 67114 w 69135"/>
                  <a:gd name="connsiteY7" fmla="*/ 23671 h 34390"/>
                  <a:gd name="connsiteX8" fmla="*/ 67114 w 69135"/>
                  <a:gd name="connsiteY8" fmla="*/ 1011 h 34390"/>
                  <a:gd name="connsiteX9" fmla="*/ 68125 w 69135"/>
                  <a:gd name="connsiteY9" fmla="*/ 0 h 34390"/>
                  <a:gd name="connsiteX10" fmla="*/ 69136 w 69135"/>
                  <a:gd name="connsiteY10" fmla="*/ 1011 h 34390"/>
                  <a:gd name="connsiteX11" fmla="*/ 69136 w 69135"/>
                  <a:gd name="connsiteY11" fmla="*/ 23671 h 34390"/>
                  <a:gd name="connsiteX12" fmla="*/ 34567 w 69135"/>
                  <a:gd name="connsiteY12" fmla="*/ 34390 h 3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0">
                    <a:moveTo>
                      <a:pt x="34567" y="34390"/>
                    </a:moveTo>
                    <a:cubicBezTo>
                      <a:pt x="17809" y="34390"/>
                      <a:pt x="0" y="30633"/>
                      <a:pt x="0" y="23671"/>
                    </a:cubicBezTo>
                    <a:lnTo>
                      <a:pt x="0" y="1011"/>
                    </a:lnTo>
                    <a:cubicBezTo>
                      <a:pt x="0" y="453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0"/>
                    </a:lnTo>
                    <a:cubicBezTo>
                      <a:pt x="2022" y="27784"/>
                      <a:pt x="15389" y="32368"/>
                      <a:pt x="34567" y="32368"/>
                    </a:cubicBezTo>
                    <a:cubicBezTo>
                      <a:pt x="53747" y="32368"/>
                      <a:pt x="67114" y="27785"/>
                      <a:pt x="67114" y="2367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3"/>
                      <a:pt x="51324" y="34390"/>
                      <a:pt x="34567" y="3439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9" name="Freeform: Shape 246">
                <a:extLst>
                  <a:ext uri="{FF2B5EF4-FFF2-40B4-BE49-F238E27FC236}">
                    <a16:creationId xmlns:a16="http://schemas.microsoft.com/office/drawing/2014/main" id="{BF39CFB2-5505-7BB8-703B-472B84A858BA}"/>
                  </a:ext>
                </a:extLst>
              </p:cNvPr>
              <p:cNvSpPr/>
              <p:nvPr/>
            </p:nvSpPr>
            <p:spPr>
              <a:xfrm>
                <a:off x="-768941" y="4105900"/>
                <a:ext cx="69135" cy="34390"/>
              </a:xfrm>
              <a:custGeom>
                <a:avLst/>
                <a:gdLst>
                  <a:gd name="connsiteX0" fmla="*/ 34567 w 69135"/>
                  <a:gd name="connsiteY0" fmla="*/ 34390 h 34390"/>
                  <a:gd name="connsiteX1" fmla="*/ 0 w 69135"/>
                  <a:gd name="connsiteY1" fmla="*/ 23671 h 34390"/>
                  <a:gd name="connsiteX2" fmla="*/ 0 w 69135"/>
                  <a:gd name="connsiteY2" fmla="*/ 1011 h 34390"/>
                  <a:gd name="connsiteX3" fmla="*/ 1011 w 69135"/>
                  <a:gd name="connsiteY3" fmla="*/ 0 h 34390"/>
                  <a:gd name="connsiteX4" fmla="*/ 2022 w 69135"/>
                  <a:gd name="connsiteY4" fmla="*/ 1011 h 34390"/>
                  <a:gd name="connsiteX5" fmla="*/ 2022 w 69135"/>
                  <a:gd name="connsiteY5" fmla="*/ 23670 h 34390"/>
                  <a:gd name="connsiteX6" fmla="*/ 34567 w 69135"/>
                  <a:gd name="connsiteY6" fmla="*/ 32368 h 34390"/>
                  <a:gd name="connsiteX7" fmla="*/ 67114 w 69135"/>
                  <a:gd name="connsiteY7" fmla="*/ 23671 h 34390"/>
                  <a:gd name="connsiteX8" fmla="*/ 67114 w 69135"/>
                  <a:gd name="connsiteY8" fmla="*/ 1011 h 34390"/>
                  <a:gd name="connsiteX9" fmla="*/ 68125 w 69135"/>
                  <a:gd name="connsiteY9" fmla="*/ 0 h 34390"/>
                  <a:gd name="connsiteX10" fmla="*/ 69136 w 69135"/>
                  <a:gd name="connsiteY10" fmla="*/ 1011 h 34390"/>
                  <a:gd name="connsiteX11" fmla="*/ 69136 w 69135"/>
                  <a:gd name="connsiteY11" fmla="*/ 23671 h 34390"/>
                  <a:gd name="connsiteX12" fmla="*/ 34567 w 69135"/>
                  <a:gd name="connsiteY12" fmla="*/ 34390 h 3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0">
                    <a:moveTo>
                      <a:pt x="34567" y="34390"/>
                    </a:moveTo>
                    <a:cubicBezTo>
                      <a:pt x="17809" y="34390"/>
                      <a:pt x="0" y="30633"/>
                      <a:pt x="0" y="23671"/>
                    </a:cubicBezTo>
                    <a:lnTo>
                      <a:pt x="0" y="1011"/>
                    </a:lnTo>
                    <a:cubicBezTo>
                      <a:pt x="0" y="452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0"/>
                    </a:lnTo>
                    <a:cubicBezTo>
                      <a:pt x="2022" y="27784"/>
                      <a:pt x="15389" y="32368"/>
                      <a:pt x="34567" y="32368"/>
                    </a:cubicBezTo>
                    <a:cubicBezTo>
                      <a:pt x="53747" y="32368"/>
                      <a:pt x="67114" y="27785"/>
                      <a:pt x="67114" y="23671"/>
                    </a:cubicBezTo>
                    <a:lnTo>
                      <a:pt x="67114" y="1011"/>
                    </a:lnTo>
                    <a:cubicBezTo>
                      <a:pt x="67114" y="453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3"/>
                      <a:pt x="51324" y="34390"/>
                      <a:pt x="34567" y="34390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0" name="Freeform: Shape 247">
                <a:extLst>
                  <a:ext uri="{FF2B5EF4-FFF2-40B4-BE49-F238E27FC236}">
                    <a16:creationId xmlns:a16="http://schemas.microsoft.com/office/drawing/2014/main" id="{30258F53-270E-7268-3E34-365B4150952A}"/>
                  </a:ext>
                </a:extLst>
              </p:cNvPr>
              <p:cNvSpPr/>
              <p:nvPr/>
            </p:nvSpPr>
            <p:spPr>
              <a:xfrm>
                <a:off x="-768941" y="4128560"/>
                <a:ext cx="69135" cy="34391"/>
              </a:xfrm>
              <a:custGeom>
                <a:avLst/>
                <a:gdLst>
                  <a:gd name="connsiteX0" fmla="*/ 34567 w 69135"/>
                  <a:gd name="connsiteY0" fmla="*/ 34391 h 34391"/>
                  <a:gd name="connsiteX1" fmla="*/ 0 w 69135"/>
                  <a:gd name="connsiteY1" fmla="*/ 23671 h 34391"/>
                  <a:gd name="connsiteX2" fmla="*/ 0 w 69135"/>
                  <a:gd name="connsiteY2" fmla="*/ 1011 h 34391"/>
                  <a:gd name="connsiteX3" fmla="*/ 1011 w 69135"/>
                  <a:gd name="connsiteY3" fmla="*/ 0 h 34391"/>
                  <a:gd name="connsiteX4" fmla="*/ 2022 w 69135"/>
                  <a:gd name="connsiteY4" fmla="*/ 1011 h 34391"/>
                  <a:gd name="connsiteX5" fmla="*/ 2022 w 69135"/>
                  <a:gd name="connsiteY5" fmla="*/ 23671 h 34391"/>
                  <a:gd name="connsiteX6" fmla="*/ 34567 w 69135"/>
                  <a:gd name="connsiteY6" fmla="*/ 32369 h 34391"/>
                  <a:gd name="connsiteX7" fmla="*/ 67114 w 69135"/>
                  <a:gd name="connsiteY7" fmla="*/ 23671 h 34391"/>
                  <a:gd name="connsiteX8" fmla="*/ 67114 w 69135"/>
                  <a:gd name="connsiteY8" fmla="*/ 1011 h 34391"/>
                  <a:gd name="connsiteX9" fmla="*/ 68125 w 69135"/>
                  <a:gd name="connsiteY9" fmla="*/ 0 h 34391"/>
                  <a:gd name="connsiteX10" fmla="*/ 69136 w 69135"/>
                  <a:gd name="connsiteY10" fmla="*/ 1011 h 34391"/>
                  <a:gd name="connsiteX11" fmla="*/ 69136 w 69135"/>
                  <a:gd name="connsiteY11" fmla="*/ 23671 h 34391"/>
                  <a:gd name="connsiteX12" fmla="*/ 34567 w 69135"/>
                  <a:gd name="connsiteY12" fmla="*/ 34391 h 34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5" h="34391">
                    <a:moveTo>
                      <a:pt x="34567" y="34391"/>
                    </a:moveTo>
                    <a:cubicBezTo>
                      <a:pt x="17809" y="34391"/>
                      <a:pt x="0" y="30634"/>
                      <a:pt x="0" y="23671"/>
                    </a:cubicBezTo>
                    <a:lnTo>
                      <a:pt x="0" y="1011"/>
                    </a:lnTo>
                    <a:cubicBezTo>
                      <a:pt x="0" y="452"/>
                      <a:pt x="453" y="0"/>
                      <a:pt x="1011" y="0"/>
                    </a:cubicBezTo>
                    <a:cubicBezTo>
                      <a:pt x="1569" y="0"/>
                      <a:pt x="2022" y="453"/>
                      <a:pt x="2022" y="1011"/>
                    </a:cubicBezTo>
                    <a:lnTo>
                      <a:pt x="2022" y="23671"/>
                    </a:lnTo>
                    <a:cubicBezTo>
                      <a:pt x="2022" y="27785"/>
                      <a:pt x="15389" y="32369"/>
                      <a:pt x="34567" y="32369"/>
                    </a:cubicBezTo>
                    <a:cubicBezTo>
                      <a:pt x="53747" y="32369"/>
                      <a:pt x="67114" y="27786"/>
                      <a:pt x="67114" y="23671"/>
                    </a:cubicBezTo>
                    <a:lnTo>
                      <a:pt x="67114" y="1011"/>
                    </a:lnTo>
                    <a:cubicBezTo>
                      <a:pt x="67114" y="452"/>
                      <a:pt x="67567" y="0"/>
                      <a:pt x="68125" y="0"/>
                    </a:cubicBezTo>
                    <a:cubicBezTo>
                      <a:pt x="68683" y="0"/>
                      <a:pt x="69136" y="453"/>
                      <a:pt x="69136" y="1011"/>
                    </a:cubicBezTo>
                    <a:lnTo>
                      <a:pt x="69136" y="23671"/>
                    </a:lnTo>
                    <a:cubicBezTo>
                      <a:pt x="69136" y="30634"/>
                      <a:pt x="51324" y="34391"/>
                      <a:pt x="34567" y="34391"/>
                    </a:cubicBezTo>
                    <a:close/>
                  </a:path>
                </a:pathLst>
              </a:custGeom>
              <a:grpFill/>
              <a:ln w="190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F34D9B0C-58AC-79E1-970C-6F78C37BCB1D}"/>
              </a:ext>
            </a:extLst>
          </p:cNvPr>
          <p:cNvSpPr txBox="1"/>
          <p:nvPr/>
        </p:nvSpPr>
        <p:spPr>
          <a:xfrm>
            <a:off x="6966474" y="5989036"/>
            <a:ext cx="132802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3-Node HSX Appliance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150TB Usable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79B3D05-48E9-90BE-0702-FD9463A65493}"/>
              </a:ext>
            </a:extLst>
          </p:cNvPr>
          <p:cNvGrpSpPr/>
          <p:nvPr/>
        </p:nvGrpSpPr>
        <p:grpSpPr>
          <a:xfrm>
            <a:off x="6462415" y="3443831"/>
            <a:ext cx="1644166" cy="803161"/>
            <a:chOff x="1907341" y="2973966"/>
            <a:chExt cx="1644166" cy="803161"/>
          </a:xfrm>
        </p:grpSpPr>
        <p:pic>
          <p:nvPicPr>
            <p:cNvPr id="93" name="Graphic 92" descr="Lock outline">
              <a:extLst>
                <a:ext uri="{FF2B5EF4-FFF2-40B4-BE49-F238E27FC236}">
                  <a16:creationId xmlns:a16="http://schemas.microsoft.com/office/drawing/2014/main" id="{64943581-D7DF-0023-30AE-291B760BCF72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907341" y="3200554"/>
              <a:ext cx="243822" cy="243822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4B1DCC5-7B73-585B-9BF6-33319E6D6784}"/>
                </a:ext>
              </a:extLst>
            </p:cNvPr>
            <p:cNvSpPr txBox="1"/>
            <p:nvPr/>
          </p:nvSpPr>
          <p:spPr>
            <a:xfrm>
              <a:off x="2153194" y="3561683"/>
              <a:ext cx="139831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Command Center</a:t>
              </a:r>
            </a:p>
          </p:txBody>
        </p:sp>
        <p:pic>
          <p:nvPicPr>
            <p:cNvPr id="95" name="Graphic 94">
              <a:extLst>
                <a:ext uri="{FF2B5EF4-FFF2-40B4-BE49-F238E27FC236}">
                  <a16:creationId xmlns:a16="http://schemas.microsoft.com/office/drawing/2014/main" id="{1B573FBC-3153-D3EC-72CC-3B9C140FC61F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021153" y="3040029"/>
              <a:ext cx="571500" cy="571500"/>
            </a:xfrm>
            <a:prstGeom prst="rect">
              <a:avLst/>
            </a:prstGeom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4E8A7BAE-4949-0504-A023-ACED9333F750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2493263" y="2973966"/>
              <a:ext cx="772642" cy="521654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</p:pic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A177E6D0-42ED-4E02-01C3-88F92271EA42}"/>
                </a:ext>
              </a:extLst>
            </p:cNvPr>
            <p:cNvSpPr/>
            <p:nvPr/>
          </p:nvSpPr>
          <p:spPr>
            <a:xfrm>
              <a:off x="2248575" y="3339829"/>
              <a:ext cx="182880" cy="182880"/>
            </a:xfrm>
            <a:prstGeom prst="ellipse">
              <a:avLst/>
            </a:prstGeom>
            <a:solidFill>
              <a:srgbClr val="7030A0"/>
            </a:solidFill>
            <a:ln w="12700" cap="flat" cmpd="sng" algn="ctr">
              <a:solidFill>
                <a:srgbClr val="83489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rPr>
                <a:t>CS</a:t>
              </a: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808B0F80-D3B4-07C9-6B9F-2ADF0AEE5E97}"/>
              </a:ext>
            </a:extLst>
          </p:cNvPr>
          <p:cNvSpPr txBox="1"/>
          <p:nvPr/>
        </p:nvSpPr>
        <p:spPr>
          <a:xfrm>
            <a:off x="6235112" y="3025864"/>
            <a:ext cx="21365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 VMs | 10TB Physical Servers</a:t>
            </a:r>
          </a:p>
        </p:txBody>
      </p:sp>
      <p:graphicFrame>
        <p:nvGraphicFramePr>
          <p:cNvPr id="100" name="Table 99">
            <a:extLst>
              <a:ext uri="{FF2B5EF4-FFF2-40B4-BE49-F238E27FC236}">
                <a16:creationId xmlns:a16="http://schemas.microsoft.com/office/drawing/2014/main" id="{144596A9-1D1C-5B77-0313-46BEABC03618}"/>
              </a:ext>
            </a:extLst>
          </p:cNvPr>
          <p:cNvGraphicFramePr>
            <a:graphicFrameLocks noGrp="1"/>
          </p:cNvGraphicFramePr>
          <p:nvPr/>
        </p:nvGraphicFramePr>
        <p:xfrm>
          <a:off x="7072704" y="4757766"/>
          <a:ext cx="1232415" cy="1216401"/>
        </p:xfrm>
        <a:graphic>
          <a:graphicData uri="http://schemas.openxmlformats.org/drawingml/2006/table">
            <a:tbl>
              <a:tblPr/>
              <a:tblGrid>
                <a:gridCol w="182305">
                  <a:extLst>
                    <a:ext uri="{9D8B030D-6E8A-4147-A177-3AD203B41FA5}">
                      <a16:colId xmlns:a16="http://schemas.microsoft.com/office/drawing/2014/main" val="1943617465"/>
                    </a:ext>
                  </a:extLst>
                </a:gridCol>
                <a:gridCol w="1050110">
                  <a:extLst>
                    <a:ext uri="{9D8B030D-6E8A-4147-A177-3AD203B41FA5}">
                      <a16:colId xmlns:a16="http://schemas.microsoft.com/office/drawing/2014/main" val="1610732085"/>
                    </a:ext>
                  </a:extLst>
                </a:gridCol>
              </a:tblGrid>
              <a:tr h="984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HSX - 01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375994"/>
                  </a:ext>
                </a:extLst>
              </a:tr>
              <a:tr h="133055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4754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chemeClr val="accent3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321552"/>
                  </a:ext>
                </a:extLst>
              </a:tr>
              <a:tr h="984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HSX - 02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426515"/>
                  </a:ext>
                </a:extLst>
              </a:tr>
              <a:tr h="984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marL="0" marR="0" lvl="0" indent="0" algn="ctr" defTabSz="4754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chemeClr val="accent3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989832"/>
                  </a:ext>
                </a:extLst>
              </a:tr>
              <a:tr h="984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HSX - 03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915622"/>
                  </a:ext>
                </a:extLst>
              </a:tr>
              <a:tr h="98486">
                <a:tc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7545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50903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426354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901806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377257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852709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328160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803611" algn="l" defTabSz="475451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4754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chemeClr val="accent3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544070"/>
                  </a:ext>
                </a:extLst>
              </a:tr>
              <a:tr h="984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Future expansion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456767"/>
                  </a:ext>
                </a:extLst>
              </a:tr>
              <a:tr h="984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754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rgbClr val="FFFFFF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653806"/>
                  </a:ext>
                </a:extLst>
              </a:tr>
              <a:tr h="984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Future expansion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811976"/>
                  </a:ext>
                </a:extLst>
              </a:tr>
              <a:tr h="984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rgbClr val="FFFFFF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014965"/>
                  </a:ext>
                </a:extLst>
              </a:tr>
              <a:tr h="984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Future expansion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293231"/>
                  </a:ext>
                </a:extLst>
              </a:tr>
              <a:tr h="984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" panose="020B0604020202020204" pitchFamily="34" charset="0"/>
                          <a:sym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>
                        <a:solidFill>
                          <a:srgbClr val="FFFFFF"/>
                        </a:solidFill>
                        <a:latin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096555"/>
                  </a:ext>
                </a:extLst>
              </a:tr>
            </a:tbl>
          </a:graphicData>
        </a:graphic>
      </p:graphicFrame>
      <p:sp>
        <p:nvSpPr>
          <p:cNvPr id="101" name="TextBox 100">
            <a:extLst>
              <a:ext uri="{FF2B5EF4-FFF2-40B4-BE49-F238E27FC236}">
                <a16:creationId xmlns:a16="http://schemas.microsoft.com/office/drawing/2014/main" id="{86FB5D5A-6A3E-0B19-A8BE-E5CE9E9746C2}"/>
              </a:ext>
            </a:extLst>
          </p:cNvPr>
          <p:cNvSpPr txBox="1"/>
          <p:nvPr/>
        </p:nvSpPr>
        <p:spPr>
          <a:xfrm>
            <a:off x="6099791" y="5532184"/>
            <a:ext cx="9516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A3C9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Immutable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A3C9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Deduped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A3C9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Encrypted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6286FE28-E34A-3BFE-F4BE-8B353FCC9B68}"/>
              </a:ext>
            </a:extLst>
          </p:cNvPr>
          <p:cNvSpPr/>
          <p:nvPr/>
        </p:nvSpPr>
        <p:spPr>
          <a:xfrm>
            <a:off x="6133512" y="5163363"/>
            <a:ext cx="341066" cy="341066"/>
          </a:xfrm>
          <a:prstGeom prst="ellipse">
            <a:avLst/>
          </a:prstGeom>
          <a:solidFill>
            <a:srgbClr val="7030A0"/>
          </a:solidFill>
          <a:ln w="12700" cap="flat" cmpd="sng" algn="ctr">
            <a:solidFill>
              <a:srgbClr val="83489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A1F4BA6-F5FF-CB0C-2228-AB639B14FC68}"/>
              </a:ext>
            </a:extLst>
          </p:cNvPr>
          <p:cNvSpPr txBox="1"/>
          <p:nvPr/>
        </p:nvSpPr>
        <p:spPr>
          <a:xfrm>
            <a:off x="6365862" y="6290415"/>
            <a:ext cx="208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Tx/>
              <a:buFont typeface="System Font Regular"/>
              <a:buChar char="✅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 All Backups Immutable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DF70562-D25B-3A81-F3CA-6C1A36AEF97F}"/>
              </a:ext>
            </a:extLst>
          </p:cNvPr>
          <p:cNvGrpSpPr>
            <a:grpSpLocks noChangeAspect="1"/>
          </p:cNvGrpSpPr>
          <p:nvPr/>
        </p:nvGrpSpPr>
        <p:grpSpPr>
          <a:xfrm>
            <a:off x="6165092" y="2495231"/>
            <a:ext cx="255042" cy="320438"/>
            <a:chOff x="-531169" y="3093269"/>
            <a:chExt cx="185737" cy="233362"/>
          </a:xfrm>
          <a:solidFill>
            <a:schemeClr val="bg1"/>
          </a:solidFill>
        </p:grpSpPr>
        <p:sp>
          <p:nvSpPr>
            <p:cNvPr id="105" name="Freeform: Shape 225">
              <a:extLst>
                <a:ext uri="{FF2B5EF4-FFF2-40B4-BE49-F238E27FC236}">
                  <a16:creationId xmlns:a16="http://schemas.microsoft.com/office/drawing/2014/main" id="{B625B4D2-5F01-00B1-23A3-9A6E9415B337}"/>
                </a:ext>
              </a:extLst>
            </p:cNvPr>
            <p:cNvSpPr/>
            <p:nvPr/>
          </p:nvSpPr>
          <p:spPr>
            <a:xfrm>
              <a:off x="-521644" y="3255194"/>
              <a:ext cx="119062" cy="61912"/>
            </a:xfrm>
            <a:custGeom>
              <a:avLst/>
              <a:gdLst>
                <a:gd name="connsiteX0" fmla="*/ 116681 w 119062"/>
                <a:gd name="connsiteY0" fmla="*/ 0 h 61912"/>
                <a:gd name="connsiteX1" fmla="*/ 2381 w 119062"/>
                <a:gd name="connsiteY1" fmla="*/ 0 h 61912"/>
                <a:gd name="connsiteX2" fmla="*/ 0 w 119062"/>
                <a:gd name="connsiteY2" fmla="*/ 2381 h 61912"/>
                <a:gd name="connsiteX3" fmla="*/ 0 w 119062"/>
                <a:gd name="connsiteY3" fmla="*/ 59531 h 61912"/>
                <a:gd name="connsiteX4" fmla="*/ 2381 w 119062"/>
                <a:gd name="connsiteY4" fmla="*/ 61913 h 61912"/>
                <a:gd name="connsiteX5" fmla="*/ 116681 w 119062"/>
                <a:gd name="connsiteY5" fmla="*/ 61913 h 61912"/>
                <a:gd name="connsiteX6" fmla="*/ 119063 w 119062"/>
                <a:gd name="connsiteY6" fmla="*/ 59531 h 61912"/>
                <a:gd name="connsiteX7" fmla="*/ 119063 w 119062"/>
                <a:gd name="connsiteY7" fmla="*/ 2381 h 61912"/>
                <a:gd name="connsiteX8" fmla="*/ 116681 w 119062"/>
                <a:gd name="connsiteY8" fmla="*/ 0 h 61912"/>
                <a:gd name="connsiteX9" fmla="*/ 114300 w 119062"/>
                <a:gd name="connsiteY9" fmla="*/ 57150 h 61912"/>
                <a:gd name="connsiteX10" fmla="*/ 4763 w 119062"/>
                <a:gd name="connsiteY10" fmla="*/ 57150 h 61912"/>
                <a:gd name="connsiteX11" fmla="*/ 4763 w 119062"/>
                <a:gd name="connsiteY11" fmla="*/ 4763 h 61912"/>
                <a:gd name="connsiteX12" fmla="*/ 114300 w 119062"/>
                <a:gd name="connsiteY12" fmla="*/ 4763 h 6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062" h="61912">
                  <a:moveTo>
                    <a:pt x="116681" y="0"/>
                  </a:move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lnTo>
                    <a:pt x="0" y="59531"/>
                  </a:lnTo>
                  <a:cubicBezTo>
                    <a:pt x="0" y="60846"/>
                    <a:pt x="1066" y="61913"/>
                    <a:pt x="2381" y="61913"/>
                  </a:cubicBezTo>
                  <a:lnTo>
                    <a:pt x="116681" y="61913"/>
                  </a:lnTo>
                  <a:cubicBezTo>
                    <a:pt x="117996" y="61913"/>
                    <a:pt x="119063" y="60846"/>
                    <a:pt x="119063" y="59531"/>
                  </a:cubicBezTo>
                  <a:lnTo>
                    <a:pt x="119063" y="2381"/>
                  </a:lnTo>
                  <a:cubicBezTo>
                    <a:pt x="119063" y="1066"/>
                    <a:pt x="117996" y="0"/>
                    <a:pt x="116681" y="0"/>
                  </a:cubicBezTo>
                  <a:close/>
                  <a:moveTo>
                    <a:pt x="114300" y="57150"/>
                  </a:moveTo>
                  <a:lnTo>
                    <a:pt x="4763" y="57150"/>
                  </a:lnTo>
                  <a:lnTo>
                    <a:pt x="4763" y="4763"/>
                  </a:lnTo>
                  <a:lnTo>
                    <a:pt x="114300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6" name="Freeform: Shape 226">
              <a:extLst>
                <a:ext uri="{FF2B5EF4-FFF2-40B4-BE49-F238E27FC236}">
                  <a16:creationId xmlns:a16="http://schemas.microsoft.com/office/drawing/2014/main" id="{04C8E252-F91F-0887-AF1B-0DD64B8F382A}"/>
                </a:ext>
              </a:extLst>
            </p:cNvPr>
            <p:cNvSpPr/>
            <p:nvPr/>
          </p:nvSpPr>
          <p:spPr>
            <a:xfrm>
              <a:off x="-513224" y="3267777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7" name="Freeform: Shape 228">
              <a:extLst>
                <a:ext uri="{FF2B5EF4-FFF2-40B4-BE49-F238E27FC236}">
                  <a16:creationId xmlns:a16="http://schemas.microsoft.com/office/drawing/2014/main" id="{F0AC2F74-4E34-9E14-0E8D-791C6552086E}"/>
                </a:ext>
              </a:extLst>
            </p:cNvPr>
            <p:cNvSpPr/>
            <p:nvPr/>
          </p:nvSpPr>
          <p:spPr>
            <a:xfrm>
              <a:off x="-513224" y="3282922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8" name="Freeform: Shape 229">
              <a:extLst>
                <a:ext uri="{FF2B5EF4-FFF2-40B4-BE49-F238E27FC236}">
                  <a16:creationId xmlns:a16="http://schemas.microsoft.com/office/drawing/2014/main" id="{91427CDA-2B72-CBF8-CB4A-4285C6E4805A}"/>
                </a:ext>
              </a:extLst>
            </p:cNvPr>
            <p:cNvSpPr/>
            <p:nvPr/>
          </p:nvSpPr>
          <p:spPr>
            <a:xfrm>
              <a:off x="-513224" y="3298057"/>
              <a:ext cx="102222" cy="4762"/>
            </a:xfrm>
            <a:custGeom>
              <a:avLst/>
              <a:gdLst>
                <a:gd name="connsiteX0" fmla="*/ 2381 w 102222"/>
                <a:gd name="connsiteY0" fmla="*/ 4763 h 4762"/>
                <a:gd name="connsiteX1" fmla="*/ 99841 w 102222"/>
                <a:gd name="connsiteY1" fmla="*/ 4763 h 4762"/>
                <a:gd name="connsiteX2" fmla="*/ 102222 w 102222"/>
                <a:gd name="connsiteY2" fmla="*/ 2381 h 4762"/>
                <a:gd name="connsiteX3" fmla="*/ 99841 w 102222"/>
                <a:gd name="connsiteY3" fmla="*/ 0 h 4762"/>
                <a:gd name="connsiteX4" fmla="*/ 2381 w 102222"/>
                <a:gd name="connsiteY4" fmla="*/ 0 h 4762"/>
                <a:gd name="connsiteX5" fmla="*/ 0 w 102222"/>
                <a:gd name="connsiteY5" fmla="*/ 2381 h 4762"/>
                <a:gd name="connsiteX6" fmla="*/ 2381 w 102222"/>
                <a:gd name="connsiteY6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222" h="4762">
                  <a:moveTo>
                    <a:pt x="2381" y="4763"/>
                  </a:moveTo>
                  <a:lnTo>
                    <a:pt x="99841" y="4763"/>
                  </a:lnTo>
                  <a:cubicBezTo>
                    <a:pt x="101156" y="4763"/>
                    <a:pt x="102222" y="3696"/>
                    <a:pt x="102222" y="2381"/>
                  </a:cubicBezTo>
                  <a:cubicBezTo>
                    <a:pt x="102222" y="1066"/>
                    <a:pt x="101156" y="0"/>
                    <a:pt x="99841" y="0"/>
                  </a:cubicBezTo>
                  <a:lnTo>
                    <a:pt x="2381" y="0"/>
                  </a:lnTo>
                  <a:cubicBezTo>
                    <a:pt x="1066" y="0"/>
                    <a:pt x="0" y="1066"/>
                    <a:pt x="0" y="2381"/>
                  </a:cubicBezTo>
                  <a:cubicBezTo>
                    <a:pt x="0" y="3696"/>
                    <a:pt x="1066" y="4763"/>
                    <a:pt x="2381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0" name="Freeform: Shape 230">
              <a:extLst>
                <a:ext uri="{FF2B5EF4-FFF2-40B4-BE49-F238E27FC236}">
                  <a16:creationId xmlns:a16="http://schemas.microsoft.com/office/drawing/2014/main" id="{06E7248F-4A7E-C4BA-0CDC-A2CD38877816}"/>
                </a:ext>
              </a:extLst>
            </p:cNvPr>
            <p:cNvSpPr/>
            <p:nvPr/>
          </p:nvSpPr>
          <p:spPr>
            <a:xfrm>
              <a:off x="-531169" y="3093269"/>
              <a:ext cx="185737" cy="233362"/>
            </a:xfrm>
            <a:custGeom>
              <a:avLst/>
              <a:gdLst>
                <a:gd name="connsiteX0" fmla="*/ 183356 w 185737"/>
                <a:gd name="connsiteY0" fmla="*/ 9525 h 233362"/>
                <a:gd name="connsiteX1" fmla="*/ 176213 w 185737"/>
                <a:gd name="connsiteY1" fmla="*/ 9525 h 233362"/>
                <a:gd name="connsiteX2" fmla="*/ 176213 w 185737"/>
                <a:gd name="connsiteY2" fmla="*/ 2381 h 233362"/>
                <a:gd name="connsiteX3" fmla="*/ 173831 w 185737"/>
                <a:gd name="connsiteY3" fmla="*/ 0 h 233362"/>
                <a:gd name="connsiteX4" fmla="*/ 107156 w 185737"/>
                <a:gd name="connsiteY4" fmla="*/ 0 h 233362"/>
                <a:gd name="connsiteX5" fmla="*/ 104775 w 185737"/>
                <a:gd name="connsiteY5" fmla="*/ 2381 h 233362"/>
                <a:gd name="connsiteX6" fmla="*/ 104775 w 185737"/>
                <a:gd name="connsiteY6" fmla="*/ 9525 h 233362"/>
                <a:gd name="connsiteX7" fmla="*/ 78772 w 185737"/>
                <a:gd name="connsiteY7" fmla="*/ 9525 h 233362"/>
                <a:gd name="connsiteX8" fmla="*/ 77086 w 185737"/>
                <a:gd name="connsiteY8" fmla="*/ 10220 h 233362"/>
                <a:gd name="connsiteX9" fmla="*/ 48320 w 185737"/>
                <a:gd name="connsiteY9" fmla="*/ 38986 h 233362"/>
                <a:gd name="connsiteX10" fmla="*/ 47625 w 185737"/>
                <a:gd name="connsiteY10" fmla="*/ 40672 h 233362"/>
                <a:gd name="connsiteX11" fmla="*/ 47625 w 185737"/>
                <a:gd name="connsiteY11" fmla="*/ 66675 h 233362"/>
                <a:gd name="connsiteX12" fmla="*/ 31147 w 185737"/>
                <a:gd name="connsiteY12" fmla="*/ 66675 h 233362"/>
                <a:gd name="connsiteX13" fmla="*/ 29461 w 185737"/>
                <a:gd name="connsiteY13" fmla="*/ 67370 h 233362"/>
                <a:gd name="connsiteX14" fmla="*/ 695 w 185737"/>
                <a:gd name="connsiteY14" fmla="*/ 96136 h 233362"/>
                <a:gd name="connsiteX15" fmla="*/ 0 w 185737"/>
                <a:gd name="connsiteY15" fmla="*/ 97822 h 233362"/>
                <a:gd name="connsiteX16" fmla="*/ 0 w 185737"/>
                <a:gd name="connsiteY16" fmla="*/ 230981 h 233362"/>
                <a:gd name="connsiteX17" fmla="*/ 2381 w 185737"/>
                <a:gd name="connsiteY17" fmla="*/ 233363 h 233362"/>
                <a:gd name="connsiteX18" fmla="*/ 135731 w 185737"/>
                <a:gd name="connsiteY18" fmla="*/ 233363 h 233362"/>
                <a:gd name="connsiteX19" fmla="*/ 138113 w 185737"/>
                <a:gd name="connsiteY19" fmla="*/ 230981 h 233362"/>
                <a:gd name="connsiteX20" fmla="*/ 138113 w 185737"/>
                <a:gd name="connsiteY20" fmla="*/ 176213 h 233362"/>
                <a:gd name="connsiteX21" fmla="*/ 183356 w 185737"/>
                <a:gd name="connsiteY21" fmla="*/ 176213 h 233362"/>
                <a:gd name="connsiteX22" fmla="*/ 185738 w 185737"/>
                <a:gd name="connsiteY22" fmla="*/ 173831 h 233362"/>
                <a:gd name="connsiteX23" fmla="*/ 185738 w 185737"/>
                <a:gd name="connsiteY23" fmla="*/ 11906 h 233362"/>
                <a:gd name="connsiteX24" fmla="*/ 183356 w 185737"/>
                <a:gd name="connsiteY24" fmla="*/ 9525 h 233362"/>
                <a:gd name="connsiteX25" fmla="*/ 109538 w 185737"/>
                <a:gd name="connsiteY25" fmla="*/ 4763 h 233362"/>
                <a:gd name="connsiteX26" fmla="*/ 171450 w 185737"/>
                <a:gd name="connsiteY26" fmla="*/ 4763 h 233362"/>
                <a:gd name="connsiteX27" fmla="*/ 171450 w 185737"/>
                <a:gd name="connsiteY27" fmla="*/ 47625 h 233362"/>
                <a:gd name="connsiteX28" fmla="*/ 109538 w 185737"/>
                <a:gd name="connsiteY28" fmla="*/ 47625 h 233362"/>
                <a:gd name="connsiteX29" fmla="*/ 109538 w 185737"/>
                <a:gd name="connsiteY29" fmla="*/ 4763 h 233362"/>
                <a:gd name="connsiteX30" fmla="*/ 133350 w 185737"/>
                <a:gd name="connsiteY30" fmla="*/ 228600 h 233362"/>
                <a:gd name="connsiteX31" fmla="*/ 4763 w 185737"/>
                <a:gd name="connsiteY31" fmla="*/ 228600 h 233362"/>
                <a:gd name="connsiteX32" fmla="*/ 4763 w 185737"/>
                <a:gd name="connsiteY32" fmla="*/ 98812 h 233362"/>
                <a:gd name="connsiteX33" fmla="*/ 32137 w 185737"/>
                <a:gd name="connsiteY33" fmla="*/ 71438 h 233362"/>
                <a:gd name="connsiteX34" fmla="*/ 57150 w 185737"/>
                <a:gd name="connsiteY34" fmla="*/ 71438 h 233362"/>
                <a:gd name="connsiteX35" fmla="*/ 57150 w 185737"/>
                <a:gd name="connsiteY35" fmla="*/ 107156 h 233362"/>
                <a:gd name="connsiteX36" fmla="*/ 59531 w 185737"/>
                <a:gd name="connsiteY36" fmla="*/ 109538 h 233362"/>
                <a:gd name="connsiteX37" fmla="*/ 126206 w 185737"/>
                <a:gd name="connsiteY37" fmla="*/ 109538 h 233362"/>
                <a:gd name="connsiteX38" fmla="*/ 128588 w 185737"/>
                <a:gd name="connsiteY38" fmla="*/ 107156 h 233362"/>
                <a:gd name="connsiteX39" fmla="*/ 128588 w 185737"/>
                <a:gd name="connsiteY39" fmla="*/ 71438 h 233362"/>
                <a:gd name="connsiteX40" fmla="*/ 133350 w 185737"/>
                <a:gd name="connsiteY40" fmla="*/ 71438 h 233362"/>
                <a:gd name="connsiteX41" fmla="*/ 133350 w 185737"/>
                <a:gd name="connsiteY41" fmla="*/ 228600 h 233362"/>
                <a:gd name="connsiteX42" fmla="*/ 123825 w 185737"/>
                <a:gd name="connsiteY42" fmla="*/ 69056 h 233362"/>
                <a:gd name="connsiteX43" fmla="*/ 123825 w 185737"/>
                <a:gd name="connsiteY43" fmla="*/ 104775 h 233362"/>
                <a:gd name="connsiteX44" fmla="*/ 61913 w 185737"/>
                <a:gd name="connsiteY44" fmla="*/ 104775 h 233362"/>
                <a:gd name="connsiteX45" fmla="*/ 61913 w 185737"/>
                <a:gd name="connsiteY45" fmla="*/ 61913 h 233362"/>
                <a:gd name="connsiteX46" fmla="*/ 123825 w 185737"/>
                <a:gd name="connsiteY46" fmla="*/ 61913 h 233362"/>
                <a:gd name="connsiteX47" fmla="*/ 138113 w 185737"/>
                <a:gd name="connsiteY47" fmla="*/ 152400 h 233362"/>
                <a:gd name="connsiteX48" fmla="*/ 165411 w 185737"/>
                <a:gd name="connsiteY48" fmla="*/ 152400 h 233362"/>
                <a:gd name="connsiteX49" fmla="*/ 167792 w 185737"/>
                <a:gd name="connsiteY49" fmla="*/ 150019 h 233362"/>
                <a:gd name="connsiteX50" fmla="*/ 165411 w 185737"/>
                <a:gd name="connsiteY50" fmla="*/ 147638 h 233362"/>
                <a:gd name="connsiteX51" fmla="*/ 138113 w 185737"/>
                <a:gd name="connsiteY51" fmla="*/ 147638 h 233362"/>
                <a:gd name="connsiteX52" fmla="*/ 138113 w 185737"/>
                <a:gd name="connsiteY52" fmla="*/ 137265 h 233362"/>
                <a:gd name="connsiteX53" fmla="*/ 165411 w 185737"/>
                <a:gd name="connsiteY53" fmla="*/ 137265 h 233362"/>
                <a:gd name="connsiteX54" fmla="*/ 167792 w 185737"/>
                <a:gd name="connsiteY54" fmla="*/ 134884 h 233362"/>
                <a:gd name="connsiteX55" fmla="*/ 165411 w 185737"/>
                <a:gd name="connsiteY55" fmla="*/ 132502 h 233362"/>
                <a:gd name="connsiteX56" fmla="*/ 138113 w 185737"/>
                <a:gd name="connsiteY56" fmla="*/ 132502 h 233362"/>
                <a:gd name="connsiteX57" fmla="*/ 138113 w 185737"/>
                <a:gd name="connsiteY57" fmla="*/ 122120 h 233362"/>
                <a:gd name="connsiteX58" fmla="*/ 165411 w 185737"/>
                <a:gd name="connsiteY58" fmla="*/ 122120 h 233362"/>
                <a:gd name="connsiteX59" fmla="*/ 167792 w 185737"/>
                <a:gd name="connsiteY59" fmla="*/ 119739 h 233362"/>
                <a:gd name="connsiteX60" fmla="*/ 165411 w 185737"/>
                <a:gd name="connsiteY60" fmla="*/ 117358 h 233362"/>
                <a:gd name="connsiteX61" fmla="*/ 138113 w 185737"/>
                <a:gd name="connsiteY61" fmla="*/ 117358 h 233362"/>
                <a:gd name="connsiteX62" fmla="*/ 138113 w 185737"/>
                <a:gd name="connsiteY62" fmla="*/ 109538 h 233362"/>
                <a:gd name="connsiteX63" fmla="*/ 171450 w 185737"/>
                <a:gd name="connsiteY63" fmla="*/ 109538 h 233362"/>
                <a:gd name="connsiteX64" fmla="*/ 171450 w 185737"/>
                <a:gd name="connsiteY64" fmla="*/ 161925 h 233362"/>
                <a:gd name="connsiteX65" fmla="*/ 138113 w 185737"/>
                <a:gd name="connsiteY65" fmla="*/ 161925 h 233362"/>
                <a:gd name="connsiteX66" fmla="*/ 180975 w 185737"/>
                <a:gd name="connsiteY66" fmla="*/ 171450 h 233362"/>
                <a:gd name="connsiteX67" fmla="*/ 138113 w 185737"/>
                <a:gd name="connsiteY67" fmla="*/ 171450 h 233362"/>
                <a:gd name="connsiteX68" fmla="*/ 138113 w 185737"/>
                <a:gd name="connsiteY68" fmla="*/ 166688 h 233362"/>
                <a:gd name="connsiteX69" fmla="*/ 173831 w 185737"/>
                <a:gd name="connsiteY69" fmla="*/ 166688 h 233362"/>
                <a:gd name="connsiteX70" fmla="*/ 176213 w 185737"/>
                <a:gd name="connsiteY70" fmla="*/ 164306 h 233362"/>
                <a:gd name="connsiteX71" fmla="*/ 176213 w 185737"/>
                <a:gd name="connsiteY71" fmla="*/ 107156 h 233362"/>
                <a:gd name="connsiteX72" fmla="*/ 173831 w 185737"/>
                <a:gd name="connsiteY72" fmla="*/ 104775 h 233362"/>
                <a:gd name="connsiteX73" fmla="*/ 138113 w 185737"/>
                <a:gd name="connsiteY73" fmla="*/ 104775 h 233362"/>
                <a:gd name="connsiteX74" fmla="*/ 138113 w 185737"/>
                <a:gd name="connsiteY74" fmla="*/ 69056 h 233362"/>
                <a:gd name="connsiteX75" fmla="*/ 135731 w 185737"/>
                <a:gd name="connsiteY75" fmla="*/ 66675 h 233362"/>
                <a:gd name="connsiteX76" fmla="*/ 128588 w 185737"/>
                <a:gd name="connsiteY76" fmla="*/ 66675 h 233362"/>
                <a:gd name="connsiteX77" fmla="*/ 128588 w 185737"/>
                <a:gd name="connsiteY77" fmla="*/ 59531 h 233362"/>
                <a:gd name="connsiteX78" fmla="*/ 126206 w 185737"/>
                <a:gd name="connsiteY78" fmla="*/ 57150 h 233362"/>
                <a:gd name="connsiteX79" fmla="*/ 59531 w 185737"/>
                <a:gd name="connsiteY79" fmla="*/ 57150 h 233362"/>
                <a:gd name="connsiteX80" fmla="*/ 57150 w 185737"/>
                <a:gd name="connsiteY80" fmla="*/ 59531 h 233362"/>
                <a:gd name="connsiteX81" fmla="*/ 57150 w 185737"/>
                <a:gd name="connsiteY81" fmla="*/ 66675 h 233362"/>
                <a:gd name="connsiteX82" fmla="*/ 52388 w 185737"/>
                <a:gd name="connsiteY82" fmla="*/ 66675 h 233362"/>
                <a:gd name="connsiteX83" fmla="*/ 52388 w 185737"/>
                <a:gd name="connsiteY83" fmla="*/ 41662 h 233362"/>
                <a:gd name="connsiteX84" fmla="*/ 79762 w 185737"/>
                <a:gd name="connsiteY84" fmla="*/ 14288 h 233362"/>
                <a:gd name="connsiteX85" fmla="*/ 104775 w 185737"/>
                <a:gd name="connsiteY85" fmla="*/ 14288 h 233362"/>
                <a:gd name="connsiteX86" fmla="*/ 104775 w 185737"/>
                <a:gd name="connsiteY86" fmla="*/ 50006 h 233362"/>
                <a:gd name="connsiteX87" fmla="*/ 107156 w 185737"/>
                <a:gd name="connsiteY87" fmla="*/ 52388 h 233362"/>
                <a:gd name="connsiteX88" fmla="*/ 173831 w 185737"/>
                <a:gd name="connsiteY88" fmla="*/ 52388 h 233362"/>
                <a:gd name="connsiteX89" fmla="*/ 176213 w 185737"/>
                <a:gd name="connsiteY89" fmla="*/ 50006 h 233362"/>
                <a:gd name="connsiteX90" fmla="*/ 176213 w 185737"/>
                <a:gd name="connsiteY90" fmla="*/ 14288 h 233362"/>
                <a:gd name="connsiteX91" fmla="*/ 180975 w 185737"/>
                <a:gd name="connsiteY91" fmla="*/ 14288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85737" h="233362">
                  <a:moveTo>
                    <a:pt x="183356" y="9525"/>
                  </a:moveTo>
                  <a:lnTo>
                    <a:pt x="176213" y="9525"/>
                  </a:lnTo>
                  <a:lnTo>
                    <a:pt x="176213" y="2381"/>
                  </a:lnTo>
                  <a:cubicBezTo>
                    <a:pt x="176213" y="1066"/>
                    <a:pt x="175146" y="0"/>
                    <a:pt x="173831" y="0"/>
                  </a:cubicBezTo>
                  <a:lnTo>
                    <a:pt x="107156" y="0"/>
                  </a:lnTo>
                  <a:cubicBezTo>
                    <a:pt x="105841" y="0"/>
                    <a:pt x="104775" y="1066"/>
                    <a:pt x="104775" y="2381"/>
                  </a:cubicBezTo>
                  <a:lnTo>
                    <a:pt x="104775" y="9525"/>
                  </a:lnTo>
                  <a:lnTo>
                    <a:pt x="78772" y="9525"/>
                  </a:lnTo>
                  <a:cubicBezTo>
                    <a:pt x="78140" y="9525"/>
                    <a:pt x="77534" y="9775"/>
                    <a:pt x="77086" y="10220"/>
                  </a:cubicBezTo>
                  <a:lnTo>
                    <a:pt x="48320" y="38986"/>
                  </a:lnTo>
                  <a:cubicBezTo>
                    <a:pt x="47875" y="39434"/>
                    <a:pt x="47625" y="40040"/>
                    <a:pt x="47625" y="40672"/>
                  </a:cubicBezTo>
                  <a:lnTo>
                    <a:pt x="47625" y="66675"/>
                  </a:lnTo>
                  <a:lnTo>
                    <a:pt x="31147" y="66675"/>
                  </a:lnTo>
                  <a:cubicBezTo>
                    <a:pt x="30515" y="66675"/>
                    <a:pt x="29909" y="66925"/>
                    <a:pt x="29461" y="67370"/>
                  </a:cubicBezTo>
                  <a:lnTo>
                    <a:pt x="695" y="96136"/>
                  </a:lnTo>
                  <a:cubicBezTo>
                    <a:pt x="250" y="96584"/>
                    <a:pt x="0" y="97190"/>
                    <a:pt x="0" y="97822"/>
                  </a:cubicBezTo>
                  <a:lnTo>
                    <a:pt x="0" y="230981"/>
                  </a:lnTo>
                  <a:cubicBezTo>
                    <a:pt x="0" y="232296"/>
                    <a:pt x="1066" y="233363"/>
                    <a:pt x="2381" y="233363"/>
                  </a:cubicBezTo>
                  <a:lnTo>
                    <a:pt x="135731" y="233363"/>
                  </a:lnTo>
                  <a:cubicBezTo>
                    <a:pt x="137046" y="233363"/>
                    <a:pt x="138113" y="232296"/>
                    <a:pt x="138113" y="230981"/>
                  </a:cubicBezTo>
                  <a:lnTo>
                    <a:pt x="138113" y="176213"/>
                  </a:lnTo>
                  <a:lnTo>
                    <a:pt x="183356" y="176213"/>
                  </a:lnTo>
                  <a:cubicBezTo>
                    <a:pt x="184671" y="176213"/>
                    <a:pt x="185738" y="175146"/>
                    <a:pt x="185738" y="173831"/>
                  </a:cubicBezTo>
                  <a:lnTo>
                    <a:pt x="185738" y="11906"/>
                  </a:lnTo>
                  <a:cubicBezTo>
                    <a:pt x="185738" y="10591"/>
                    <a:pt x="184671" y="9525"/>
                    <a:pt x="183356" y="9525"/>
                  </a:cubicBezTo>
                  <a:close/>
                  <a:moveTo>
                    <a:pt x="109538" y="4763"/>
                  </a:moveTo>
                  <a:lnTo>
                    <a:pt x="171450" y="4763"/>
                  </a:lnTo>
                  <a:lnTo>
                    <a:pt x="171450" y="47625"/>
                  </a:lnTo>
                  <a:lnTo>
                    <a:pt x="109538" y="47625"/>
                  </a:lnTo>
                  <a:lnTo>
                    <a:pt x="109538" y="4763"/>
                  </a:lnTo>
                  <a:close/>
                  <a:moveTo>
                    <a:pt x="133350" y="228600"/>
                  </a:moveTo>
                  <a:lnTo>
                    <a:pt x="4763" y="228600"/>
                  </a:lnTo>
                  <a:lnTo>
                    <a:pt x="4763" y="98812"/>
                  </a:lnTo>
                  <a:lnTo>
                    <a:pt x="32137" y="71438"/>
                  </a:lnTo>
                  <a:lnTo>
                    <a:pt x="57150" y="71438"/>
                  </a:lnTo>
                  <a:lnTo>
                    <a:pt x="57150" y="107156"/>
                  </a:lnTo>
                  <a:cubicBezTo>
                    <a:pt x="57150" y="108471"/>
                    <a:pt x="58216" y="109538"/>
                    <a:pt x="59531" y="109538"/>
                  </a:cubicBezTo>
                  <a:lnTo>
                    <a:pt x="126206" y="109538"/>
                  </a:lnTo>
                  <a:cubicBezTo>
                    <a:pt x="127521" y="109538"/>
                    <a:pt x="128588" y="108471"/>
                    <a:pt x="128588" y="107156"/>
                  </a:cubicBezTo>
                  <a:lnTo>
                    <a:pt x="128588" y="71438"/>
                  </a:lnTo>
                  <a:lnTo>
                    <a:pt x="133350" y="71438"/>
                  </a:lnTo>
                  <a:lnTo>
                    <a:pt x="133350" y="228600"/>
                  </a:lnTo>
                  <a:close/>
                  <a:moveTo>
                    <a:pt x="123825" y="69056"/>
                  </a:moveTo>
                  <a:lnTo>
                    <a:pt x="123825" y="104775"/>
                  </a:lnTo>
                  <a:lnTo>
                    <a:pt x="61913" y="104775"/>
                  </a:lnTo>
                  <a:lnTo>
                    <a:pt x="61913" y="61913"/>
                  </a:lnTo>
                  <a:lnTo>
                    <a:pt x="123825" y="61913"/>
                  </a:lnTo>
                  <a:close/>
                  <a:moveTo>
                    <a:pt x="138113" y="152400"/>
                  </a:moveTo>
                  <a:lnTo>
                    <a:pt x="165411" y="152400"/>
                  </a:lnTo>
                  <a:cubicBezTo>
                    <a:pt x="166726" y="152400"/>
                    <a:pt x="167792" y="151334"/>
                    <a:pt x="167792" y="150019"/>
                  </a:cubicBezTo>
                  <a:cubicBezTo>
                    <a:pt x="167792" y="148704"/>
                    <a:pt x="166726" y="147638"/>
                    <a:pt x="165411" y="147638"/>
                  </a:cubicBezTo>
                  <a:lnTo>
                    <a:pt x="138113" y="147638"/>
                  </a:lnTo>
                  <a:lnTo>
                    <a:pt x="138113" y="137265"/>
                  </a:lnTo>
                  <a:lnTo>
                    <a:pt x="165411" y="137265"/>
                  </a:lnTo>
                  <a:cubicBezTo>
                    <a:pt x="166726" y="137265"/>
                    <a:pt x="167792" y="136199"/>
                    <a:pt x="167792" y="134884"/>
                  </a:cubicBezTo>
                  <a:cubicBezTo>
                    <a:pt x="167792" y="133568"/>
                    <a:pt x="166726" y="132502"/>
                    <a:pt x="165411" y="132502"/>
                  </a:cubicBezTo>
                  <a:lnTo>
                    <a:pt x="138113" y="132502"/>
                  </a:lnTo>
                  <a:lnTo>
                    <a:pt x="138113" y="122120"/>
                  </a:lnTo>
                  <a:lnTo>
                    <a:pt x="165411" y="122120"/>
                  </a:lnTo>
                  <a:cubicBezTo>
                    <a:pt x="166726" y="122120"/>
                    <a:pt x="167792" y="121054"/>
                    <a:pt x="167792" y="119739"/>
                  </a:cubicBezTo>
                  <a:cubicBezTo>
                    <a:pt x="167792" y="118424"/>
                    <a:pt x="166726" y="117358"/>
                    <a:pt x="165411" y="117358"/>
                  </a:cubicBezTo>
                  <a:lnTo>
                    <a:pt x="138113" y="117358"/>
                  </a:lnTo>
                  <a:lnTo>
                    <a:pt x="138113" y="109538"/>
                  </a:lnTo>
                  <a:lnTo>
                    <a:pt x="171450" y="109538"/>
                  </a:lnTo>
                  <a:lnTo>
                    <a:pt x="171450" y="161925"/>
                  </a:lnTo>
                  <a:lnTo>
                    <a:pt x="138113" y="161925"/>
                  </a:lnTo>
                  <a:close/>
                  <a:moveTo>
                    <a:pt x="180975" y="171450"/>
                  </a:moveTo>
                  <a:lnTo>
                    <a:pt x="138113" y="171450"/>
                  </a:lnTo>
                  <a:lnTo>
                    <a:pt x="138113" y="166688"/>
                  </a:lnTo>
                  <a:lnTo>
                    <a:pt x="173831" y="166688"/>
                  </a:lnTo>
                  <a:cubicBezTo>
                    <a:pt x="175146" y="166688"/>
                    <a:pt x="176213" y="165621"/>
                    <a:pt x="176213" y="164306"/>
                  </a:cubicBezTo>
                  <a:lnTo>
                    <a:pt x="176213" y="107156"/>
                  </a:lnTo>
                  <a:cubicBezTo>
                    <a:pt x="176213" y="105841"/>
                    <a:pt x="175146" y="104775"/>
                    <a:pt x="173831" y="104775"/>
                  </a:cubicBezTo>
                  <a:lnTo>
                    <a:pt x="138113" y="104775"/>
                  </a:lnTo>
                  <a:lnTo>
                    <a:pt x="138113" y="69056"/>
                  </a:lnTo>
                  <a:cubicBezTo>
                    <a:pt x="138113" y="67741"/>
                    <a:pt x="137046" y="66675"/>
                    <a:pt x="135731" y="66675"/>
                  </a:cubicBezTo>
                  <a:lnTo>
                    <a:pt x="128588" y="66675"/>
                  </a:lnTo>
                  <a:lnTo>
                    <a:pt x="128588" y="59531"/>
                  </a:lnTo>
                  <a:cubicBezTo>
                    <a:pt x="128588" y="58216"/>
                    <a:pt x="127521" y="57150"/>
                    <a:pt x="126206" y="57150"/>
                  </a:cubicBezTo>
                  <a:lnTo>
                    <a:pt x="59531" y="57150"/>
                  </a:lnTo>
                  <a:cubicBezTo>
                    <a:pt x="58216" y="57150"/>
                    <a:pt x="57150" y="58216"/>
                    <a:pt x="57150" y="59531"/>
                  </a:cubicBezTo>
                  <a:lnTo>
                    <a:pt x="57150" y="66675"/>
                  </a:lnTo>
                  <a:lnTo>
                    <a:pt x="52388" y="66675"/>
                  </a:lnTo>
                  <a:lnTo>
                    <a:pt x="52388" y="41662"/>
                  </a:lnTo>
                  <a:lnTo>
                    <a:pt x="79762" y="14288"/>
                  </a:lnTo>
                  <a:lnTo>
                    <a:pt x="104775" y="14288"/>
                  </a:lnTo>
                  <a:lnTo>
                    <a:pt x="104775" y="50006"/>
                  </a:lnTo>
                  <a:cubicBezTo>
                    <a:pt x="104775" y="51321"/>
                    <a:pt x="105841" y="52388"/>
                    <a:pt x="107156" y="52388"/>
                  </a:cubicBezTo>
                  <a:lnTo>
                    <a:pt x="173831" y="52388"/>
                  </a:lnTo>
                  <a:cubicBezTo>
                    <a:pt x="175146" y="52388"/>
                    <a:pt x="176213" y="51321"/>
                    <a:pt x="176213" y="50006"/>
                  </a:cubicBezTo>
                  <a:lnTo>
                    <a:pt x="176213" y="14288"/>
                  </a:lnTo>
                  <a:lnTo>
                    <a:pt x="180975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7A50D0B-B11F-D096-E41D-294F5ED7FC11}"/>
              </a:ext>
            </a:extLst>
          </p:cNvPr>
          <p:cNvSpPr>
            <a:spLocks/>
          </p:cNvSpPr>
          <p:nvPr/>
        </p:nvSpPr>
        <p:spPr>
          <a:xfrm>
            <a:off x="5940861" y="2355427"/>
            <a:ext cx="702195" cy="12311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Files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95D36034-FB6B-CB2C-9AEA-E2433D9FB47A}"/>
              </a:ext>
            </a:extLst>
          </p:cNvPr>
          <p:cNvSpPr/>
          <p:nvPr/>
        </p:nvSpPr>
        <p:spPr>
          <a:xfrm>
            <a:off x="9151500" y="4912357"/>
            <a:ext cx="341066" cy="341066"/>
          </a:xfrm>
          <a:prstGeom prst="ellipse">
            <a:avLst/>
          </a:prstGeom>
          <a:solidFill>
            <a:srgbClr val="7030A0"/>
          </a:solidFill>
          <a:ln w="12700" cap="flat" cmpd="sng" algn="ctr">
            <a:solidFill>
              <a:srgbClr val="83489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8819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1875,1055.2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1396.5,153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135,13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36.48315,77.2866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72,7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1427.821,725.909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2250,225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72,7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1427.821,725.909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1427.821,725.909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2250,225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135,13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2250,225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1396.5,153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72,7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1427.821,725.909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2250,225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1396.5,153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135,13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512,51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2250,225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72,7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1427.821,725.909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72,7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,45"/>
  <p:tag name="BRANDIN_ASSET_PICTURE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1427.821,725.909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9_Office Theme">
  <a:themeElements>
    <a:clrScheme name="Final CVLT Colors 2024">
      <a:dk1>
        <a:srgbClr val="000000"/>
      </a:dk1>
      <a:lt1>
        <a:srgbClr val="FFFFFF"/>
      </a:lt1>
      <a:dk2>
        <a:srgbClr val="00053A"/>
      </a:dk2>
      <a:lt2>
        <a:srgbClr val="3C3F48"/>
      </a:lt2>
      <a:accent1>
        <a:srgbClr val="834895"/>
      </a:accent1>
      <a:accent2>
        <a:srgbClr val="C1A3C9"/>
      </a:accent2>
      <a:accent3>
        <a:srgbClr val="E92B62"/>
      </a:accent3>
      <a:accent4>
        <a:srgbClr val="FFAAC3"/>
      </a:accent4>
      <a:accent5>
        <a:srgbClr val="6E74B7"/>
      </a:accent5>
      <a:accent6>
        <a:srgbClr val="C4C7E3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Darkest Midnight">
      <a:srgbClr val="000218"/>
    </a:custClr>
    <a:custClr name="Web Midnight 400">
      <a:srgbClr val="363B6F"/>
    </a:custClr>
    <a:custClr name="Darkst Crocus">
      <a:srgbClr val="351D3C"/>
    </a:custClr>
    <a:custClr name="Web Crocus 500">
      <a:srgbClr val="784188"/>
    </a:custClr>
    <a:custClr name="Darkest Rose">
      <a:srgbClr val="5E1228"/>
    </a:custClr>
    <a:custClr name="Web Rose 500">
      <a:srgbClr val="CA1449"/>
    </a:custClr>
    <a:custClr name="Web Green 600">
      <a:srgbClr val="339025"/>
    </a:custClr>
    <a:custClr name="Darkest Water">
      <a:srgbClr val="2B96C3"/>
    </a:custClr>
    <a:custClr name="Darkest Sun">
      <a:srgbClr val="BEA101"/>
    </a:custClr>
    <a:custClr name="Fog">
      <a:srgbClr val="EAEAEA"/>
    </a:custClr>
    <a:custClr name="Dark Midnight">
      <a:srgbClr val="000323"/>
    </a:custClr>
    <a:custClr name="Web Midnight 300">
      <a:srgbClr val="6E74B8"/>
    </a:custClr>
    <a:custClr name="Dark Crocus">
      <a:srgbClr val="4F2B5A"/>
    </a:custClr>
    <a:custClr name="Web Crocus 400">
      <a:srgbClr val="C397D8"/>
    </a:custClr>
    <a:custClr name="Darker Rose">
      <a:srgbClr val="8C1A3B"/>
    </a:custClr>
    <a:custClr name="Rose 400">
      <a:srgbClr val="FF749D"/>
    </a:custClr>
    <a:custClr name="Dark Grass">
      <a:srgbClr val="3AA229"/>
    </a:custClr>
    <a:custClr name="Dark Water">
      <a:srgbClr val="31A8DC"/>
    </a:custClr>
    <a:custClr name="Dark Sun">
      <a:srgbClr val="D6B501"/>
    </a:custClr>
    <a:custClr name="Grey 500">
      <a:srgbClr val="9B9DAD"/>
    </a:custClr>
    <a:custClr name="Midnight">
      <a:srgbClr val="00053B"/>
    </a:custClr>
    <a:custClr name="Web Midnight 200">
      <a:srgbClr val="C5C7E3"/>
    </a:custClr>
    <a:custClr name="Crocus">
      <a:srgbClr val="844896"/>
    </a:custClr>
    <a:custClr name="Web Crocus 300">
      <a:srgbClr val="D2B1E2"/>
    </a:custClr>
    <a:custClr name="Rose">
      <a:srgbClr val="EA2C63"/>
    </a:custClr>
    <a:custClr name="Web Rose 300">
      <a:srgbClr val="FFAAC3"/>
    </a:custClr>
    <a:custClr name="Grass">
      <a:srgbClr val="40B42E"/>
    </a:custClr>
    <a:custClr name="Water">
      <a:srgbClr val="36BBF4"/>
    </a:custClr>
    <a:custClr name="Sun">
      <a:srgbClr val="EEC901"/>
    </a:custClr>
    <a:custClr name="Grey 800">
      <a:srgbClr val="3D3F48"/>
    </a:custClr>
    <a:custClr name="Light Midnight">
      <a:srgbClr val="40446C"/>
    </a:custClr>
    <a:custClr name="Web Midnight 100">
      <a:srgbClr val="E2E3F1"/>
    </a:custClr>
    <a:custClr name="Light Crocus">
      <a:srgbClr val="A376B0"/>
    </a:custClr>
    <a:custClr name="Web Crocus 200">
      <a:srgbClr val="E7D5EF"/>
    </a:custClr>
    <a:custClr name="Light Rose">
      <a:srgbClr val="EF618A"/>
    </a:custClr>
    <a:custClr name="Web Rose 200">
      <a:srgbClr val="FFD9E7"/>
    </a:custClr>
    <a:custClr name="Light Grass">
      <a:srgbClr val="66C358"/>
    </a:custClr>
    <a:custClr name="Light Water">
      <a:srgbClr val="5EC9F6"/>
    </a:custClr>
    <a:custClr name="Light Sun">
      <a:srgbClr val="F1D434"/>
    </a:custClr>
    <a:custClr name="Black">
      <a:srgbClr val="000000"/>
    </a:custClr>
    <a:custClr name="Lightest Midnight">
      <a:srgbClr val="7F829D"/>
    </a:custClr>
    <a:custClr name="Eggshell">
      <a:srgbClr val="F3F4FA"/>
    </a:custClr>
    <a:custClr name="Lightest Crocus">
      <a:srgbClr val="C1A3CA"/>
    </a:custClr>
    <a:custClr name="Web Crocus 100">
      <a:srgbClr val="F0E5F5"/>
    </a:custClr>
    <a:custClr name="Lightest Rose">
      <a:srgbClr val="F495B1"/>
    </a:custClr>
    <a:custClr name="Web Rose 100">
      <a:srgbClr val="FFEBF0"/>
    </a:custClr>
    <a:custClr name="Lightest Grass">
      <a:srgbClr val="8CD282"/>
    </a:custClr>
    <a:custClr name="Lightest Water">
      <a:srgbClr val="86D6F8"/>
    </a:custClr>
    <a:custClr name="Lightest Sun">
      <a:srgbClr val="F5DF67"/>
    </a:custClr>
  </a:custClrLst>
  <a:extLst>
    <a:ext uri="{05A4C25C-085E-4340-85A3-A5531E510DB2}">
      <thm15:themeFamily xmlns:thm15="http://schemas.microsoft.com/office/thememl/2012/main" name="Presentation2" id="{796E197B-781D-3948-B0E2-58D888C11ADB}" vid="{83103CE8-1810-6E43-83EB-642781564B4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18a52c7-6064-43fa-883e-8c52e0fe2e57" xsi:nil="true"/>
    <lcf76f155ced4ddcb4097134ff3c332f xmlns="6f11990c-6f74-4b80-9cec-b3f6e8678af2">
      <Terms xmlns="http://schemas.microsoft.com/office/infopath/2007/PartnerControls"/>
    </lcf76f155ced4ddcb4097134ff3c332f>
    <Hyperlink xmlns="6f11990c-6f74-4b80-9cec-b3f6e8678af2">
      <Url xsi:nil="true"/>
      <Description xsi:nil="true"/>
    </Hyperlink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08EC9867A78D42BDF3A34D4086DEF5" ma:contentTypeVersion="19" ma:contentTypeDescription="Create a new document." ma:contentTypeScope="" ma:versionID="54fb35802db299c5e93e8da9b28b0978">
  <xsd:schema xmlns:xsd="http://www.w3.org/2001/XMLSchema" xmlns:xs="http://www.w3.org/2001/XMLSchema" xmlns:p="http://schemas.microsoft.com/office/2006/metadata/properties" xmlns:ns2="6f11990c-6f74-4b80-9cec-b3f6e8678af2" xmlns:ns3="b18a52c7-6064-43fa-883e-8c52e0fe2e57" targetNamespace="http://schemas.microsoft.com/office/2006/metadata/properties" ma:root="true" ma:fieldsID="2f941623316ed9215e02c768f403546f" ns2:_="" ns3:_="">
    <xsd:import namespace="6f11990c-6f74-4b80-9cec-b3f6e8678af2"/>
    <xsd:import namespace="b18a52c7-6064-43fa-883e-8c52e0fe2e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Hyperlink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11990c-6f74-4b80-9cec-b3f6e8678a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004ffd3-9d82-4c6c-a08d-830a777b720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Hyperlink" ma:index="24" nillable="true" ma:displayName="Hyperlink 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8a52c7-6064-43fa-883e-8c52e0fe2e5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23051da-58ec-4a93-ab5b-73b965646925}" ma:internalName="TaxCatchAll" ma:showField="CatchAllData" ma:web="b18a52c7-6064-43fa-883e-8c52e0fe2e5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BrandIn lastLayout="1"/>
</file>

<file path=customXml/itemProps1.xml><?xml version="1.0" encoding="utf-8"?>
<ds:datastoreItem xmlns:ds="http://schemas.openxmlformats.org/officeDocument/2006/customXml" ds:itemID="{B0578CE3-B662-4323-80F8-DF7576E852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690DB7-4398-42FA-B88D-8ECFA426A1ED}">
  <ds:schemaRefs>
    <ds:schemaRef ds:uri="http://schemas.microsoft.com/office/2006/metadata/properties"/>
    <ds:schemaRef ds:uri="http://www.w3.org/2000/xmlns/"/>
    <ds:schemaRef ds:uri="b18a52c7-6064-43fa-883e-8c52e0fe2e57"/>
    <ds:schemaRef ds:uri="http://www.w3.org/2001/XMLSchema-instance"/>
    <ds:schemaRef ds:uri="6f11990c-6f74-4b80-9cec-b3f6e8678af2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91B19CB-881F-4493-AF84-0B2A783E6DC3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6f11990c-6f74-4b80-9cec-b3f6e8678af2"/>
    <ds:schemaRef ds:uri="b18a52c7-6064-43fa-883e-8c52e0fe2e57"/>
  </ds:schemaRefs>
</ds:datastoreItem>
</file>

<file path=customXml/itemProps4.xml><?xml version="1.0" encoding="utf-8"?>
<ds:datastoreItem xmlns:ds="http://schemas.openxmlformats.org/officeDocument/2006/customXml" ds:itemID="{B97192B2-78F4-4154-A84D-91EEA4F19361}">
  <ds:schemaRefs/>
</ds:datastoreItem>
</file>

<file path=docMetadata/LabelInfo.xml><?xml version="1.0" encoding="utf-8"?>
<clbl:labelList xmlns:clbl="http://schemas.microsoft.com/office/2020/mipLabelMetadata">
  <clbl:label id="{40ed1e38-a16e-4622-9d7c-45161b6969d5}" enabled="0" method="" siteId="{40ed1e38-a16e-4622-9d7c-45161b6969d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25675</TotalTime>
  <Words>955</Words>
  <Application>Microsoft Office PowerPoint</Application>
  <PresentationFormat>Widescreen</PresentationFormat>
  <Paragraphs>378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9_Office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Marek Hulva</dc:creator>
  <cp:lastModifiedBy>Marek Hulva</cp:lastModifiedBy>
  <cp:revision>5</cp:revision>
  <dcterms:created xsi:type="dcterms:W3CDTF">2026-01-29T18:43:06Z</dcterms:created>
  <dcterms:modified xsi:type="dcterms:W3CDTF">2026-04-07T15:58:47Z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0x010100F608EC9867A78D42BDF3A34D4086DEF5</vt:lpwstr>
  </property>
  <property fmtid="{D5CDD505-2E9C-101B-9397-08002B2CF9AE}" pid="3" name="MediaServiceImageTags">
    <vt:lpwstr/>
  </property>
</Properties>
</file>